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3D2B1F"/>
                </a:solidFill>
              </a:defRPr>
            </a:pPr>
            <a:r>
              <a:t>The World of Movies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C300"/>
                </a:solidFill>
              </a:defRPr>
            </a:pPr>
            <a:r>
              <a:t>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300"/>
                </a:solidFill>
              </a:defRPr>
            </a:pPr>
            <a:r>
              <a:t>History of Cinema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Early silent era (1890s-1920s)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Introduction of sound (1927)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Golden Age of Hollywood (1930s-1950s)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Rise of international art films (1950s-1970s)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Digital revolution (1990s-present)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300"/>
                </a:solidFill>
              </a:defRPr>
            </a:pPr>
            <a:r>
              <a:t>Key Film Genres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Drama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Comedy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Action/Adventure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Science Fiction &amp; Fantasy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Documentary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300"/>
                </a:solidFill>
              </a:defRPr>
            </a:pPr>
            <a:r>
              <a:t>Major Film Production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Director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Producer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Screenwriter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Cinematographer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Editor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300"/>
                </a:solidFill>
              </a:defRPr>
            </a:pPr>
            <a:r>
              <a:t>Box Office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Blockbuster franchises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Global market expansion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Streaming platform impact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Ticket price inflation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Seasonal release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300"/>
                </a:solidFill>
              </a:defRPr>
            </a:pPr>
            <a:r>
              <a:t>Emerging Technologies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High frame-rate (HFR) filming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Virtual production (LED walls)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AI-driven script analysis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Advanced CGI &amp; VFX</a:t>
            </a:r>
          </a:p>
          <a:p>
            <a:pPr>
              <a:spcAft>
                <a:spcPts val="1200"/>
              </a:spcAft>
              <a:defRPr sz="2800">
                <a:solidFill>
                  <a:srgbClr val="3D2B1F"/>
                </a:solidFill>
              </a:defRPr>
            </a:pPr>
            <a:r>
              <a:t>•  Immersive sound formats (Dolby Atmos)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572000" cy="91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3D2B1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FC300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FFC300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