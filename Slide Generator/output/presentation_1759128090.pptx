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4B0082"/>
                </a:solidFill>
              </a:defRPr>
            </a:pPr>
            <a:r>
              <a:t>Artificial Intelligence: An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9370DB"/>
                </a:solidFill>
              </a:defRPr>
            </a:pPr>
            <a:r>
              <a:t>Understanding AI from Basics to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Field of science focused on building machines that reason, learn, and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Involves data scales beyond human analysis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Encompasses CS, data analytics, hardware, linguistics, neuroscience, philosophy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Business applications: machine learning, deep learning for analytics, predictions, NLP, recommendations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Core principle: learn from vast data to identify patterns humans miss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How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AI systems learn through exposure to large data sets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Algorithms guide analysis and decision-making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Machine learning trains on labeled/unlabeled data for predictions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Deep learning uses multi-layer neural networks mimicking brain structure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Continuous learning adapts systems to improve task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Stages of AI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Reactive machines: preprogrammed rules, no memory (e.g., Deep Blue)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Limited memory: improve over time with new data (e.g., deep learning)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Theory of mind: hypothetical AI that understands emotions and social context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Self-aware: mythical AI with self-consciousness and human-like intellect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All current AI is narrow, performing specific tasks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Narrow vs. General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Narrow AI: specialized for single tasks (image classification, NLP)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General AI (AGI): would think, sense, act like humans (currently nonexistent)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Superintelligence (ASI): surpasses human capabilities in all domains (future concept)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AGI and ASI remain theoretical, not yet achieved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Current applications remain within narrow AI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Learning Models 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Supervised learning: maps input to output using 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Unsupervised learning: discovers patterns in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Semi-supervised learning: mixes labeled and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Reinforcement learning: learns by trial and error with rewards/punishments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Each model type serves different problem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Artificial Neural Networks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Neural networks: layers of artificial neurons (perceptrons) classify/analyze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Feedforward networks: data flows one way, often deep with backpropagation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Recurrent networks: handle sequences, retain memory of previous inputs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LSTM: advanced RNN that remembers long-term dependencies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CNN: excels at image recognition with convolution and pooling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Specialized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Generative Adversarial Networks (GAN): generator vs discriminator improve output quality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GANs used to create realistic images, art, and synthetic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Other types include autoencoders, transformers (not detailed here)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Neural network choice depends on task (vision, language, time series)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Advances continue to push boundaries of AI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4B0082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9370DB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9370DB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