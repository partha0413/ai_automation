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96" r:id="rId80"/>
    <p:sldId id="297" r:id="rId81"/>
    <p:sldId id="298" r:id="rId82"/>
    <p:sldId id="299" r:id="rId83"/>
    <p:sldId id="300" r:id="rId84"/>
    <p:sldId id="301" r:id="rId85"/>
    <p:sldId id="302" r:id="rId86"/>
    <p:sldId id="303" r:id="rId87"/>
  </p:sldIdLst>
  <p:sldSz cy="5143500" cx="9144000"/>
  <p:notesSz cx="6858000" cy="9144000"/>
  <p:embeddedFontLst>
    <p:embeddedFont>
      <p:font typeface="Figtree"/>
      <p:regular r:id="rId47"/>
      <p:bold r:id="rId48"/>
      <p:italic r:id="rId49"/>
      <p:boldItalic r:id="rId50"/>
    </p:embeddedFont>
    <p:embeddedFont>
      <p:font typeface="Catamaran"/>
      <p:regular r:id="rId51"/>
      <p:bold r:id="rId52"/>
    </p:embeddedFont>
    <p:embeddedFont>
      <p:font typeface="Proxima Nova"/>
      <p:regular r:id="rId53"/>
      <p:bold r:id="rId54"/>
      <p:italic r:id="rId55"/>
      <p:boldItalic r:id="rId56"/>
    </p:embeddedFont>
    <p:embeddedFont>
      <p:font typeface="Roboto Medium"/>
      <p:regular r:id="rId57"/>
      <p:bold r:id="rId58"/>
      <p:italic r:id="rId59"/>
      <p:boldItalic r:id="rId60"/>
    </p:embeddedFont>
    <p:embeddedFont>
      <p:font typeface="Amatic SC"/>
      <p:regular r:id="rId61"/>
      <p:bold r:id="rId62"/>
    </p:embeddedFont>
    <p:embeddedFont>
      <p:font typeface="Inter"/>
      <p:regular r:id="rId63"/>
      <p:bold r:id="rId64"/>
      <p:italic r:id="rId65"/>
      <p:boldItalic r:id="rId66"/>
    </p:embeddedFont>
    <p:embeddedFont>
      <p:font typeface="Anaheim"/>
      <p:regular r:id="rId67"/>
      <p:bold r:id="rId68"/>
    </p:embeddedFont>
    <p:embeddedFont>
      <p:font typeface="Lato"/>
      <p:regular r:id="rId69"/>
      <p:bold r:id="rId70"/>
      <p:italic r:id="rId71"/>
      <p:boldItalic r:id="rId72"/>
    </p:embeddedFont>
    <p:embeddedFont>
      <p:font typeface="Proxima Nova Semibold"/>
      <p:regular r:id="rId73"/>
      <p:bold r:id="rId74"/>
      <p:boldItalic r:id="rId75"/>
    </p:embeddedFont>
    <p:embeddedFont>
      <p:font typeface="DM Sans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74D427-3B1A-46DF-A607-B88D1EE145ED}">
  <a:tblStyle styleId="{6174D427-3B1A-46DF-A607-B88D1EE145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47" Type="http://schemas.openxmlformats.org/officeDocument/2006/relationships/font" Target="fonts/Figtree-regular.fntdata"/><Relationship Id="rId48" Type="http://schemas.openxmlformats.org/officeDocument/2006/relationships/font" Target="fonts/Figtree-bold.fntdata"/><Relationship Id="rId49" Type="http://schemas.openxmlformats.org/officeDocument/2006/relationships/font" Target="fonts/Figtree-italic.fntdata"/><Relationship Id="rId50" Type="http://schemas.openxmlformats.org/officeDocument/2006/relationships/font" Target="fonts/Figtree-boldItalic.fntdata"/><Relationship Id="rId51" Type="http://schemas.openxmlformats.org/officeDocument/2006/relationships/font" Target="fonts/Catamaran-regular.fntdata"/><Relationship Id="rId52" Type="http://schemas.openxmlformats.org/officeDocument/2006/relationships/font" Target="fonts/Catamaran-bold.fntdata"/><Relationship Id="rId53" Type="http://schemas.openxmlformats.org/officeDocument/2006/relationships/font" Target="fonts/ProximaNova-regular.fntdata"/><Relationship Id="rId54" Type="http://schemas.openxmlformats.org/officeDocument/2006/relationships/font" Target="fonts/ProximaNova-bold.fntdata"/><Relationship Id="rId55" Type="http://schemas.openxmlformats.org/officeDocument/2006/relationships/font" Target="fonts/ProximaNova-italic.fntdata"/><Relationship Id="rId56" Type="http://schemas.openxmlformats.org/officeDocument/2006/relationships/font" Target="fonts/ProximaNova-boldItalic.fntdata"/><Relationship Id="rId57" Type="http://schemas.openxmlformats.org/officeDocument/2006/relationships/font" Target="fonts/RobotoMedium-regular.fntdata"/><Relationship Id="rId58" Type="http://schemas.openxmlformats.org/officeDocument/2006/relationships/font" Target="fonts/RobotoMedium-bold.fntdata"/><Relationship Id="rId59" Type="http://schemas.openxmlformats.org/officeDocument/2006/relationships/font" Target="fonts/RobotoMedium-italic.fntdata"/><Relationship Id="rId60" Type="http://schemas.openxmlformats.org/officeDocument/2006/relationships/font" Target="fonts/RobotoMedium-boldItalic.fntdata"/><Relationship Id="rId61" Type="http://schemas.openxmlformats.org/officeDocument/2006/relationships/font" Target="fonts/AmaticSC-regular.fntdata"/><Relationship Id="rId62" Type="http://schemas.openxmlformats.org/officeDocument/2006/relationships/font" Target="fonts/AmaticSC-bold.fntdata"/><Relationship Id="rId63" Type="http://schemas.openxmlformats.org/officeDocument/2006/relationships/font" Target="fonts/Inter-regular.fntdata"/><Relationship Id="rId64" Type="http://schemas.openxmlformats.org/officeDocument/2006/relationships/font" Target="fonts/Inter-bold.fntdata"/><Relationship Id="rId65" Type="http://schemas.openxmlformats.org/officeDocument/2006/relationships/font" Target="fonts/Inter-italic.fntdata"/><Relationship Id="rId66" Type="http://schemas.openxmlformats.org/officeDocument/2006/relationships/font" Target="fonts/Inter-boldItalic.fntdata"/><Relationship Id="rId67" Type="http://schemas.openxmlformats.org/officeDocument/2006/relationships/font" Target="fonts/Anaheim-regular.fntdata"/><Relationship Id="rId68" Type="http://schemas.openxmlformats.org/officeDocument/2006/relationships/font" Target="fonts/Anaheim-bold.fntdata"/><Relationship Id="rId69" Type="http://schemas.openxmlformats.org/officeDocument/2006/relationships/font" Target="fonts/Lato-regular.fntdata"/><Relationship Id="rId70" Type="http://schemas.openxmlformats.org/officeDocument/2006/relationships/font" Target="fonts/Lato-bold.fntdata"/><Relationship Id="rId71" Type="http://schemas.openxmlformats.org/officeDocument/2006/relationships/font" Target="fonts/Lato-italic.fntdata"/><Relationship Id="rId72" Type="http://schemas.openxmlformats.org/officeDocument/2006/relationships/font" Target="fonts/Lato-boldItalic.fntdata"/><Relationship Id="rId73" Type="http://schemas.openxmlformats.org/officeDocument/2006/relationships/font" Target="fonts/ProximaNovaSemibold-regular.fntdata"/><Relationship Id="rId74" Type="http://schemas.openxmlformats.org/officeDocument/2006/relationships/font" Target="fonts/ProximaNovaSemibold-bold.fntdata"/><Relationship Id="rId75" Type="http://schemas.openxmlformats.org/officeDocument/2006/relationships/font" Target="fonts/ProximaNovaSemibold-boldItalic.fntdata"/><Relationship Id="rId76" Type="http://schemas.openxmlformats.org/officeDocument/2006/relationships/font" Target="fonts/DMSans-regular.fntdata"/><Relationship Id="rId77" Type="http://schemas.openxmlformats.org/officeDocument/2006/relationships/font" Target="fonts/DMSans-bold.fntdata"/><Relationship Id="rId78" Type="http://schemas.openxmlformats.org/officeDocument/2006/relationships/font" Target="fonts/DMSans-italic.fntdata"/><Relationship Id="rId79" Type="http://schemas.openxmlformats.org/officeDocument/2006/relationships/font" Target="fonts/DMSans-boldItalic.fntdata"/><Relationship Id="rId80" Type="http://schemas.openxmlformats.org/officeDocument/2006/relationships/slide" Target="slides/slide41.xml"/><Relationship Id="rId81" Type="http://schemas.openxmlformats.org/officeDocument/2006/relationships/slide" Target="slides/slide42.xml"/><Relationship Id="rId82" Type="http://schemas.openxmlformats.org/officeDocument/2006/relationships/slide" Target="slides/slide43.xml"/><Relationship Id="rId83" Type="http://schemas.openxmlformats.org/officeDocument/2006/relationships/slide" Target="slides/slide44.xml"/><Relationship Id="rId84" Type="http://schemas.openxmlformats.org/officeDocument/2006/relationships/slide" Target="slides/slide45.xml"/><Relationship Id="rId85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331150" y="1444625"/>
            <a:ext cx="4099500" cy="18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331150" y="3323225"/>
            <a:ext cx="4099500" cy="4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1291500" y="2079575"/>
            <a:ext cx="50676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1291500" y="1012925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291500" y="3741725"/>
            <a:ext cx="506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063350"/>
            <a:ext cx="7704000" cy="6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21" name="Google Shape;21;p4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720000" y="1065025"/>
            <a:ext cx="3852000" cy="3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B0D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572000" y="1065025"/>
            <a:ext cx="3852000" cy="3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cxnSp>
        <p:nvCxnSpPr>
          <p:cNvPr id="31" name="Google Shape;31;p6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36" name="Google Shape;36;p7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1284000" y="1057549"/>
            <a:ext cx="6576000" cy="171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subTitle"/>
          </p:nvPr>
        </p:nvSpPr>
        <p:spPr>
          <a:xfrm>
            <a:off x="1284000" y="2774099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297788" y="1632321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2" type="subTitle"/>
          </p:nvPr>
        </p:nvSpPr>
        <p:spPr>
          <a:xfrm>
            <a:off x="5530463" y="1632319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3" type="subTitle"/>
          </p:nvPr>
        </p:nvSpPr>
        <p:spPr>
          <a:xfrm>
            <a:off x="2297788" y="2831523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4" type="subTitle"/>
          </p:nvPr>
        </p:nvSpPr>
        <p:spPr>
          <a:xfrm>
            <a:off x="5530463" y="2831810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5" type="subTitle"/>
          </p:nvPr>
        </p:nvSpPr>
        <p:spPr>
          <a:xfrm>
            <a:off x="2297788" y="4030725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6" type="subTitle"/>
          </p:nvPr>
        </p:nvSpPr>
        <p:spPr>
          <a:xfrm>
            <a:off x="5530463" y="4031300"/>
            <a:ext cx="20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hasCustomPrompt="1" idx="7" type="title"/>
          </p:nvPr>
        </p:nvSpPr>
        <p:spPr>
          <a:xfrm>
            <a:off x="1612596" y="14273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/>
          <p:nvPr>
            <p:ph hasCustomPrompt="1" idx="8" type="title"/>
          </p:nvPr>
        </p:nvSpPr>
        <p:spPr>
          <a:xfrm>
            <a:off x="1612596" y="26265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9" type="title"/>
          </p:nvPr>
        </p:nvSpPr>
        <p:spPr>
          <a:xfrm>
            <a:off x="4845197" y="14273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3" type="title"/>
          </p:nvPr>
        </p:nvSpPr>
        <p:spPr>
          <a:xfrm>
            <a:off x="4845197" y="26265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4" type="title"/>
          </p:nvPr>
        </p:nvSpPr>
        <p:spPr>
          <a:xfrm>
            <a:off x="1612596" y="38257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5" type="title"/>
          </p:nvPr>
        </p:nvSpPr>
        <p:spPr>
          <a:xfrm>
            <a:off x="4845197" y="3825769"/>
            <a:ext cx="620100" cy="3984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idx="16" type="subTitle"/>
          </p:nvPr>
        </p:nvSpPr>
        <p:spPr>
          <a:xfrm>
            <a:off x="2297788" y="1251925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17" type="subTitle"/>
          </p:nvPr>
        </p:nvSpPr>
        <p:spPr>
          <a:xfrm>
            <a:off x="5530463" y="1251925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8" type="subTitle"/>
          </p:nvPr>
        </p:nvSpPr>
        <p:spPr>
          <a:xfrm>
            <a:off x="2297788" y="3650329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9" type="subTitle"/>
          </p:nvPr>
        </p:nvSpPr>
        <p:spPr>
          <a:xfrm>
            <a:off x="2297788" y="2451127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20" type="subTitle"/>
          </p:nvPr>
        </p:nvSpPr>
        <p:spPr>
          <a:xfrm>
            <a:off x="5530463" y="2451123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21" type="subTitle"/>
          </p:nvPr>
        </p:nvSpPr>
        <p:spPr>
          <a:xfrm>
            <a:off x="5530463" y="3650320"/>
            <a:ext cx="20067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73" name="Google Shape;73;p13"/>
          <p:cNvCxnSpPr/>
          <p:nvPr/>
        </p:nvCxnSpPr>
        <p:spPr>
          <a:xfrm>
            <a:off x="832504" y="422206"/>
            <a:ext cx="482400" cy="0"/>
          </a:xfrm>
          <a:prstGeom prst="straightConnector1">
            <a:avLst/>
          </a:prstGeom>
          <a:noFill/>
          <a:ln cap="rnd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1207484" y="3344677"/>
            <a:ext cx="2859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endParaRPr sz="1000">
              <a:solidFill>
                <a:schemeClr val="dk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1207475" y="626275"/>
            <a:ext cx="32430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1207476" y="1537203"/>
            <a:ext cx="32430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-4000" y="-2"/>
            <a:ext cx="9152001" cy="5148001"/>
          </a:xfrm>
          <a:custGeom>
            <a:rect b="b" l="l" r="r" t="t"/>
            <a:pathLst>
              <a:path extrusionOk="0" h="4371975" w="7772400">
                <a:moveTo>
                  <a:pt x="0" y="0"/>
                </a:moveTo>
                <a:lnTo>
                  <a:pt x="0" y="4371975"/>
                </a:lnTo>
                <a:lnTo>
                  <a:pt x="7772400" y="4371975"/>
                </a:lnTo>
                <a:lnTo>
                  <a:pt x="7772400" y="0"/>
                </a:lnTo>
                <a:close/>
                <a:moveTo>
                  <a:pt x="7561770" y="3872538"/>
                </a:moveTo>
                <a:cubicBezTo>
                  <a:pt x="7561770" y="4032112"/>
                  <a:pt x="7432410" y="4161473"/>
                  <a:pt x="7272836" y="4161473"/>
                </a:cubicBezTo>
                <a:lnTo>
                  <a:pt x="499564" y="4161473"/>
                </a:lnTo>
                <a:cubicBezTo>
                  <a:pt x="339990" y="4161473"/>
                  <a:pt x="210630" y="4032112"/>
                  <a:pt x="210630" y="3872538"/>
                </a:cubicBezTo>
                <a:lnTo>
                  <a:pt x="210630" y="499437"/>
                </a:lnTo>
                <a:cubicBezTo>
                  <a:pt x="210630" y="339863"/>
                  <a:pt x="339990" y="210502"/>
                  <a:pt x="499564" y="210502"/>
                </a:cubicBezTo>
                <a:lnTo>
                  <a:pt x="7272836" y="210503"/>
                </a:lnTo>
                <a:cubicBezTo>
                  <a:pt x="7432410" y="210502"/>
                  <a:pt x="7561770" y="339863"/>
                  <a:pt x="7561770" y="4994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"/>
              <a:buNone/>
              <a:defRPr b="1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●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○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"/>
              <a:buChar char="■"/>
              <a:defRPr sz="12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Genspark AI: Revolutionizing Data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Genspark AI?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Generative AI platform for data analytics</a:t>
            </a:r>
          </a:p>
          <a:p>
            <a:pPr/>
            <a:r>
              <a:t>Combines NLP, ML, and data pipelines</a:t>
            </a:r>
          </a:p>
          <a:p>
            <a:pPr/>
            <a:r>
              <a:t>Designed for enterprises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Automated data ingestion</a:t>
            </a:r>
          </a:p>
          <a:p>
            <a:pPr/>
            <a:r>
              <a:t>Intelligent query generation</a:t>
            </a:r>
          </a:p>
          <a:p>
            <a:pPr/>
            <a:r>
              <a:t>Real-time analytics</a:t>
            </a:r>
          </a:p>
          <a:p>
            <a:pPr/>
            <a:r>
              <a:t>Explainable AI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Technology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Lake integration</a:t>
            </a:r>
          </a:p>
          <a:p>
            <a:pPr/>
            <a:r>
              <a:t>Model training pipelines</a:t>
            </a:r>
          </a:p>
          <a:p>
            <a:pPr/>
            <a:r>
              <a:t>API layer</a:t>
            </a:r>
          </a:p>
          <a:p>
            <a:pPr/>
            <a:r>
              <a:t>Scalable cloud infrastructure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 &amp; Applications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Financial forecasting</a:t>
            </a:r>
          </a:p>
          <a:p>
            <a:pPr/>
            <a:r>
              <a:t>Customer segmentation</a:t>
            </a:r>
          </a:p>
          <a:p>
            <a:pPr/>
            <a:r>
              <a:t>Operational optimization</a:t>
            </a:r>
          </a:p>
          <a:p>
            <a:pPr/>
            <a:r>
              <a:t>Compliance monitoring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Genspark vs. Snowflake + AI</a:t>
            </a:r>
          </a:p>
          <a:p>
            <a:pPr/>
            <a:r>
              <a:t>Genspark vs. Databricks</a:t>
            </a:r>
          </a:p>
          <a:p>
            <a:pPr/>
            <a:r>
              <a:t>Unique value proposition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2025 Q3: Multi-modal support</a:t>
            </a:r>
          </a:p>
          <a:p>
            <a:pPr/>
            <a:r>
              <a:t>2026: Open-source SDK</a:t>
            </a:r>
          </a:p>
          <a:p>
            <a:pPr/>
            <a:r>
              <a:t>2027: Global deployment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Any questions?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ycle Diagrams Theme for a Project Proposal by Slidesgo">
  <a:themeElements>
    <a:clrScheme name="Simple Light">
      <a:dk1>
        <a:srgbClr val="1C1C1C"/>
      </a:dk1>
      <a:lt1>
        <a:srgbClr val="F3F3F3"/>
      </a:lt1>
      <a:dk2>
        <a:srgbClr val="87AFC6"/>
      </a:dk2>
      <a:lt2>
        <a:srgbClr val="8EB0B4"/>
      </a:lt2>
      <a:accent1>
        <a:srgbClr val="D09E96"/>
      </a:accent1>
      <a:accent2>
        <a:srgbClr val="2E556D"/>
      </a:accent2>
      <a:accent3>
        <a:srgbClr val="E2E2E2"/>
      </a:accent3>
      <a:accent4>
        <a:srgbClr val="FFFFFF"/>
      </a:accent4>
      <a:accent5>
        <a:srgbClr val="FFFFFF"/>
      </a:accent5>
      <a:accent6>
        <a:srgbClr val="FFFFFF"/>
      </a:accent6>
      <a:hlink>
        <a:srgbClr val="1C1C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