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000">
                <a:solidFill>
                  <a:srgbClr val="ECF0F1"/>
                </a:solidFill>
              </a:defRPr>
            </a:pPr>
            <a:r>
              <a:t>Artificial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1ABC9C"/>
                </a:solidFill>
              </a:defRPr>
            </a:pPr>
            <a:r>
              <a:t>An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What is AI?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Definition of AI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Machine learning vs AI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Key concepts: perception, reasoning, learning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Types: narrow vs general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Core technologies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Brief History of AI (Part 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1950s – Turing Test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1956 – Dartmouth Workshop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1970s – Expert Systems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1980s – AI Winter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1990s – Machine Learning resurgence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Brief History of AI (Part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2000s – Big Data &amp; GPUs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2012 – Deep Learning breakthrough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2014 – AlphaGo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2016 – AI in consumer products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2020s – Generative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Key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Healthcare diagnostics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Autonomous vehicles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Natural language processing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Finance &amp; fraud detection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Robotics &amp; 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Challenges &amp; Risks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Bias and fairness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Data privacy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Job displacement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Explainability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Security threats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400">
                <a:solidFill>
                  <a:srgbClr val="1ABC9C"/>
                </a:solidFill>
              </a:defRPr>
            </a:pPr>
            <a:r>
              <a:t>Future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123444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Generative models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Edge AI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AI governance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Human‑AI collaboration</a:t>
            </a:r>
          </a:p>
          <a:p>
            <a:pPr>
              <a:spcAft>
                <a:spcPts val="1200"/>
              </a:spcAft>
              <a:defRPr sz="2800">
                <a:solidFill>
                  <a:srgbClr val="ECF0F1"/>
                </a:solidFill>
              </a:defRPr>
            </a:pPr>
            <a:r>
              <a:t>•  Quantum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44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 rot="20700000">
            <a:off x="-914400" y="6400800"/>
            <a:ext cx="45720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6600">
                <a:solidFill>
                  <a:srgbClr val="ECF0F1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1ABC9C"/>
                </a:solidFill>
              </a:defRPr>
            </a:pPr>
            <a:r>
              <a:t>+91 81481 01923</a:t>
            </a:r>
          </a:p>
          <a:p>
            <a:pPr algn="ctr">
              <a:defRPr sz="3200">
                <a:solidFill>
                  <a:srgbClr val="1ABC9C"/>
                </a:solidFill>
              </a:defRPr>
            </a:pPr>
            <a:r>
              <a:t>sales@codework.ai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