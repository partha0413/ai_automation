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" cy="365760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0" y="365760"/>
            <a:ext cx="365760" cy="3657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4B0082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9370DB"/>
                </a:solidFill>
              </a:defRPr>
            </a:pPr>
            <a:r>
              <a:t>A Comprehensive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What is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Definition: systems that reason, learn, and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Broad field spanning CS, data analytics, hardware, linguistics, neuroscience, philosophy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Operational level: machine learning &amp; deep learning technologies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Applications: analytics, predictions, NLP, recommendations, data retrieval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Used in business for forecasting and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How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Core principle: data-driven learning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AI learns by exposure to large datasets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Algorithms guide analysis and decision-making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Machine learning trains on labeled/unlabeled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Deep learning uses multi-layer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Getting Started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Explore free beginner’s introduction to generative AI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Leverage online tutorials and courses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Experiment with open-source tools and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Types of AI – Development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Reactive machines: preprogrammed rules, no memory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Limited memory: learns from new data, e.g., deep learning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Theory of mind: emulates human-like decision making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Self-aware: mythical, self-conscious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Types of AI – Narrow vs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Narrow AI: specialized tasks, e.g., image classification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Artificial General Intelligence (AGI): human-level cognition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Artificial Superintelligence (ASI): surpasses human intelligence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Current state: only narrow AI exists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Future research aims at AGI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AI Training Models –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Supervised learning: labeled data maps input to output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Unsupervised learning: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Semi-supervised learning: mix of labeled and unlabeled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Reinforcement learning: learn by trial and error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Hybrid approaches combine multiple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Artificial Neural Networks –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Neural network: nodes (perceptrons) process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Input layer receives data, passes to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Deep networks: &gt;3 layers, called deep learning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Training adjusts weights for accuracy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Output layer delivers classification or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Common ANN Types – Feedforward &amp; RNN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Feedforward networks: data flows one way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Backpropagation corrects errors during training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Recurrent networks: handle sequence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Memory of previous states aids language tasks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Used in speech recognition and translation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Advanced ANN – LSTM &amp;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LSTM: long-term memory cells for sequences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Effective in speech and time-series predictions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CNN: convolution and pooling layers for images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Detects edges, textures, complex features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Widely used in image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572000" cy="3657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7680960"/>
            <a:ext cx="228600" cy="22860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9370DB"/>
                </a:solidFill>
              </a:defRPr>
            </a:pPr>
            <a:r>
              <a:t>Generative Adversarial Networks (GAN)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Generator creates synthetic data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Discriminator evaluates authenticity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Adversarial training improves output quality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Applications: realistic images, art creation</a:t>
            </a:r>
          </a:p>
          <a:p>
            <a:pPr>
              <a:spcAft>
                <a:spcPts val="1200"/>
              </a:spcAft>
              <a:defRPr sz="2800">
                <a:solidFill>
                  <a:srgbClr val="4B0082"/>
                </a:solidFill>
              </a:defRPr>
            </a:pPr>
            <a:r>
              <a:t>•  Used in data augmentation and synthesis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" cy="365760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0" y="365760"/>
            <a:ext cx="365760" cy="3657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4B0082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9370DB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9370DB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