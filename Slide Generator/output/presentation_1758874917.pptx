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2690" y="2813745"/>
            <a:ext cx="765936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Compliance System – 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Infrastructure – Microsoft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Infrastructure – Amazon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API Pricing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further information, questions, or to schedule a detailed walkthrough, please contact the project team at compliance@yourcompany.com or call (555) 123‑4567.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DAG0DiCl4RY,BAF2rUUQIqY,0</cp:keywords>
  <dc:title>Blue and Green Modern Artificial Intelligence Presentation</dc:title>
  <dcterms:created xsi:type="dcterms:W3CDTF">2025-09-26T06:33:23Z</dcterms:created>
  <dcterms:modified xsi:type="dcterms:W3CDTF">2025-09-26T06:33:23Z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