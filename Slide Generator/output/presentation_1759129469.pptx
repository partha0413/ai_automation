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5D4037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A0522D"/>
                </a:solidFill>
              </a:defRPr>
            </a:pPr>
            <a:r>
              <a:t>Understanding AI Foundations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AI is a scientific field building machines that reason, learn, and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Encompasses computer science, data analytics, statistics, hardware, linguistics, neuroscience, philosophy, psychology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For business, AI uses machine learning and deep learning for analytics, prediction, categorization, NLP, recommendations, and intelligent retrieval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Core principle: AI learns from vast amounts of data to discover patterns humans may miss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Learning is driven by algorithms that guide analysis and decision‑making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How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Data is the foundation; AI systems improve through exposure to large datasets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Algorithms provide the rules for processing and interpreting data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Machine learning trains algorithms on labeled or unlabeled data to predict or classify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Deep learning employs multi‑layer neural networks that mimic brain structures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Continuous learning enables AI to refine performance on tasks such as image recognition or language translation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Stages of AI Development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Reactive machines – respond to stimuli via preprogrammed rules (e.g., IBM Deep Blue)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Limited memory – modern AI that learns from new data via neural networks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Theory of mind – research‑level AI that could emulate human emotions and social reasoning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Self‑aware – hypothetical AI with consciousness and self‑recognition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Key distinction: use of memory differentiates reactive from limited‑memory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AI Types by Capability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Narrow AI – performs specific tasks (e.g., Google Search, virtual assistants)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Artificial General Intelligence (AGI) – human‑level reasoning (not yet existent)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Artificial Superintelligence (ASI) – surpasses human abilities (theoretical)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All current systems are narrow AI, limited to programmed functions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Capability classification helps set realistic expectations for AI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Machine Learning Models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Supervised learning – maps inputs to outputs using 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Unsupervised learning – discovers patterns from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Semi‑supervised learning – combines labeled and unlabeled data for training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Reinforcement learning – agents learn by trial‑and‑error with feedback loops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Each model suits different problem types and data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Artificial Neural Networks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Neural networks consist of layers of artificial neurons (perceptrons)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Deep neural networks have more than three layers, enabling complex representations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Feedforward networks – data moves one direction from input to output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Recurrent networks – retain memory of previous inputs for sequence tasks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LSTM – advanced RNN with memory cells to remember long‑term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Specialized Neural Network Types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Convolutional Neural Networks (CNN) – excel at image recognition via convolution and pooling layers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Generative Adversarial Networks (GAN) – two networks (generator &amp; discriminator) compete to improve output realism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CNN applications – image classification, object detection, visual feature extraction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GAN applications – realistic image synthesis, artistic creation, data augmentation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Training across networks commonly uses backpropagation to minimize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A0522D"/>
                </a:solidFill>
              </a:defRPr>
            </a:pPr>
            <a:r>
              <a:t>Getting Started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Explore the free beginner’s introduction to generative AI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Define a clear business problem or use case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Collect and label relevant data for training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Select an appropriate model (e.g., supervised, unsupervised, reinforcement)</a:t>
            </a:r>
          </a:p>
          <a:p>
            <a:pPr>
              <a:spcAft>
                <a:spcPts val="1200"/>
              </a:spcAft>
              <a:defRPr sz="2800">
                <a:solidFill>
                  <a:srgbClr val="5D4037"/>
                </a:solidFill>
              </a:defRPr>
            </a:pPr>
            <a:r>
              <a:t>•  Iterate, evaluate performance, and refine the 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5D4037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A0522D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A0522D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