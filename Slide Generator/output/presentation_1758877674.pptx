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96" r:id="rId73"/>
    <p:sldId id="297" r:id="rId74"/>
    <p:sldId id="298" r:id="rId75"/>
    <p:sldId id="299" r:id="rId76"/>
    <p:sldId id="300" r:id="rId77"/>
    <p:sldId id="301" r:id="rId78"/>
    <p:sldId id="302" r:id="rId79"/>
    <p:sldId id="303" r:id="rId80"/>
    <p:sldId id="304" r:id="rId81"/>
    <p:sldId id="305" r:id="rId82"/>
    <p:sldId id="306" r:id="rId83"/>
    <p:sldId id="307" r:id="rId84"/>
    <p:sldId id="308" r:id="rId85"/>
    <p:sldId id="309" r:id="rId86"/>
  </p:sldIdLst>
  <p:sldSz cy="5143500" cx="9144000"/>
  <p:notesSz cx="6858000" cy="9144000"/>
  <p:embeddedFontLst>
    <p:embeddedFont>
      <p:font typeface="Proxima Nova"/>
      <p:regular r:id="rId47"/>
      <p:bold r:id="rId48"/>
      <p:italic r:id="rId49"/>
      <p:boldItalic r:id="rId50"/>
    </p:embeddedFont>
    <p:embeddedFont>
      <p:font typeface="Roboto Medium"/>
      <p:regular r:id="rId51"/>
      <p:bold r:id="rId52"/>
      <p:italic r:id="rId53"/>
      <p:boldItalic r:id="rId54"/>
    </p:embeddedFont>
    <p:embeddedFont>
      <p:font typeface="Overpass ExtraBold"/>
      <p:bold r:id="rId55"/>
      <p:boldItalic r:id="rId56"/>
    </p:embeddedFont>
    <p:embeddedFont>
      <p:font typeface="Amatic SC"/>
      <p:regular r:id="rId57"/>
      <p:bold r:id="rId58"/>
    </p:embeddedFont>
    <p:embeddedFont>
      <p:font typeface="Anaheim"/>
      <p:regular r:id="rId59"/>
      <p:bold r:id="rId60"/>
    </p:embeddedFont>
    <p:embeddedFont>
      <p:font typeface="Overpass"/>
      <p:regular r:id="rId61"/>
      <p:bold r:id="rId62"/>
      <p:italic r:id="rId63"/>
      <p:boldItalic r:id="rId64"/>
    </p:embeddedFont>
    <p:embeddedFont>
      <p:font typeface="Rozha One"/>
      <p:regular r:id="rId65"/>
    </p:embeddedFont>
    <p:embeddedFont>
      <p:font typeface="Proxima Nova Semibold"/>
      <p:regular r:id="rId66"/>
      <p:bold r:id="rId67"/>
      <p:boldItalic r:id="rId68"/>
    </p:embeddedFont>
    <p:embeddedFont>
      <p:font typeface="Open Sans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9224CB-2DE3-4E6C-AEE3-F5D483D22D58}">
  <a:tblStyle styleId="{679224CB-2DE3-4E6C-AEE3-F5D483D22D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D87CAE2-A6F3-4628-944F-7AD350A734C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47" Type="http://schemas.openxmlformats.org/officeDocument/2006/relationships/font" Target="fonts/ProximaNova-regular.fntdata"/><Relationship Id="rId48" Type="http://schemas.openxmlformats.org/officeDocument/2006/relationships/font" Target="fonts/ProximaNova-bold.fntdata"/><Relationship Id="rId49" Type="http://schemas.openxmlformats.org/officeDocument/2006/relationships/font" Target="fonts/ProximaNova-italic.fntdata"/><Relationship Id="rId50" Type="http://schemas.openxmlformats.org/officeDocument/2006/relationships/font" Target="fonts/ProximaNova-boldItalic.fntdata"/><Relationship Id="rId51" Type="http://schemas.openxmlformats.org/officeDocument/2006/relationships/font" Target="fonts/RobotoMedium-regular.fntdata"/><Relationship Id="rId52" Type="http://schemas.openxmlformats.org/officeDocument/2006/relationships/font" Target="fonts/RobotoMedium-bold.fntdata"/><Relationship Id="rId53" Type="http://schemas.openxmlformats.org/officeDocument/2006/relationships/font" Target="fonts/RobotoMedium-italic.fntdata"/><Relationship Id="rId54" Type="http://schemas.openxmlformats.org/officeDocument/2006/relationships/font" Target="fonts/RobotoMedium-boldItalic.fntdata"/><Relationship Id="rId55" Type="http://schemas.openxmlformats.org/officeDocument/2006/relationships/font" Target="fonts/OverpassExtraBold-bold.fntdata"/><Relationship Id="rId56" Type="http://schemas.openxmlformats.org/officeDocument/2006/relationships/font" Target="fonts/OverpassExtraBold-boldItalic.fntdata"/><Relationship Id="rId57" Type="http://schemas.openxmlformats.org/officeDocument/2006/relationships/font" Target="fonts/AmaticSC-regular.fntdata"/><Relationship Id="rId58" Type="http://schemas.openxmlformats.org/officeDocument/2006/relationships/font" Target="fonts/AmaticSC-bold.fntdata"/><Relationship Id="rId59" Type="http://schemas.openxmlformats.org/officeDocument/2006/relationships/font" Target="fonts/Anaheim-regular.fntdata"/><Relationship Id="rId60" Type="http://schemas.openxmlformats.org/officeDocument/2006/relationships/font" Target="fonts/Anaheim-bold.fntdata"/><Relationship Id="rId61" Type="http://schemas.openxmlformats.org/officeDocument/2006/relationships/font" Target="fonts/Overpass-regular.fntdata"/><Relationship Id="rId62" Type="http://schemas.openxmlformats.org/officeDocument/2006/relationships/font" Target="fonts/Overpass-bold.fntdata"/><Relationship Id="rId63" Type="http://schemas.openxmlformats.org/officeDocument/2006/relationships/font" Target="fonts/Overpass-italic.fntdata"/><Relationship Id="rId64" Type="http://schemas.openxmlformats.org/officeDocument/2006/relationships/font" Target="fonts/Overpass-boldItalic.fntdata"/><Relationship Id="rId65" Type="http://schemas.openxmlformats.org/officeDocument/2006/relationships/font" Target="fonts/RozhaOne-regular.fntdata"/><Relationship Id="rId66" Type="http://schemas.openxmlformats.org/officeDocument/2006/relationships/font" Target="fonts/ProximaNovaSemibold-regular.fntdata"/><Relationship Id="rId67" Type="http://schemas.openxmlformats.org/officeDocument/2006/relationships/font" Target="fonts/ProximaNovaSemibold-bold.fntdata"/><Relationship Id="rId68" Type="http://schemas.openxmlformats.org/officeDocument/2006/relationships/font" Target="fonts/ProximaNovaSemibold-boldItalic.fntdata"/><Relationship Id="rId69" Type="http://schemas.openxmlformats.org/officeDocument/2006/relationships/font" Target="fonts/OpenSans-regular.fntdata"/><Relationship Id="rId70" Type="http://schemas.openxmlformats.org/officeDocument/2006/relationships/font" Target="fonts/OpenSans-bold.fntdata"/><Relationship Id="rId71" Type="http://schemas.openxmlformats.org/officeDocument/2006/relationships/font" Target="fonts/OpenSans-italic.fntdata"/><Relationship Id="rId72" Type="http://schemas.openxmlformats.org/officeDocument/2006/relationships/font" Target="fonts/OpenSans-boldItalic.fntdata"/><Relationship Id="rId73" Type="http://schemas.openxmlformats.org/officeDocument/2006/relationships/slide" Target="slides/slide41.xml"/><Relationship Id="rId74" Type="http://schemas.openxmlformats.org/officeDocument/2006/relationships/slide" Target="slides/slide42.xml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Relationship Id="rId81" Type="http://schemas.openxmlformats.org/officeDocument/2006/relationships/slide" Target="slides/slide49.xml"/><Relationship Id="rId82" Type="http://schemas.openxmlformats.org/officeDocument/2006/relationships/slide" Target="slides/slide50.xml"/><Relationship Id="rId83" Type="http://schemas.openxmlformats.org/officeDocument/2006/relationships/slide" Target="slides/slide51.xml"/><Relationship Id="rId84" Type="http://schemas.openxmlformats.org/officeDocument/2006/relationships/slide" Target="slides/slide52.xml"/><Relationship Id="rId85" Type="http://schemas.openxmlformats.org/officeDocument/2006/relationships/slide" Target="slides/slide53.xml"/><Relationship Id="rId86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777021" y="4854501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777021" y="4918553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777021" y="4982606"/>
            <a:ext cx="696691" cy="32067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777021" y="5046658"/>
            <a:ext cx="696691" cy="32067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777021" y="5111119"/>
            <a:ext cx="696691" cy="31659"/>
          </a:xfrm>
          <a:custGeom>
            <a:rect b="b" l="l" r="r" t="t"/>
            <a:pathLst>
              <a:path extrusionOk="0" h="775" w="17841">
                <a:moveTo>
                  <a:pt x="1" y="1"/>
                </a:moveTo>
                <a:lnTo>
                  <a:pt x="1" y="775"/>
                </a:lnTo>
                <a:lnTo>
                  <a:pt x="17840" y="77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6777021" y="4790428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7745296" y="407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7746077" y="1227"/>
            <a:ext cx="703056" cy="70301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7845889" y="122282"/>
            <a:ext cx="505034" cy="460478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 rot="10800000">
            <a:off x="8802172" y="4439351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 rot="10800000">
            <a:off x="8449082" y="4439351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 rot="10800000">
            <a:off x="8734186" y="4723284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 rot="10800000">
            <a:off x="8884489" y="4723284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 rot="10800000">
            <a:off x="8585874" y="4723284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 rot="10800000">
            <a:off x="8522222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 rot="10800000">
            <a:off x="8645894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 rot="10800000">
            <a:off x="8769956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9027078" y="1190699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9027078" y="1085342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9027078" y="979555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9027078" y="87419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9027078" y="768842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 rot="10800000">
            <a:off x="8894018" y="4318492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903016" y="1190699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903016" y="1085342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903016" y="979555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903016" y="87419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8903016" y="768842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 rot="10800000">
            <a:off x="9017689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 rot="10800000">
            <a:off x="8097163" y="4438570"/>
            <a:ext cx="351958" cy="351919"/>
          </a:xfrm>
          <a:custGeom>
            <a:rect b="b" l="l" r="r" t="t"/>
            <a:pathLst>
              <a:path extrusionOk="0" h="9012" w="9013">
                <a:moveTo>
                  <a:pt x="1650" y="0"/>
                </a:moveTo>
                <a:cubicBezTo>
                  <a:pt x="734" y="0"/>
                  <a:pt x="1" y="743"/>
                  <a:pt x="1" y="1650"/>
                </a:cubicBezTo>
                <a:lnTo>
                  <a:pt x="1" y="7362"/>
                </a:lnTo>
                <a:cubicBezTo>
                  <a:pt x="1" y="8278"/>
                  <a:pt x="734" y="9011"/>
                  <a:pt x="1650" y="9011"/>
                </a:cubicBezTo>
                <a:lnTo>
                  <a:pt x="7363" y="9011"/>
                </a:lnTo>
                <a:cubicBezTo>
                  <a:pt x="8269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9" y="0"/>
                  <a:pt x="73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 rot="10800000">
            <a:off x="7745284" y="4438570"/>
            <a:ext cx="351919" cy="351919"/>
          </a:xfrm>
          <a:custGeom>
            <a:rect b="b" l="l" r="r" t="t"/>
            <a:pathLst>
              <a:path extrusionOk="0" h="9012" w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 rot="10800000">
            <a:off x="7745284" y="4790450"/>
            <a:ext cx="351919" cy="351958"/>
          </a:xfrm>
          <a:custGeom>
            <a:rect b="b" l="l" r="r" t="t"/>
            <a:pathLst>
              <a:path extrusionOk="0" h="9013" w="9012">
                <a:moveTo>
                  <a:pt x="1650" y="1"/>
                </a:moveTo>
                <a:cubicBezTo>
                  <a:pt x="733" y="1"/>
                  <a:pt x="0" y="744"/>
                  <a:pt x="0" y="1660"/>
                </a:cubicBezTo>
                <a:lnTo>
                  <a:pt x="0" y="7363"/>
                </a:lnTo>
                <a:cubicBezTo>
                  <a:pt x="0" y="8279"/>
                  <a:pt x="733" y="9012"/>
                  <a:pt x="1650" y="9012"/>
                </a:cubicBezTo>
                <a:lnTo>
                  <a:pt x="7352" y="9012"/>
                </a:lnTo>
                <a:cubicBezTo>
                  <a:pt x="8268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8" y="1"/>
                  <a:pt x="735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449562" y="382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449562" y="61222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449875" y="12247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449875" y="184098"/>
            <a:ext cx="703837" cy="30264"/>
          </a:xfrm>
          <a:custGeom>
            <a:rect b="b" l="l" r="r" t="t"/>
            <a:pathLst>
              <a:path extrusionOk="0" h="775" w="18024">
                <a:moveTo>
                  <a:pt x="1" y="1"/>
                </a:moveTo>
                <a:lnTo>
                  <a:pt x="1" y="775"/>
                </a:lnTo>
                <a:lnTo>
                  <a:pt x="18024" y="77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449875" y="24493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449875" y="30616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449875" y="36743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449875" y="42866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449875" y="48989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449875" y="55112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449875" y="61235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8449875" y="673590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040667" y="2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568360" y="334402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 rot="10800000">
            <a:off x="7039901" y="4790472"/>
            <a:ext cx="704228" cy="351919"/>
          </a:xfrm>
          <a:custGeom>
            <a:rect b="b" l="l" r="r" t="t"/>
            <a:pathLst>
              <a:path extrusionOk="0" h="9012" w="18034">
                <a:moveTo>
                  <a:pt x="1" y="0"/>
                </a:moveTo>
                <a:lnTo>
                  <a:pt x="1" y="9011"/>
                </a:lnTo>
                <a:lnTo>
                  <a:pt x="18034" y="9011"/>
                </a:lnTo>
                <a:cubicBezTo>
                  <a:pt x="18034" y="6517"/>
                  <a:pt x="17026" y="4266"/>
                  <a:pt x="15397" y="2637"/>
                </a:cubicBezTo>
                <a:cubicBezTo>
                  <a:pt x="13839" y="1079"/>
                  <a:pt x="11711" y="82"/>
                  <a:pt x="935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 rot="10800000">
            <a:off x="8097184" y="4791593"/>
            <a:ext cx="351919" cy="351919"/>
          </a:xfrm>
          <a:custGeom>
            <a:rect b="b" l="l" r="r" t="t"/>
            <a:pathLst>
              <a:path extrusionOk="0" h="9012" w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 txBox="1"/>
          <p:nvPr>
            <p:ph type="ctrTitle"/>
          </p:nvPr>
        </p:nvSpPr>
        <p:spPr>
          <a:xfrm>
            <a:off x="3268537" y="1677250"/>
            <a:ext cx="5162100" cy="135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8" name="Google Shape;58;p2"/>
          <p:cNvSpPr txBox="1"/>
          <p:nvPr>
            <p:ph idx="1" type="subTitle"/>
          </p:nvPr>
        </p:nvSpPr>
        <p:spPr>
          <a:xfrm>
            <a:off x="3268537" y="3081350"/>
            <a:ext cx="516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" name="Google Shape;59;p2"/>
          <p:cNvSpPr/>
          <p:nvPr>
            <p:ph idx="2" type="pic"/>
          </p:nvPr>
        </p:nvSpPr>
        <p:spPr>
          <a:xfrm>
            <a:off x="0" y="0"/>
            <a:ext cx="2984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/>
          <p:nvPr>
            <p:ph type="title"/>
          </p:nvPr>
        </p:nvSpPr>
        <p:spPr>
          <a:xfrm>
            <a:off x="922975" y="2317627"/>
            <a:ext cx="4555800" cy="15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3"/>
          <p:cNvSpPr txBox="1"/>
          <p:nvPr>
            <p:ph hasCustomPrompt="1" idx="2" type="title"/>
          </p:nvPr>
        </p:nvSpPr>
        <p:spPr>
          <a:xfrm>
            <a:off x="922975" y="962402"/>
            <a:ext cx="1872300" cy="1377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109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3"/>
          <p:cNvSpPr/>
          <p:nvPr>
            <p:ph idx="3" type="pic"/>
          </p:nvPr>
        </p:nvSpPr>
        <p:spPr>
          <a:xfrm>
            <a:off x="5830700" y="0"/>
            <a:ext cx="330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"/>
          <p:cNvSpPr/>
          <p:nvPr/>
        </p:nvSpPr>
        <p:spPr>
          <a:xfrm flipH="1" rot="-5400000">
            <a:off x="171430" y="1037884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 flipH="1" rot="-5400000">
            <a:off x="171430" y="1390974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 flipH="1" rot="-5400000">
            <a:off x="280184" y="1498557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 flipH="1" rot="-5400000">
            <a:off x="279989" y="1348058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 flipH="1" rot="-5400000">
            <a:off x="280184" y="164686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 flipH="1">
            <a:off x="67221" y="107551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 flipH="1">
            <a:off x="67221" y="97016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 flipH="1">
            <a:off x="67221" y="864804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 flipH="1">
            <a:off x="67221" y="75940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 flipH="1">
            <a:off x="190892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 flipH="1">
            <a:off x="190892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 flipH="1">
            <a:off x="190892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 flipH="1">
            <a:off x="190892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 flipH="1">
            <a:off x="314954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 flipH="1">
            <a:off x="314954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flipH="1">
            <a:off x="314954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 flipH="1">
            <a:off x="314954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 flipH="1">
            <a:off x="439016" y="107551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 flipH="1">
            <a:off x="439016" y="970161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 flipH="1">
            <a:off x="439016" y="864804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 flipH="1">
            <a:off x="439016" y="75940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 flipH="1">
            <a:off x="562687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 flipH="1">
            <a:off x="562687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 flipH="1">
            <a:off x="562687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 flipH="1">
            <a:off x="562687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 flipH="1" rot="10800000">
            <a:off x="-6137" y="4431435"/>
            <a:ext cx="704228" cy="704228"/>
          </a:xfrm>
          <a:custGeom>
            <a:rect b="b" l="l" r="r" t="t"/>
            <a:pathLst>
              <a:path extrusionOk="0" h="18034" w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 flipH="1">
            <a:off x="-6116" y="3726446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 flipH="1">
            <a:off x="-39934" y="3727344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 flipH="1">
            <a:off x="116735" y="3848516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 flipH="1">
            <a:off x="-4349" y="3375620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 flipH="1" rot="-5400000">
            <a:off x="353793" y="34523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 flipH="1" rot="-5400000">
            <a:off x="1894" y="34521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 flipH="1" rot="-5400000">
            <a:off x="1464" y="-6669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 flipH="1" rot="-5400000">
            <a:off x="530336" y="184768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 rot="10800000">
            <a:off x="1400684" y="4783581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 rot="10800000">
            <a:off x="-353570" y="4438702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 rot="10800000">
            <a:off x="169310" y="4615637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96502" y="47915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96502" y="4852768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96502" y="4913999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96502" y="4975229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96502" y="5036460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96502" y="5097690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 flipH="1" rot="-5400000">
            <a:off x="90" y="3704624"/>
            <a:ext cx="385883" cy="386051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 flipH="1" rot="10800000">
            <a:off x="113" y="3318741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 flipH="1" rot="-5400000">
            <a:off x="375765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 flipH="1" rot="-5400000">
            <a:off x="43699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 flipH="1" rot="-5400000">
            <a:off x="49822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 flipH="1" rot="-5400000">
            <a:off x="5594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 flipH="1" rot="-5400000">
            <a:off x="620706" y="4768231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 flipH="1" rot="-5400000">
            <a:off x="6819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 flipH="1" rot="-5400000">
            <a:off x="74318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 flipH="1" rot="-5400000">
            <a:off x="804222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 flipH="1" rot="-5400000">
            <a:off x="86525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 flipH="1" rot="-5400000">
            <a:off x="926683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 flipH="1" rot="-5400000">
            <a:off x="98771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 flipH="1" rot="-5400000">
            <a:off x="104894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 flipH="1" rot="-5400000">
            <a:off x="338332" y="4068874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 flipH="1" rot="-5400000">
            <a:off x="338332" y="4005908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 flipH="1" rot="-5400000">
            <a:off x="338332" y="3942942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 flipH="1" rot="-5400000">
            <a:off x="338332" y="3879977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 flipH="1" rot="-5400000">
            <a:off x="338332" y="381701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 flipH="1" rot="-5400000">
            <a:off x="338332" y="3754045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 flipH="1" rot="-5400000">
            <a:off x="1416350" y="443107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 flipH="1" rot="-5400000">
            <a:off x="1382552" y="4431991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 flipH="1" rot="-5400000">
            <a:off x="1538420" y="4552363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 flipH="1" rot="-5400000">
            <a:off x="184733" y="4607404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 flipH="1" rot="-5400000">
            <a:off x="255511" y="4558103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 flipH="1" rot="-5400000">
            <a:off x="338804" y="453565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 flipH="1" rot="-5400000">
            <a:off x="424695" y="454320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 flipH="1" rot="-5400000">
            <a:off x="503029" y="457979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 flipH="1" rot="-5400000">
            <a:off x="502814" y="4640850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 flipH="1" rot="-5400000">
            <a:off x="424695" y="4718970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 flipH="1" rot="-5400000">
            <a:off x="338804" y="480486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 flipH="1" rot="-5400000">
            <a:off x="255315" y="4888349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 flipH="1" rot="-5400000">
            <a:off x="184733" y="4958932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 flipH="1" rot="-5400000">
            <a:off x="135022" y="4888134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 flipH="1" rot="-5400000">
            <a:off x="112763" y="4804646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 flipH="1" rot="-5400000">
            <a:off x="120320" y="4718755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 flipH="1" rot="-5400000">
            <a:off x="156695" y="4640636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 flipH="1" rot="-5400000">
            <a:off x="120320" y="4542991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 flipH="1" rot="-5400000">
            <a:off x="112763" y="4535435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 flipH="1" rot="-5400000">
            <a:off x="135217" y="4557889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 flipH="1" rot="-5400000">
            <a:off x="2120757" y="4782980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8791684" y="35231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8791684" y="39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8439765" y="0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5" name="Google Shape;155;p4"/>
          <p:cNvSpPr txBox="1"/>
          <p:nvPr>
            <p:ph idx="1" type="body"/>
          </p:nvPr>
        </p:nvSpPr>
        <p:spPr>
          <a:xfrm>
            <a:off x="720000" y="1215751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3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7031388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 rot="5400000">
            <a:off x="6327199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745974" y="396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8099064" y="396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8031078" y="28471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7880384" y="284719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8179390" y="28471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8448977" y="704194"/>
            <a:ext cx="704618" cy="704618"/>
          </a:xfrm>
          <a:custGeom>
            <a:rect b="b" l="l" r="r" t="t"/>
            <a:pathLst>
              <a:path extrusionOk="0" h="18044" w="18044">
                <a:moveTo>
                  <a:pt x="0" y="0"/>
                </a:moveTo>
                <a:lnTo>
                  <a:pt x="0" y="18044"/>
                </a:lnTo>
                <a:lnTo>
                  <a:pt x="18044" y="18044"/>
                </a:lnTo>
                <a:lnTo>
                  <a:pt x="180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9017584" y="12886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57"/>
                  <a:pt x="0" y="805"/>
                </a:cubicBezTo>
                <a:cubicBezTo>
                  <a:pt x="0" y="1243"/>
                  <a:pt x="36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9017584" y="1183337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57"/>
                  <a:pt x="0" y="805"/>
                </a:cubicBezTo>
                <a:cubicBezTo>
                  <a:pt x="0" y="1242"/>
                  <a:pt x="36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9017584" y="107755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9017584" y="9721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9017584" y="866837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9017584" y="761441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8893912" y="12886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9" y="1243"/>
                  <a:pt x="1609" y="805"/>
                </a:cubicBezTo>
                <a:cubicBezTo>
                  <a:pt x="1609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8893912" y="1183337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9" y="1242"/>
                  <a:pt x="1609" y="805"/>
                </a:cubicBezTo>
                <a:cubicBezTo>
                  <a:pt x="1609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8893912" y="107755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8893912" y="9721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8893912" y="866837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8893912" y="761441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8769850" y="12886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8769850" y="1183337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769850" y="107755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8769850" y="9721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8769850" y="866837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8769850" y="761441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8646179" y="1288694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8646179" y="1183337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8646179" y="1077551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8646179" y="972194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8646179" y="866837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8646179" y="761441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8522117" y="12886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8522117" y="1183337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8522117" y="107755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8522117" y="972194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8522117" y="866837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8522117" y="761441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 rot="10800000">
            <a:off x="8448585" y="4433583"/>
            <a:ext cx="704228" cy="704228"/>
          </a:xfrm>
          <a:custGeom>
            <a:rect b="b" l="l" r="r" t="t"/>
            <a:pathLst>
              <a:path extrusionOk="0" h="18034" w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 rot="10800000">
            <a:off x="8448585" y="4433192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 rot="10800000">
            <a:off x="8801675" y="4786282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8448563" y="37285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8414785" y="37294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8569853" y="38506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8459401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8480879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8541719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8635166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8750090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8810930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810930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8810930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8810930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8810930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8810930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8810930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8810930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8810930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8750090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8750090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8635166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8541719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8480879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 rot="5400000">
            <a:off x="8623419" y="32001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 flipH="1" rot="5400000">
            <a:off x="7745584" y="704387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 flipH="1" rot="5400000">
            <a:off x="8097874" y="704758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 flipH="1" rot="5400000">
            <a:off x="8098264" y="1056676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7735577" y="4435025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7735577" y="449625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7735577" y="455748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7735577" y="461871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7735577" y="46799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7735577" y="47411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7735577" y="48024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7735577" y="48636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7735577" y="492490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7735577" y="49861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7735577" y="504736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7735577" y="5108989"/>
            <a:ext cx="704228" cy="30264"/>
          </a:xfrm>
          <a:custGeom>
            <a:rect b="b" l="l" r="r" t="t"/>
            <a:pathLst>
              <a:path extrusionOk="0" h="775" w="18034">
                <a:moveTo>
                  <a:pt x="1" y="1"/>
                </a:moveTo>
                <a:lnTo>
                  <a:pt x="1" y="774"/>
                </a:lnTo>
                <a:lnTo>
                  <a:pt x="18034" y="774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7034887" y="-4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7034887" y="612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7034887" y="1224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7034887" y="1836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7034887" y="2449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7383659" y="4787531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4" name="Google Shape;244;p5"/>
          <p:cNvSpPr txBox="1"/>
          <p:nvPr>
            <p:ph idx="1" type="subTitle"/>
          </p:nvPr>
        </p:nvSpPr>
        <p:spPr>
          <a:xfrm>
            <a:off x="4178970" y="2421749"/>
            <a:ext cx="2945100" cy="13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5" name="Google Shape;245;p5"/>
          <p:cNvSpPr txBox="1"/>
          <p:nvPr>
            <p:ph idx="2" type="subTitle"/>
          </p:nvPr>
        </p:nvSpPr>
        <p:spPr>
          <a:xfrm>
            <a:off x="713225" y="2421749"/>
            <a:ext cx="2945100" cy="13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6" name="Google Shape;246;p5"/>
          <p:cNvSpPr txBox="1"/>
          <p:nvPr>
            <p:ph idx="3" type="subTitle"/>
          </p:nvPr>
        </p:nvSpPr>
        <p:spPr>
          <a:xfrm>
            <a:off x="713225" y="1997175"/>
            <a:ext cx="2945100" cy="4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7" name="Google Shape;247;p5"/>
          <p:cNvSpPr txBox="1"/>
          <p:nvPr>
            <p:ph idx="4" type="subTitle"/>
          </p:nvPr>
        </p:nvSpPr>
        <p:spPr>
          <a:xfrm>
            <a:off x="4178970" y="1997175"/>
            <a:ext cx="2945100" cy="4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8791684" y="39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8439765" y="0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7735577" y="0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7735577" y="61231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735577" y="122461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7735577" y="18369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7735577" y="24492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7735577" y="30615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7031388" y="0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 rot="-5400000">
            <a:off x="198" y="-1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8791684" y="35231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7735577" y="367422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7735577" y="428652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7735577" y="489883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7735577" y="551113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7735577" y="612344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7735577" y="673964"/>
            <a:ext cx="704228" cy="30264"/>
          </a:xfrm>
          <a:custGeom>
            <a:rect b="b" l="l" r="r" t="t"/>
            <a:pathLst>
              <a:path extrusionOk="0" h="775" w="18034">
                <a:moveTo>
                  <a:pt x="1" y="1"/>
                </a:moveTo>
                <a:lnTo>
                  <a:pt x="1" y="774"/>
                </a:lnTo>
                <a:lnTo>
                  <a:pt x="18034" y="774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7383659" y="352506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"/>
          <p:cNvSpPr/>
          <p:nvPr/>
        </p:nvSpPr>
        <p:spPr>
          <a:xfrm>
            <a:off x="8433598" y="70459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8433598" y="7658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8433598" y="8270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8433598" y="8882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8433598" y="9495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8433598" y="10107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8433598" y="107201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8433598" y="113324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8433598" y="11940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8433598" y="1255708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8433598" y="131654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8433598" y="137777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8433207" y="14083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8399429" y="14092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8554497" y="15304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8450800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8472278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853311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8626564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8741488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8802328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8802328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880232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8802328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8802328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8802328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880232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8802328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8802328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8626564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853311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8472278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7728093" y="407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7728874" y="1227"/>
            <a:ext cx="703056" cy="70301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7828686" y="122282"/>
            <a:ext cx="505034" cy="460478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8791662" y="2112971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7023464" y="2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7551158" y="334402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8791684" y="4787335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8791684" y="4435416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8439765" y="4435025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7735577" y="4435025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7735577" y="449625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7735577" y="455748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7735577" y="461871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7735577" y="46799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7735577" y="47411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7735577" y="48024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7735577" y="48636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7735577" y="492490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7735577" y="49861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7735577" y="504736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>
            <a:off x="7031388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rot="5400000">
            <a:off x="6327199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7383659" y="4787531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7735577" y="511494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28" name="Google Shape;328;p7"/>
          <p:cNvSpPr txBox="1"/>
          <p:nvPr>
            <p:ph type="title"/>
          </p:nvPr>
        </p:nvSpPr>
        <p:spPr>
          <a:xfrm>
            <a:off x="713225" y="676950"/>
            <a:ext cx="4533600" cy="12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9" name="Google Shape;329;p7"/>
          <p:cNvSpPr txBox="1"/>
          <p:nvPr>
            <p:ph idx="1" type="subTitle"/>
          </p:nvPr>
        </p:nvSpPr>
        <p:spPr>
          <a:xfrm>
            <a:off x="713225" y="1972200"/>
            <a:ext cx="45336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330" name="Google Shape;330;p7"/>
          <p:cNvSpPr/>
          <p:nvPr>
            <p:ph idx="2" type="pic"/>
          </p:nvPr>
        </p:nvSpPr>
        <p:spPr>
          <a:xfrm>
            <a:off x="5823000" y="704625"/>
            <a:ext cx="2607900" cy="373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3" name="Google Shape;333;p8"/>
          <p:cNvSpPr/>
          <p:nvPr/>
        </p:nvSpPr>
        <p:spPr>
          <a:xfrm>
            <a:off x="8406348" y="55097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8406348" y="61220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8406348" y="67343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8406348" y="734662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8406348" y="795892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8406348" y="857162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8406348" y="918392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8406348" y="979622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8406348" y="1040462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8406348" y="1102083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8406348" y="1162923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8406348" y="1224153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8405957" y="1254769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8372179" y="1255667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rgbClr val="F4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8527247" y="1376839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8423550" y="199091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8445028" y="199091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8505868" y="199091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8599314" y="199091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8714238" y="199091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8775078" y="199091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8775078" y="199091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8775078" y="199091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8775078" y="199091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8775078" y="199091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8775078" y="78583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8775078" y="-27165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8775078" y="-105499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8775078" y="-147243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8714238" y="-147243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8714238" y="-147243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8599314" y="-105499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8505868" y="-27165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8445028" y="78583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7700843" y="-153218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7701624" y="-152398"/>
            <a:ext cx="703056" cy="70301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7801436" y="-31343"/>
            <a:ext cx="505034" cy="460478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8764412" y="1959346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6996214" y="-153409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7523908" y="180777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2464684" y="495631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8"/>
          <p:cNvSpPr/>
          <p:nvPr/>
        </p:nvSpPr>
        <p:spPr>
          <a:xfrm>
            <a:off x="2464684" y="460439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2112765" y="4604000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1408577" y="4604000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1408577" y="4665231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1408577" y="4726461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1408577" y="478769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8"/>
          <p:cNvSpPr/>
          <p:nvPr/>
        </p:nvSpPr>
        <p:spPr>
          <a:xfrm>
            <a:off x="1408577" y="484892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1408577" y="4910152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1408577" y="4971422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1408577" y="5032652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8"/>
          <p:cNvSpPr/>
          <p:nvPr/>
        </p:nvSpPr>
        <p:spPr>
          <a:xfrm>
            <a:off x="1408577" y="5093883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1408577" y="5155113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8"/>
          <p:cNvSpPr/>
          <p:nvPr/>
        </p:nvSpPr>
        <p:spPr>
          <a:xfrm>
            <a:off x="1408577" y="5216344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7" name="Google Shape;387;p8"/>
          <p:cNvSpPr/>
          <p:nvPr/>
        </p:nvSpPr>
        <p:spPr>
          <a:xfrm>
            <a:off x="704388" y="4604000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8"/>
          <p:cNvSpPr/>
          <p:nvPr/>
        </p:nvSpPr>
        <p:spPr>
          <a:xfrm rot="5400000">
            <a:off x="199" y="4604000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8"/>
          <p:cNvSpPr/>
          <p:nvPr/>
        </p:nvSpPr>
        <p:spPr>
          <a:xfrm>
            <a:off x="1056659" y="4956506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8"/>
          <p:cNvSpPr/>
          <p:nvPr/>
        </p:nvSpPr>
        <p:spPr>
          <a:xfrm>
            <a:off x="1408577" y="5283924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3" name="Google Shape;39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4" name="Google Shape;394;p9"/>
          <p:cNvSpPr/>
          <p:nvPr/>
        </p:nvSpPr>
        <p:spPr>
          <a:xfrm flipH="1" rot="-5400000">
            <a:off x="90" y="3704624"/>
            <a:ext cx="385883" cy="386051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 flipH="1" rot="10800000">
            <a:off x="113" y="3318741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 flipH="1" rot="-5400000">
            <a:off x="375765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 flipH="1" rot="-5400000">
            <a:off x="43699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 flipH="1" rot="-5400000">
            <a:off x="49822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 flipH="1" rot="-5400000">
            <a:off x="5594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 flipH="1" rot="-5400000">
            <a:off x="620706" y="4768231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 flipH="1" rot="-5400000">
            <a:off x="6819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 flipH="1" rot="-5400000">
            <a:off x="74318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 flipH="1" rot="-5400000">
            <a:off x="804222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 flipH="1" rot="-5400000">
            <a:off x="86525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 flipH="1" rot="-5400000">
            <a:off x="926683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 flipH="1" rot="-5400000">
            <a:off x="98771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 flipH="1" rot="-5400000">
            <a:off x="104894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 flipH="1" rot="-5400000">
            <a:off x="338332" y="4068874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 flipH="1" rot="-5400000">
            <a:off x="338332" y="4005908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 flipH="1" rot="-5400000">
            <a:off x="338332" y="3942942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 flipH="1" rot="-5400000">
            <a:off x="338332" y="3879977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 flipH="1" rot="-5400000">
            <a:off x="338332" y="381701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 flipH="1" rot="-5400000">
            <a:off x="338332" y="3754045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 flipH="1" rot="-5400000">
            <a:off x="1416350" y="443107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 flipH="1" rot="-5400000">
            <a:off x="1382552" y="4431991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rgbClr val="F4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 flipH="1" rot="-5400000">
            <a:off x="1538420" y="4552363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 flipH="1" rot="-5400000">
            <a:off x="184733" y="4607404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 flipH="1" rot="-5400000">
            <a:off x="255511" y="4558103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 flipH="1" rot="-5400000">
            <a:off x="338804" y="453565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 flipH="1" rot="-5400000">
            <a:off x="424695" y="454320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 flipH="1" rot="-5400000">
            <a:off x="503029" y="457979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 flipH="1" rot="-5400000">
            <a:off x="502814" y="4640850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 flipH="1" rot="-5400000">
            <a:off x="424695" y="4718970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 flipH="1" rot="-5400000">
            <a:off x="338804" y="480486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 flipH="1" rot="-5400000">
            <a:off x="255315" y="4888349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 flipH="1" rot="-5400000">
            <a:off x="184733" y="4958932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 flipH="1" rot="-5400000">
            <a:off x="135022" y="4888134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 flipH="1" rot="-5400000">
            <a:off x="112763" y="4804646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 flipH="1" rot="-5400000">
            <a:off x="120320" y="4718755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 flipH="1" rot="-5400000">
            <a:off x="156695" y="4640636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 flipH="1" rot="-5400000">
            <a:off x="120320" y="4542991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 flipH="1" rot="-5400000">
            <a:off x="112763" y="4535435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 flipH="1" rot="-5400000">
            <a:off x="135217" y="4557889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 flipH="1" rot="-5400000">
            <a:off x="2120757" y="4782980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7745296" y="407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9"/>
          <p:cNvSpPr/>
          <p:nvPr/>
        </p:nvSpPr>
        <p:spPr>
          <a:xfrm>
            <a:off x="7746077" y="1227"/>
            <a:ext cx="703056" cy="70301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"/>
          <p:cNvSpPr/>
          <p:nvPr/>
        </p:nvSpPr>
        <p:spPr>
          <a:xfrm>
            <a:off x="7845889" y="122282"/>
            <a:ext cx="505034" cy="460478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9"/>
          <p:cNvSpPr/>
          <p:nvPr/>
        </p:nvSpPr>
        <p:spPr>
          <a:xfrm>
            <a:off x="9027078" y="1190699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9027078" y="1085342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9"/>
          <p:cNvSpPr/>
          <p:nvPr/>
        </p:nvSpPr>
        <p:spPr>
          <a:xfrm>
            <a:off x="9027078" y="979555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9"/>
          <p:cNvSpPr/>
          <p:nvPr/>
        </p:nvSpPr>
        <p:spPr>
          <a:xfrm>
            <a:off x="9027078" y="87419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9"/>
          <p:cNvSpPr/>
          <p:nvPr/>
        </p:nvSpPr>
        <p:spPr>
          <a:xfrm>
            <a:off x="9027078" y="768842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9"/>
          <p:cNvSpPr/>
          <p:nvPr/>
        </p:nvSpPr>
        <p:spPr>
          <a:xfrm>
            <a:off x="8903016" y="1190699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9"/>
          <p:cNvSpPr/>
          <p:nvPr/>
        </p:nvSpPr>
        <p:spPr>
          <a:xfrm>
            <a:off x="8903016" y="1085342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9"/>
          <p:cNvSpPr/>
          <p:nvPr/>
        </p:nvSpPr>
        <p:spPr>
          <a:xfrm>
            <a:off x="8903016" y="979555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8903016" y="87419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"/>
          <p:cNvSpPr/>
          <p:nvPr/>
        </p:nvSpPr>
        <p:spPr>
          <a:xfrm>
            <a:off x="8903016" y="768842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9"/>
          <p:cNvSpPr/>
          <p:nvPr/>
        </p:nvSpPr>
        <p:spPr>
          <a:xfrm>
            <a:off x="8449562" y="382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9"/>
          <p:cNvSpPr/>
          <p:nvPr/>
        </p:nvSpPr>
        <p:spPr>
          <a:xfrm>
            <a:off x="8449562" y="61222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9"/>
          <p:cNvSpPr/>
          <p:nvPr/>
        </p:nvSpPr>
        <p:spPr>
          <a:xfrm>
            <a:off x="8449875" y="12247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8449875" y="184098"/>
            <a:ext cx="703837" cy="30264"/>
          </a:xfrm>
          <a:custGeom>
            <a:rect b="b" l="l" r="r" t="t"/>
            <a:pathLst>
              <a:path extrusionOk="0" h="775" w="18024">
                <a:moveTo>
                  <a:pt x="1" y="1"/>
                </a:moveTo>
                <a:lnTo>
                  <a:pt x="1" y="775"/>
                </a:lnTo>
                <a:lnTo>
                  <a:pt x="18024" y="77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8449875" y="24493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9"/>
          <p:cNvSpPr/>
          <p:nvPr/>
        </p:nvSpPr>
        <p:spPr>
          <a:xfrm>
            <a:off x="8449875" y="30616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9"/>
          <p:cNvSpPr/>
          <p:nvPr/>
        </p:nvSpPr>
        <p:spPr>
          <a:xfrm>
            <a:off x="8449875" y="36743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>
            <a:off x="8449875" y="42866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>
            <a:off x="8449875" y="48989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>
            <a:off x="8449875" y="55112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>
            <a:off x="8449875" y="612359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>
            <a:off x="8449875" y="673590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9"/>
          <p:cNvSpPr/>
          <p:nvPr/>
        </p:nvSpPr>
        <p:spPr>
          <a:xfrm>
            <a:off x="7040667" y="2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9"/>
          <p:cNvSpPr/>
          <p:nvPr/>
        </p:nvSpPr>
        <p:spPr>
          <a:xfrm>
            <a:off x="7568360" y="334402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1"/>
          <p:cNvSpPr/>
          <p:nvPr/>
        </p:nvSpPr>
        <p:spPr>
          <a:xfrm>
            <a:off x="8791684" y="4787335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8791684" y="4435416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8439765" y="4435025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7735577" y="449625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7735577" y="455748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7735577" y="461871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7735577" y="46799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7735577" y="47411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7735577" y="48024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7735577" y="48636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7735577" y="492490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7735577" y="49861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7735577" y="504736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7031388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 rot="5400000">
            <a:off x="6327199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7383659" y="4787531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7732551" y="-8806"/>
            <a:ext cx="385883" cy="386051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 rot="5400000">
            <a:off x="7346713" y="-8828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8433598" y="70459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8433598" y="7658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8433598" y="8270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8433598" y="8882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8433598" y="9495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8433598" y="10107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8433598" y="107201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8433598" y="113324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8433598" y="11940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8433598" y="1255708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8433598" y="131654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8433598" y="137777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1"/>
          <p:cNvSpPr/>
          <p:nvPr/>
        </p:nvSpPr>
        <p:spPr>
          <a:xfrm>
            <a:off x="8401728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1"/>
          <p:cNvSpPr/>
          <p:nvPr/>
        </p:nvSpPr>
        <p:spPr>
          <a:xfrm>
            <a:off x="8338763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1"/>
          <p:cNvSpPr/>
          <p:nvPr/>
        </p:nvSpPr>
        <p:spPr>
          <a:xfrm>
            <a:off x="8275797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8212831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1"/>
          <p:cNvSpPr/>
          <p:nvPr/>
        </p:nvSpPr>
        <p:spPr>
          <a:xfrm>
            <a:off x="8149866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1"/>
          <p:cNvSpPr/>
          <p:nvPr/>
        </p:nvSpPr>
        <p:spPr>
          <a:xfrm>
            <a:off x="8086900" y="-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1"/>
          <p:cNvSpPr/>
          <p:nvPr/>
        </p:nvSpPr>
        <p:spPr>
          <a:xfrm>
            <a:off x="8433207" y="14083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1"/>
          <p:cNvSpPr/>
          <p:nvPr/>
        </p:nvSpPr>
        <p:spPr>
          <a:xfrm>
            <a:off x="8399429" y="14092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8554497" y="15304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1"/>
          <p:cNvSpPr/>
          <p:nvPr/>
        </p:nvSpPr>
        <p:spPr>
          <a:xfrm>
            <a:off x="8433598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1"/>
          <p:cNvSpPr/>
          <p:nvPr/>
        </p:nvSpPr>
        <p:spPr>
          <a:xfrm>
            <a:off x="8455075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8515915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1"/>
          <p:cNvSpPr/>
          <p:nvPr/>
        </p:nvSpPr>
        <p:spPr>
          <a:xfrm>
            <a:off x="8609362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1"/>
          <p:cNvSpPr/>
          <p:nvPr/>
        </p:nvSpPr>
        <p:spPr>
          <a:xfrm>
            <a:off x="8724286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"/>
          <p:cNvSpPr/>
          <p:nvPr/>
        </p:nvSpPr>
        <p:spPr>
          <a:xfrm>
            <a:off x="8785126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8785126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1"/>
          <p:cNvSpPr/>
          <p:nvPr/>
        </p:nvSpPr>
        <p:spPr>
          <a:xfrm>
            <a:off x="8785126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1"/>
          <p:cNvSpPr/>
          <p:nvPr/>
        </p:nvSpPr>
        <p:spPr>
          <a:xfrm>
            <a:off x="8785126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1"/>
          <p:cNvSpPr/>
          <p:nvPr/>
        </p:nvSpPr>
        <p:spPr>
          <a:xfrm>
            <a:off x="8785126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1"/>
          <p:cNvSpPr/>
          <p:nvPr/>
        </p:nvSpPr>
        <p:spPr>
          <a:xfrm>
            <a:off x="8785126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8785126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1"/>
          <p:cNvSpPr/>
          <p:nvPr/>
        </p:nvSpPr>
        <p:spPr>
          <a:xfrm>
            <a:off x="8785126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8785126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8724286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1"/>
          <p:cNvSpPr/>
          <p:nvPr/>
        </p:nvSpPr>
        <p:spPr>
          <a:xfrm>
            <a:off x="8724286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1"/>
          <p:cNvSpPr/>
          <p:nvPr/>
        </p:nvSpPr>
        <p:spPr>
          <a:xfrm>
            <a:off x="8609362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"/>
          <p:cNvSpPr/>
          <p:nvPr/>
        </p:nvSpPr>
        <p:spPr>
          <a:xfrm>
            <a:off x="8515915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8455075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1"/>
          <p:cNvSpPr/>
          <p:nvPr/>
        </p:nvSpPr>
        <p:spPr>
          <a:xfrm>
            <a:off x="8791662" y="2112971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1"/>
          <p:cNvSpPr/>
          <p:nvPr/>
        </p:nvSpPr>
        <p:spPr>
          <a:xfrm rot="-5400000">
            <a:off x="198" y="-1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rgbClr val="D8CB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1"/>
          <p:cNvSpPr txBox="1"/>
          <p:nvPr>
            <p:ph hasCustomPrompt="1" type="title"/>
          </p:nvPr>
        </p:nvSpPr>
        <p:spPr>
          <a:xfrm>
            <a:off x="713225" y="888275"/>
            <a:ext cx="4696800" cy="246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9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29" name="Google Shape;529;p11"/>
          <p:cNvSpPr txBox="1"/>
          <p:nvPr>
            <p:ph idx="1" type="subTitle"/>
          </p:nvPr>
        </p:nvSpPr>
        <p:spPr>
          <a:xfrm>
            <a:off x="713225" y="3254250"/>
            <a:ext cx="4696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30" name="Google Shape;530;p11"/>
          <p:cNvSpPr/>
          <p:nvPr>
            <p:ph idx="2" type="pic"/>
          </p:nvPr>
        </p:nvSpPr>
        <p:spPr>
          <a:xfrm>
            <a:off x="5823000" y="704625"/>
            <a:ext cx="2607900" cy="373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13"/>
          <p:cNvGrpSpPr/>
          <p:nvPr/>
        </p:nvGrpSpPr>
        <p:grpSpPr>
          <a:xfrm>
            <a:off x="1413017" y="4438702"/>
            <a:ext cx="697891" cy="704222"/>
            <a:chOff x="1413017" y="4438702"/>
            <a:chExt cx="697891" cy="704222"/>
          </a:xfrm>
        </p:grpSpPr>
        <p:sp>
          <p:nvSpPr>
            <p:cNvPr id="534" name="Google Shape;534;p13"/>
            <p:cNvSpPr/>
            <p:nvPr/>
          </p:nvSpPr>
          <p:spPr>
            <a:xfrm rot="10800000">
              <a:off x="1413017" y="5112270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3"/>
            <p:cNvSpPr/>
            <p:nvPr/>
          </p:nvSpPr>
          <p:spPr>
            <a:xfrm rot="10800000">
              <a:off x="1414217" y="5051045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3"/>
            <p:cNvSpPr/>
            <p:nvPr/>
          </p:nvSpPr>
          <p:spPr>
            <a:xfrm rot="10800000">
              <a:off x="1414217" y="4989815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3"/>
            <p:cNvSpPr/>
            <p:nvPr/>
          </p:nvSpPr>
          <p:spPr>
            <a:xfrm rot="10800000">
              <a:off x="1414217" y="4928545"/>
              <a:ext cx="696691" cy="30693"/>
            </a:xfrm>
            <a:custGeom>
              <a:rect b="b" l="l" r="r" t="t"/>
              <a:pathLst>
                <a:path extrusionOk="0" h="786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3"/>
            <p:cNvSpPr/>
            <p:nvPr/>
          </p:nvSpPr>
          <p:spPr>
            <a:xfrm rot="10800000">
              <a:off x="1414217" y="4867315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 rot="10800000">
              <a:off x="1414217" y="4806084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3"/>
            <p:cNvSpPr/>
            <p:nvPr/>
          </p:nvSpPr>
          <p:spPr>
            <a:xfrm rot="10800000">
              <a:off x="1414217" y="4744854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3"/>
            <p:cNvSpPr/>
            <p:nvPr/>
          </p:nvSpPr>
          <p:spPr>
            <a:xfrm rot="10800000">
              <a:off x="1414217" y="4683623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3"/>
            <p:cNvSpPr/>
            <p:nvPr/>
          </p:nvSpPr>
          <p:spPr>
            <a:xfrm rot="10800000">
              <a:off x="1414217" y="4622393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3"/>
            <p:cNvSpPr/>
            <p:nvPr/>
          </p:nvSpPr>
          <p:spPr>
            <a:xfrm rot="10800000">
              <a:off x="1414217" y="4561163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3"/>
            <p:cNvSpPr/>
            <p:nvPr/>
          </p:nvSpPr>
          <p:spPr>
            <a:xfrm rot="10800000">
              <a:off x="1414217" y="4499932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3"/>
            <p:cNvSpPr/>
            <p:nvPr/>
          </p:nvSpPr>
          <p:spPr>
            <a:xfrm rot="10800000">
              <a:off x="1414217" y="4438702"/>
              <a:ext cx="696691" cy="30264"/>
            </a:xfrm>
            <a:custGeom>
              <a:rect b="b" l="l" r="r" t="t"/>
              <a:pathLst>
                <a:path extrusionOk="0" h="775" w="17841">
                  <a:moveTo>
                    <a:pt x="1" y="1"/>
                  </a:moveTo>
                  <a:lnTo>
                    <a:pt x="1" y="775"/>
                  </a:lnTo>
                  <a:lnTo>
                    <a:pt x="17840" y="77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13"/>
          <p:cNvSpPr/>
          <p:nvPr/>
        </p:nvSpPr>
        <p:spPr>
          <a:xfrm rot="10800000">
            <a:off x="4" y="4438855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 rot="10800000">
            <a:off x="353094" y="4791945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 rot="10800000">
            <a:off x="2110869" y="4792573"/>
            <a:ext cx="704228" cy="351919"/>
          </a:xfrm>
          <a:custGeom>
            <a:rect b="b" l="l" r="r" t="t"/>
            <a:pathLst>
              <a:path extrusionOk="0" h="9012" w="18034">
                <a:moveTo>
                  <a:pt x="0" y="0"/>
                </a:moveTo>
                <a:lnTo>
                  <a:pt x="0" y="9011"/>
                </a:lnTo>
                <a:lnTo>
                  <a:pt x="18034" y="9011"/>
                </a:lnTo>
                <a:lnTo>
                  <a:pt x="180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 rot="10800000">
            <a:off x="2815057" y="4792182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 rot="10800000">
            <a:off x="713230" y="4438702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 rot="10800000">
            <a:off x="1236110" y="4615637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 rot="10800000">
            <a:off x="8802172" y="4439351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 rot="10800000">
            <a:off x="8449082" y="4439351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 rot="10800000">
            <a:off x="8734186" y="4723284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 rot="10800000">
            <a:off x="8884489" y="4723284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 rot="10800000">
            <a:off x="8585874" y="4723284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3"/>
          <p:cNvSpPr/>
          <p:nvPr/>
        </p:nvSpPr>
        <p:spPr>
          <a:xfrm rot="10800000">
            <a:off x="8522222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 rot="10800000">
            <a:off x="8645894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 rot="10800000">
            <a:off x="8769956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3"/>
          <p:cNvSpPr/>
          <p:nvPr/>
        </p:nvSpPr>
        <p:spPr>
          <a:xfrm rot="10800000">
            <a:off x="8894018" y="4318492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 rot="10800000">
            <a:off x="9017689" y="4318492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 rot="10800000">
            <a:off x="7745284" y="4790450"/>
            <a:ext cx="351919" cy="351958"/>
          </a:xfrm>
          <a:custGeom>
            <a:rect b="b" l="l" r="r" t="t"/>
            <a:pathLst>
              <a:path extrusionOk="0" h="9013" w="9012">
                <a:moveTo>
                  <a:pt x="1650" y="1"/>
                </a:moveTo>
                <a:cubicBezTo>
                  <a:pt x="733" y="1"/>
                  <a:pt x="0" y="744"/>
                  <a:pt x="0" y="1660"/>
                </a:cubicBezTo>
                <a:lnTo>
                  <a:pt x="0" y="7363"/>
                </a:lnTo>
                <a:cubicBezTo>
                  <a:pt x="0" y="8279"/>
                  <a:pt x="733" y="9012"/>
                  <a:pt x="1650" y="9012"/>
                </a:cubicBezTo>
                <a:lnTo>
                  <a:pt x="7352" y="9012"/>
                </a:lnTo>
                <a:cubicBezTo>
                  <a:pt x="8268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8" y="1"/>
                  <a:pt x="735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 rot="10800000">
            <a:off x="8097184" y="4791593"/>
            <a:ext cx="351919" cy="351919"/>
          </a:xfrm>
          <a:custGeom>
            <a:rect b="b" l="l" r="r" t="t"/>
            <a:pathLst>
              <a:path extrusionOk="0" h="9012" w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6" name="Google Shape;566;p13"/>
          <p:cNvSpPr txBox="1"/>
          <p:nvPr>
            <p:ph hasCustomPrompt="1" idx="2" type="title"/>
          </p:nvPr>
        </p:nvSpPr>
        <p:spPr>
          <a:xfrm>
            <a:off x="720000" y="1418399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/>
          <p:nvPr>
            <p:ph hasCustomPrompt="1" idx="3" type="title"/>
          </p:nvPr>
        </p:nvSpPr>
        <p:spPr>
          <a:xfrm>
            <a:off x="720000" y="2852335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/>
          <p:nvPr>
            <p:ph hasCustomPrompt="1" idx="4" type="title"/>
          </p:nvPr>
        </p:nvSpPr>
        <p:spPr>
          <a:xfrm>
            <a:off x="3306000" y="1418399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9" name="Google Shape;569;p13"/>
          <p:cNvSpPr txBox="1"/>
          <p:nvPr>
            <p:ph hasCustomPrompt="1" idx="5" type="title"/>
          </p:nvPr>
        </p:nvSpPr>
        <p:spPr>
          <a:xfrm>
            <a:off x="3306000" y="2852335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0" name="Google Shape;570;p13"/>
          <p:cNvSpPr txBox="1"/>
          <p:nvPr>
            <p:ph hasCustomPrompt="1" idx="6" type="title"/>
          </p:nvPr>
        </p:nvSpPr>
        <p:spPr>
          <a:xfrm>
            <a:off x="5892000" y="1418399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1" name="Google Shape;571;p13"/>
          <p:cNvSpPr txBox="1"/>
          <p:nvPr>
            <p:ph hasCustomPrompt="1" idx="7" type="title"/>
          </p:nvPr>
        </p:nvSpPr>
        <p:spPr>
          <a:xfrm>
            <a:off x="5892000" y="2852335"/>
            <a:ext cx="914400" cy="66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2" name="Google Shape;572;p13"/>
          <p:cNvSpPr txBox="1"/>
          <p:nvPr>
            <p:ph idx="1" type="subTitle"/>
          </p:nvPr>
        </p:nvSpPr>
        <p:spPr>
          <a:xfrm>
            <a:off x="720000" y="2027999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73" name="Google Shape;573;p13"/>
          <p:cNvSpPr txBox="1"/>
          <p:nvPr>
            <p:ph idx="8" type="subTitle"/>
          </p:nvPr>
        </p:nvSpPr>
        <p:spPr>
          <a:xfrm>
            <a:off x="3306000" y="2027999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74" name="Google Shape;574;p13"/>
          <p:cNvSpPr txBox="1"/>
          <p:nvPr>
            <p:ph idx="9" type="subTitle"/>
          </p:nvPr>
        </p:nvSpPr>
        <p:spPr>
          <a:xfrm>
            <a:off x="5892000" y="2027999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75" name="Google Shape;575;p13"/>
          <p:cNvSpPr txBox="1"/>
          <p:nvPr>
            <p:ph idx="13" type="subTitle"/>
          </p:nvPr>
        </p:nvSpPr>
        <p:spPr>
          <a:xfrm>
            <a:off x="720000" y="3461935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76" name="Google Shape;576;p13"/>
          <p:cNvSpPr txBox="1"/>
          <p:nvPr>
            <p:ph idx="14" type="subTitle"/>
          </p:nvPr>
        </p:nvSpPr>
        <p:spPr>
          <a:xfrm>
            <a:off x="3306000" y="3461935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77" name="Google Shape;577;p13"/>
          <p:cNvSpPr txBox="1"/>
          <p:nvPr>
            <p:ph idx="15" type="subTitle"/>
          </p:nvPr>
        </p:nvSpPr>
        <p:spPr>
          <a:xfrm>
            <a:off x="5892000" y="3461935"/>
            <a:ext cx="2532000" cy="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4"/>
          <p:cNvSpPr/>
          <p:nvPr/>
        </p:nvSpPr>
        <p:spPr>
          <a:xfrm flipH="1">
            <a:off x="10" y="352522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4"/>
          <p:cNvSpPr/>
          <p:nvPr/>
        </p:nvSpPr>
        <p:spPr>
          <a:xfrm flipH="1">
            <a:off x="401" y="604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4"/>
          <p:cNvSpPr/>
          <p:nvPr/>
        </p:nvSpPr>
        <p:spPr>
          <a:xfrm flipH="1">
            <a:off x="352280" y="213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4"/>
          <p:cNvSpPr/>
          <p:nvPr/>
        </p:nvSpPr>
        <p:spPr>
          <a:xfrm flipH="1" rot="10800000">
            <a:off x="7714891" y="4761852"/>
            <a:ext cx="385883" cy="386051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 flipH="1" rot="5400000">
            <a:off x="7329053" y="4761829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 flipH="1" rot="10800000">
            <a:off x="8441842" y="440489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 flipH="1" rot="10800000">
            <a:off x="8441842" y="434366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4"/>
          <p:cNvSpPr/>
          <p:nvPr/>
        </p:nvSpPr>
        <p:spPr>
          <a:xfrm flipH="1" rot="10800000">
            <a:off x="8441842" y="428243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 flipH="1" rot="10800000">
            <a:off x="8441842" y="422120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 flipH="1" rot="10800000">
            <a:off x="8441842" y="415993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 flipH="1" rot="10800000">
            <a:off x="8441842" y="409870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 flipH="1" rot="10800000">
            <a:off x="8441842" y="4037476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 flipH="1" rot="10800000">
            <a:off x="8441842" y="397663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4"/>
          <p:cNvSpPr/>
          <p:nvPr/>
        </p:nvSpPr>
        <p:spPr>
          <a:xfrm flipH="1" rot="10800000">
            <a:off x="8441842" y="3915406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 flipH="1" rot="10800000">
            <a:off x="8441842" y="385417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4"/>
          <p:cNvSpPr/>
          <p:nvPr/>
        </p:nvSpPr>
        <p:spPr>
          <a:xfrm flipH="1" rot="10800000">
            <a:off x="8441842" y="3792945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 flipH="1" rot="10800000">
            <a:off x="8441842" y="3731715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4"/>
          <p:cNvSpPr/>
          <p:nvPr/>
        </p:nvSpPr>
        <p:spPr>
          <a:xfrm flipH="1" rot="10800000">
            <a:off x="8415603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 flipH="1" rot="10800000">
            <a:off x="8352638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4"/>
          <p:cNvSpPr/>
          <p:nvPr/>
        </p:nvSpPr>
        <p:spPr>
          <a:xfrm flipH="1" rot="10800000">
            <a:off x="8289672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 flipH="1" rot="10800000">
            <a:off x="8226706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 flipH="1" rot="10800000">
            <a:off x="8163741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 flipH="1" rot="10800000">
            <a:off x="8100775" y="4573408"/>
            <a:ext cx="31522" cy="572717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4"/>
          <p:cNvSpPr/>
          <p:nvPr/>
        </p:nvSpPr>
        <p:spPr>
          <a:xfrm flipH="1" rot="10800000">
            <a:off x="8441452" y="3027136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4"/>
          <p:cNvSpPr/>
          <p:nvPr/>
        </p:nvSpPr>
        <p:spPr>
          <a:xfrm flipH="1" rot="10800000">
            <a:off x="8407673" y="3028034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4"/>
          <p:cNvSpPr/>
          <p:nvPr/>
        </p:nvSpPr>
        <p:spPr>
          <a:xfrm flipH="1" rot="10800000">
            <a:off x="8562741" y="3149206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 flipH="1" rot="10800000">
            <a:off x="8441842" y="4787393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4"/>
          <p:cNvSpPr/>
          <p:nvPr/>
        </p:nvSpPr>
        <p:spPr>
          <a:xfrm flipH="1" rot="10800000">
            <a:off x="8463320" y="4667314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4"/>
          <p:cNvSpPr/>
          <p:nvPr/>
        </p:nvSpPr>
        <p:spPr>
          <a:xfrm flipH="1" rot="10800000">
            <a:off x="8524160" y="456156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4"/>
          <p:cNvSpPr/>
          <p:nvPr/>
        </p:nvSpPr>
        <p:spPr>
          <a:xfrm flipH="1" rot="10800000">
            <a:off x="8617606" y="4483232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4"/>
          <p:cNvSpPr/>
          <p:nvPr/>
        </p:nvSpPr>
        <p:spPr>
          <a:xfrm flipH="1" rot="10800000">
            <a:off x="8732530" y="4441488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4"/>
          <p:cNvSpPr/>
          <p:nvPr/>
        </p:nvSpPr>
        <p:spPr>
          <a:xfrm flipH="1" rot="10800000">
            <a:off x="8793370" y="4441488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4"/>
          <p:cNvSpPr/>
          <p:nvPr/>
        </p:nvSpPr>
        <p:spPr>
          <a:xfrm flipH="1" rot="10800000">
            <a:off x="8793370" y="4483232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4"/>
          <p:cNvSpPr/>
          <p:nvPr/>
        </p:nvSpPr>
        <p:spPr>
          <a:xfrm flipH="1" rot="10800000">
            <a:off x="8793370" y="456156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 flipH="1" rot="10800000">
            <a:off x="8793370" y="4667314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4"/>
          <p:cNvSpPr/>
          <p:nvPr/>
        </p:nvSpPr>
        <p:spPr>
          <a:xfrm flipH="1" rot="10800000">
            <a:off x="8793370" y="4787393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 flipH="1" rot="10800000">
            <a:off x="8793370" y="4787393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4"/>
          <p:cNvSpPr/>
          <p:nvPr/>
        </p:nvSpPr>
        <p:spPr>
          <a:xfrm flipH="1" rot="10800000">
            <a:off x="8793370" y="4787393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 flipH="1" rot="10800000">
            <a:off x="8793370" y="4787393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4"/>
          <p:cNvSpPr/>
          <p:nvPr/>
        </p:nvSpPr>
        <p:spPr>
          <a:xfrm flipH="1" rot="10800000">
            <a:off x="8793370" y="4787393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4"/>
          <p:cNvSpPr/>
          <p:nvPr/>
        </p:nvSpPr>
        <p:spPr>
          <a:xfrm flipH="1" rot="10800000">
            <a:off x="8732530" y="4787393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4"/>
          <p:cNvSpPr/>
          <p:nvPr/>
        </p:nvSpPr>
        <p:spPr>
          <a:xfrm flipH="1" rot="10800000">
            <a:off x="8732530" y="4787393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4"/>
          <p:cNvSpPr/>
          <p:nvPr/>
        </p:nvSpPr>
        <p:spPr>
          <a:xfrm flipH="1" rot="10800000">
            <a:off x="8617606" y="4787393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4"/>
          <p:cNvSpPr/>
          <p:nvPr/>
        </p:nvSpPr>
        <p:spPr>
          <a:xfrm flipH="1" rot="10800000">
            <a:off x="8524160" y="4787393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 flipH="1" rot="10800000">
            <a:off x="8463320" y="4787393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4"/>
          <p:cNvSpPr/>
          <p:nvPr/>
        </p:nvSpPr>
        <p:spPr>
          <a:xfrm flipH="1" rot="10800000">
            <a:off x="8793162" y="2675194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 flipH="1">
            <a:off x="701592" y="-9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5"/>
          <p:cNvSpPr/>
          <p:nvPr/>
        </p:nvSpPr>
        <p:spPr>
          <a:xfrm>
            <a:off x="8439386" y="2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8792476" y="2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8724490" y="284326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5"/>
          <p:cNvSpPr/>
          <p:nvPr/>
        </p:nvSpPr>
        <p:spPr>
          <a:xfrm>
            <a:off x="8573796" y="284326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5"/>
          <p:cNvSpPr/>
          <p:nvPr/>
        </p:nvSpPr>
        <p:spPr>
          <a:xfrm>
            <a:off x="8872802" y="284326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5"/>
          <p:cNvSpPr/>
          <p:nvPr/>
        </p:nvSpPr>
        <p:spPr>
          <a:xfrm rot="-5400000">
            <a:off x="8301256" y="71557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5"/>
          <p:cNvSpPr/>
          <p:nvPr/>
        </p:nvSpPr>
        <p:spPr>
          <a:xfrm rot="-5400000">
            <a:off x="8195899" y="71557"/>
            <a:ext cx="62871" cy="62871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5"/>
          <p:cNvSpPr/>
          <p:nvPr/>
        </p:nvSpPr>
        <p:spPr>
          <a:xfrm rot="-5400000">
            <a:off x="8090522" y="71577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5"/>
          <p:cNvSpPr/>
          <p:nvPr/>
        </p:nvSpPr>
        <p:spPr>
          <a:xfrm rot="-5400000">
            <a:off x="7985146" y="71557"/>
            <a:ext cx="62871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5"/>
          <p:cNvSpPr/>
          <p:nvPr/>
        </p:nvSpPr>
        <p:spPr>
          <a:xfrm rot="-5400000">
            <a:off x="8301256" y="195229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 rot="-5400000">
            <a:off x="8195899" y="195229"/>
            <a:ext cx="62870" cy="62871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5"/>
          <p:cNvSpPr/>
          <p:nvPr/>
        </p:nvSpPr>
        <p:spPr>
          <a:xfrm rot="-5400000">
            <a:off x="8090522" y="195248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 rot="-5400000">
            <a:off x="7985146" y="195229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5"/>
          <p:cNvSpPr/>
          <p:nvPr/>
        </p:nvSpPr>
        <p:spPr>
          <a:xfrm rot="-5400000">
            <a:off x="8301256" y="31929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5"/>
          <p:cNvSpPr/>
          <p:nvPr/>
        </p:nvSpPr>
        <p:spPr>
          <a:xfrm rot="-5400000">
            <a:off x="8195899" y="31929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5"/>
          <p:cNvSpPr/>
          <p:nvPr/>
        </p:nvSpPr>
        <p:spPr>
          <a:xfrm rot="-5400000">
            <a:off x="8090522" y="319310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 rot="-5400000">
            <a:off x="7985146" y="31929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 rot="-5400000">
            <a:off x="8301451" y="443157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5"/>
          <p:cNvSpPr/>
          <p:nvPr/>
        </p:nvSpPr>
        <p:spPr>
          <a:xfrm rot="-5400000">
            <a:off x="8196094" y="443157"/>
            <a:ext cx="62480" cy="62871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5"/>
          <p:cNvSpPr/>
          <p:nvPr/>
        </p:nvSpPr>
        <p:spPr>
          <a:xfrm rot="-5400000">
            <a:off x="8090718" y="443177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 rot="-5400000">
            <a:off x="7985341" y="443157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 rot="-5400000">
            <a:off x="8301256" y="567024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5"/>
          <p:cNvSpPr/>
          <p:nvPr/>
        </p:nvSpPr>
        <p:spPr>
          <a:xfrm rot="-5400000">
            <a:off x="8195899" y="567024"/>
            <a:ext cx="62870" cy="62871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5"/>
          <p:cNvSpPr/>
          <p:nvPr/>
        </p:nvSpPr>
        <p:spPr>
          <a:xfrm rot="-5400000">
            <a:off x="8090522" y="567043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5"/>
          <p:cNvSpPr/>
          <p:nvPr/>
        </p:nvSpPr>
        <p:spPr>
          <a:xfrm rot="-5400000">
            <a:off x="7985146" y="567024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7570969" y="35813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7570969" y="621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5"/>
          <p:cNvSpPr/>
          <p:nvPr/>
        </p:nvSpPr>
        <p:spPr>
          <a:xfrm>
            <a:off x="7219050" y="5821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6487951" y="5615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5"/>
          <p:cNvSpPr/>
          <p:nvPr/>
        </p:nvSpPr>
        <p:spPr>
          <a:xfrm rot="10800000">
            <a:off x="4" y="4438855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5"/>
          <p:cNvSpPr/>
          <p:nvPr/>
        </p:nvSpPr>
        <p:spPr>
          <a:xfrm rot="10800000">
            <a:off x="353094" y="4791945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5"/>
          <p:cNvSpPr/>
          <p:nvPr/>
        </p:nvSpPr>
        <p:spPr>
          <a:xfrm rot="10800000">
            <a:off x="1413017" y="5112270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 rot="10800000">
            <a:off x="2110869" y="4792573"/>
            <a:ext cx="704228" cy="351919"/>
          </a:xfrm>
          <a:custGeom>
            <a:rect b="b" l="l" r="r" t="t"/>
            <a:pathLst>
              <a:path extrusionOk="0" h="9012" w="18034">
                <a:moveTo>
                  <a:pt x="0" y="0"/>
                </a:moveTo>
                <a:lnTo>
                  <a:pt x="0" y="9011"/>
                </a:lnTo>
                <a:lnTo>
                  <a:pt x="18034" y="9011"/>
                </a:lnTo>
                <a:lnTo>
                  <a:pt x="180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5"/>
          <p:cNvSpPr/>
          <p:nvPr/>
        </p:nvSpPr>
        <p:spPr>
          <a:xfrm rot="10800000">
            <a:off x="2815057" y="4792182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5"/>
          <p:cNvSpPr/>
          <p:nvPr/>
        </p:nvSpPr>
        <p:spPr>
          <a:xfrm rot="10800000">
            <a:off x="1414217" y="5051045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5"/>
          <p:cNvSpPr/>
          <p:nvPr/>
        </p:nvSpPr>
        <p:spPr>
          <a:xfrm rot="10800000">
            <a:off x="1414217" y="4989815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5"/>
          <p:cNvSpPr/>
          <p:nvPr/>
        </p:nvSpPr>
        <p:spPr>
          <a:xfrm rot="10800000">
            <a:off x="1414217" y="4928545"/>
            <a:ext cx="696691" cy="30693"/>
          </a:xfrm>
          <a:custGeom>
            <a:rect b="b" l="l" r="r" t="t"/>
            <a:pathLst>
              <a:path extrusionOk="0" h="786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5"/>
          <p:cNvSpPr/>
          <p:nvPr/>
        </p:nvSpPr>
        <p:spPr>
          <a:xfrm rot="10800000">
            <a:off x="1414217" y="4867315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5"/>
          <p:cNvSpPr/>
          <p:nvPr/>
        </p:nvSpPr>
        <p:spPr>
          <a:xfrm rot="10800000">
            <a:off x="1414217" y="4806084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"/>
          <p:cNvSpPr/>
          <p:nvPr/>
        </p:nvSpPr>
        <p:spPr>
          <a:xfrm rot="10800000">
            <a:off x="1414217" y="4744854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5"/>
          <p:cNvSpPr/>
          <p:nvPr/>
        </p:nvSpPr>
        <p:spPr>
          <a:xfrm rot="10800000">
            <a:off x="1414217" y="4683623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5"/>
          <p:cNvSpPr/>
          <p:nvPr/>
        </p:nvSpPr>
        <p:spPr>
          <a:xfrm rot="10800000">
            <a:off x="1414217" y="4622393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5"/>
          <p:cNvSpPr/>
          <p:nvPr/>
        </p:nvSpPr>
        <p:spPr>
          <a:xfrm rot="10800000">
            <a:off x="1414217" y="4561163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5"/>
          <p:cNvSpPr/>
          <p:nvPr/>
        </p:nvSpPr>
        <p:spPr>
          <a:xfrm rot="10800000">
            <a:off x="1414217" y="4499932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5"/>
          <p:cNvSpPr/>
          <p:nvPr/>
        </p:nvSpPr>
        <p:spPr>
          <a:xfrm rot="10800000">
            <a:off x="1414217" y="4438702"/>
            <a:ext cx="696691" cy="30264"/>
          </a:xfrm>
          <a:custGeom>
            <a:rect b="b" l="l" r="r" t="t"/>
            <a:pathLst>
              <a:path extrusionOk="0" h="775" w="17841">
                <a:moveTo>
                  <a:pt x="1" y="1"/>
                </a:moveTo>
                <a:lnTo>
                  <a:pt x="1" y="775"/>
                </a:lnTo>
                <a:lnTo>
                  <a:pt x="17840" y="77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"/>
          <p:cNvSpPr/>
          <p:nvPr/>
        </p:nvSpPr>
        <p:spPr>
          <a:xfrm rot="10800000">
            <a:off x="713230" y="4438702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 rot="10800000">
            <a:off x="1236110" y="4615637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6"/>
          <p:cNvSpPr/>
          <p:nvPr/>
        </p:nvSpPr>
        <p:spPr>
          <a:xfrm flipH="1" rot="-5400000">
            <a:off x="90" y="3704624"/>
            <a:ext cx="385883" cy="386051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6"/>
          <p:cNvSpPr/>
          <p:nvPr/>
        </p:nvSpPr>
        <p:spPr>
          <a:xfrm flipH="1" rot="10800000">
            <a:off x="113" y="3318741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6"/>
          <p:cNvSpPr/>
          <p:nvPr/>
        </p:nvSpPr>
        <p:spPr>
          <a:xfrm flipH="1" rot="-5400000">
            <a:off x="375765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6"/>
          <p:cNvSpPr/>
          <p:nvPr/>
        </p:nvSpPr>
        <p:spPr>
          <a:xfrm flipH="1" rot="-5400000">
            <a:off x="43699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6"/>
          <p:cNvSpPr/>
          <p:nvPr/>
        </p:nvSpPr>
        <p:spPr>
          <a:xfrm flipH="1" rot="-5400000">
            <a:off x="49822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6"/>
          <p:cNvSpPr/>
          <p:nvPr/>
        </p:nvSpPr>
        <p:spPr>
          <a:xfrm flipH="1" rot="-5400000">
            <a:off x="5594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6"/>
          <p:cNvSpPr/>
          <p:nvPr/>
        </p:nvSpPr>
        <p:spPr>
          <a:xfrm flipH="1" rot="-5400000">
            <a:off x="620706" y="4768231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6"/>
          <p:cNvSpPr/>
          <p:nvPr/>
        </p:nvSpPr>
        <p:spPr>
          <a:xfrm flipH="1" rot="-5400000">
            <a:off x="681956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6"/>
          <p:cNvSpPr/>
          <p:nvPr/>
        </p:nvSpPr>
        <p:spPr>
          <a:xfrm flipH="1" rot="-5400000">
            <a:off x="74318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6"/>
          <p:cNvSpPr/>
          <p:nvPr/>
        </p:nvSpPr>
        <p:spPr>
          <a:xfrm flipH="1" rot="-5400000">
            <a:off x="804222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6"/>
          <p:cNvSpPr/>
          <p:nvPr/>
        </p:nvSpPr>
        <p:spPr>
          <a:xfrm flipH="1" rot="-5400000">
            <a:off x="865257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6"/>
          <p:cNvSpPr/>
          <p:nvPr/>
        </p:nvSpPr>
        <p:spPr>
          <a:xfrm flipH="1" rot="-5400000">
            <a:off x="926683" y="4768446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6"/>
          <p:cNvSpPr/>
          <p:nvPr/>
        </p:nvSpPr>
        <p:spPr>
          <a:xfrm flipH="1" rot="-5400000">
            <a:off x="98771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6"/>
          <p:cNvSpPr/>
          <p:nvPr/>
        </p:nvSpPr>
        <p:spPr>
          <a:xfrm flipH="1" rot="-5400000">
            <a:off x="1048948" y="4768251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6"/>
          <p:cNvSpPr/>
          <p:nvPr/>
        </p:nvSpPr>
        <p:spPr>
          <a:xfrm flipH="1" rot="-5400000">
            <a:off x="338332" y="4068874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6"/>
          <p:cNvSpPr/>
          <p:nvPr/>
        </p:nvSpPr>
        <p:spPr>
          <a:xfrm flipH="1" rot="-5400000">
            <a:off x="338332" y="4005908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6"/>
          <p:cNvSpPr/>
          <p:nvPr/>
        </p:nvSpPr>
        <p:spPr>
          <a:xfrm flipH="1" rot="-5400000">
            <a:off x="338332" y="3942942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6"/>
          <p:cNvSpPr/>
          <p:nvPr/>
        </p:nvSpPr>
        <p:spPr>
          <a:xfrm flipH="1" rot="-5400000">
            <a:off x="338332" y="3879977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6"/>
          <p:cNvSpPr/>
          <p:nvPr/>
        </p:nvSpPr>
        <p:spPr>
          <a:xfrm flipH="1" rot="-5400000">
            <a:off x="338332" y="3817011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6"/>
          <p:cNvSpPr/>
          <p:nvPr/>
        </p:nvSpPr>
        <p:spPr>
          <a:xfrm flipH="1" rot="-5400000">
            <a:off x="338332" y="3754045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6"/>
          <p:cNvSpPr/>
          <p:nvPr/>
        </p:nvSpPr>
        <p:spPr>
          <a:xfrm flipH="1" rot="-5400000">
            <a:off x="1416350" y="443107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6"/>
          <p:cNvSpPr/>
          <p:nvPr/>
        </p:nvSpPr>
        <p:spPr>
          <a:xfrm flipH="1" rot="-5400000">
            <a:off x="1382552" y="4431991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6"/>
          <p:cNvSpPr/>
          <p:nvPr/>
        </p:nvSpPr>
        <p:spPr>
          <a:xfrm flipH="1" rot="-5400000">
            <a:off x="1538420" y="4552363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6"/>
          <p:cNvSpPr/>
          <p:nvPr/>
        </p:nvSpPr>
        <p:spPr>
          <a:xfrm flipH="1" rot="-5400000">
            <a:off x="184733" y="4607404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6"/>
          <p:cNvSpPr/>
          <p:nvPr/>
        </p:nvSpPr>
        <p:spPr>
          <a:xfrm flipH="1" rot="-5400000">
            <a:off x="255511" y="4558103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6"/>
          <p:cNvSpPr/>
          <p:nvPr/>
        </p:nvSpPr>
        <p:spPr>
          <a:xfrm flipH="1" rot="-5400000">
            <a:off x="338804" y="453565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6"/>
          <p:cNvSpPr/>
          <p:nvPr/>
        </p:nvSpPr>
        <p:spPr>
          <a:xfrm flipH="1" rot="-5400000">
            <a:off x="424695" y="454320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6"/>
          <p:cNvSpPr/>
          <p:nvPr/>
        </p:nvSpPr>
        <p:spPr>
          <a:xfrm flipH="1" rot="-5400000">
            <a:off x="503029" y="457979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6"/>
          <p:cNvSpPr/>
          <p:nvPr/>
        </p:nvSpPr>
        <p:spPr>
          <a:xfrm flipH="1" rot="-5400000">
            <a:off x="502814" y="4640850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6"/>
          <p:cNvSpPr/>
          <p:nvPr/>
        </p:nvSpPr>
        <p:spPr>
          <a:xfrm flipH="1" rot="-5400000">
            <a:off x="424695" y="4718970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6"/>
          <p:cNvSpPr/>
          <p:nvPr/>
        </p:nvSpPr>
        <p:spPr>
          <a:xfrm flipH="1" rot="-5400000">
            <a:off x="338804" y="4804860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6"/>
          <p:cNvSpPr/>
          <p:nvPr/>
        </p:nvSpPr>
        <p:spPr>
          <a:xfrm flipH="1" rot="-5400000">
            <a:off x="255315" y="4888349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6"/>
          <p:cNvSpPr/>
          <p:nvPr/>
        </p:nvSpPr>
        <p:spPr>
          <a:xfrm flipH="1" rot="-5400000">
            <a:off x="184733" y="4958932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6"/>
          <p:cNvSpPr/>
          <p:nvPr/>
        </p:nvSpPr>
        <p:spPr>
          <a:xfrm flipH="1" rot="-5400000">
            <a:off x="135022" y="4888134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6"/>
          <p:cNvSpPr/>
          <p:nvPr/>
        </p:nvSpPr>
        <p:spPr>
          <a:xfrm flipH="1" rot="-5400000">
            <a:off x="112763" y="4804646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6"/>
          <p:cNvSpPr/>
          <p:nvPr/>
        </p:nvSpPr>
        <p:spPr>
          <a:xfrm flipH="1" rot="-5400000">
            <a:off x="120320" y="4718755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6"/>
          <p:cNvSpPr/>
          <p:nvPr/>
        </p:nvSpPr>
        <p:spPr>
          <a:xfrm flipH="1" rot="-5400000">
            <a:off x="156695" y="4640636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6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6"/>
          <p:cNvSpPr/>
          <p:nvPr/>
        </p:nvSpPr>
        <p:spPr>
          <a:xfrm flipH="1" rot="-5400000">
            <a:off x="156909" y="4579581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6"/>
          <p:cNvSpPr/>
          <p:nvPr/>
        </p:nvSpPr>
        <p:spPr>
          <a:xfrm flipH="1" rot="-5400000">
            <a:off x="120320" y="4542991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6"/>
          <p:cNvSpPr/>
          <p:nvPr/>
        </p:nvSpPr>
        <p:spPr>
          <a:xfrm flipH="1" rot="-5400000">
            <a:off x="112763" y="4535435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6"/>
          <p:cNvSpPr/>
          <p:nvPr/>
        </p:nvSpPr>
        <p:spPr>
          <a:xfrm flipH="1" rot="-5400000">
            <a:off x="135217" y="4557889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6"/>
          <p:cNvSpPr/>
          <p:nvPr/>
        </p:nvSpPr>
        <p:spPr>
          <a:xfrm flipH="1" rot="-5400000">
            <a:off x="2120757" y="4782980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6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23" name="Google Shape;723;p16"/>
          <p:cNvSpPr/>
          <p:nvPr/>
        </p:nvSpPr>
        <p:spPr>
          <a:xfrm>
            <a:off x="8791684" y="35231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6"/>
          <p:cNvSpPr/>
          <p:nvPr/>
        </p:nvSpPr>
        <p:spPr>
          <a:xfrm>
            <a:off x="8791684" y="39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8439765" y="0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7"/>
          <p:cNvSpPr/>
          <p:nvPr/>
        </p:nvSpPr>
        <p:spPr>
          <a:xfrm flipH="1" rot="-5400000">
            <a:off x="171430" y="1037884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7"/>
          <p:cNvSpPr/>
          <p:nvPr/>
        </p:nvSpPr>
        <p:spPr>
          <a:xfrm flipH="1" rot="-5400000">
            <a:off x="171430" y="1390974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7"/>
          <p:cNvSpPr/>
          <p:nvPr/>
        </p:nvSpPr>
        <p:spPr>
          <a:xfrm flipH="1" rot="-5400000">
            <a:off x="280184" y="1498557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7"/>
          <p:cNvSpPr/>
          <p:nvPr/>
        </p:nvSpPr>
        <p:spPr>
          <a:xfrm flipH="1" rot="-5400000">
            <a:off x="279989" y="1348058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7"/>
          <p:cNvSpPr/>
          <p:nvPr/>
        </p:nvSpPr>
        <p:spPr>
          <a:xfrm flipH="1" rot="-5400000">
            <a:off x="280184" y="164686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7"/>
          <p:cNvSpPr/>
          <p:nvPr/>
        </p:nvSpPr>
        <p:spPr>
          <a:xfrm flipH="1">
            <a:off x="67221" y="107551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7"/>
          <p:cNvSpPr/>
          <p:nvPr/>
        </p:nvSpPr>
        <p:spPr>
          <a:xfrm flipH="1">
            <a:off x="67221" y="970161"/>
            <a:ext cx="62871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7"/>
          <p:cNvSpPr/>
          <p:nvPr/>
        </p:nvSpPr>
        <p:spPr>
          <a:xfrm flipH="1">
            <a:off x="67221" y="864804"/>
            <a:ext cx="62871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7"/>
          <p:cNvSpPr/>
          <p:nvPr/>
        </p:nvSpPr>
        <p:spPr>
          <a:xfrm flipH="1">
            <a:off x="67221" y="759408"/>
            <a:ext cx="62871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7"/>
          <p:cNvSpPr/>
          <p:nvPr/>
        </p:nvSpPr>
        <p:spPr>
          <a:xfrm flipH="1">
            <a:off x="190892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7"/>
          <p:cNvSpPr/>
          <p:nvPr/>
        </p:nvSpPr>
        <p:spPr>
          <a:xfrm flipH="1">
            <a:off x="190892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7"/>
          <p:cNvSpPr/>
          <p:nvPr/>
        </p:nvSpPr>
        <p:spPr>
          <a:xfrm flipH="1">
            <a:off x="190892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7"/>
          <p:cNvSpPr/>
          <p:nvPr/>
        </p:nvSpPr>
        <p:spPr>
          <a:xfrm flipH="1">
            <a:off x="190892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7"/>
          <p:cNvSpPr/>
          <p:nvPr/>
        </p:nvSpPr>
        <p:spPr>
          <a:xfrm flipH="1">
            <a:off x="314954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7"/>
          <p:cNvSpPr/>
          <p:nvPr/>
        </p:nvSpPr>
        <p:spPr>
          <a:xfrm flipH="1">
            <a:off x="314954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7"/>
          <p:cNvSpPr/>
          <p:nvPr/>
        </p:nvSpPr>
        <p:spPr>
          <a:xfrm flipH="1">
            <a:off x="314954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7"/>
          <p:cNvSpPr/>
          <p:nvPr/>
        </p:nvSpPr>
        <p:spPr>
          <a:xfrm flipH="1">
            <a:off x="314954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7"/>
          <p:cNvSpPr/>
          <p:nvPr/>
        </p:nvSpPr>
        <p:spPr>
          <a:xfrm flipH="1">
            <a:off x="439016" y="107551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7"/>
          <p:cNvSpPr/>
          <p:nvPr/>
        </p:nvSpPr>
        <p:spPr>
          <a:xfrm flipH="1">
            <a:off x="439016" y="970161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7"/>
          <p:cNvSpPr/>
          <p:nvPr/>
        </p:nvSpPr>
        <p:spPr>
          <a:xfrm flipH="1">
            <a:off x="439016" y="864804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7"/>
          <p:cNvSpPr/>
          <p:nvPr/>
        </p:nvSpPr>
        <p:spPr>
          <a:xfrm flipH="1">
            <a:off x="439016" y="759408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7"/>
          <p:cNvSpPr/>
          <p:nvPr/>
        </p:nvSpPr>
        <p:spPr>
          <a:xfrm flipH="1">
            <a:off x="562687" y="107551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7"/>
          <p:cNvSpPr/>
          <p:nvPr/>
        </p:nvSpPr>
        <p:spPr>
          <a:xfrm flipH="1">
            <a:off x="562687" y="97016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7"/>
          <p:cNvSpPr/>
          <p:nvPr/>
        </p:nvSpPr>
        <p:spPr>
          <a:xfrm flipH="1">
            <a:off x="562687" y="864804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7"/>
          <p:cNvSpPr/>
          <p:nvPr/>
        </p:nvSpPr>
        <p:spPr>
          <a:xfrm flipH="1">
            <a:off x="562687" y="759408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7"/>
          <p:cNvSpPr/>
          <p:nvPr/>
        </p:nvSpPr>
        <p:spPr>
          <a:xfrm flipH="1" rot="10800000">
            <a:off x="-6137" y="4431435"/>
            <a:ext cx="704228" cy="704228"/>
          </a:xfrm>
          <a:custGeom>
            <a:rect b="b" l="l" r="r" t="t"/>
            <a:pathLst>
              <a:path extrusionOk="0" h="18034" w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7"/>
          <p:cNvSpPr/>
          <p:nvPr/>
        </p:nvSpPr>
        <p:spPr>
          <a:xfrm flipH="1">
            <a:off x="-6116" y="3726446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7"/>
          <p:cNvSpPr/>
          <p:nvPr/>
        </p:nvSpPr>
        <p:spPr>
          <a:xfrm flipH="1">
            <a:off x="-39934" y="3727344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7"/>
          <p:cNvSpPr/>
          <p:nvPr/>
        </p:nvSpPr>
        <p:spPr>
          <a:xfrm flipH="1">
            <a:off x="116735" y="3848516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7"/>
          <p:cNvSpPr/>
          <p:nvPr/>
        </p:nvSpPr>
        <p:spPr>
          <a:xfrm flipH="1">
            <a:off x="-4349" y="3375620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7"/>
          <p:cNvSpPr/>
          <p:nvPr/>
        </p:nvSpPr>
        <p:spPr>
          <a:xfrm flipH="1" rot="-5400000">
            <a:off x="353793" y="345230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7"/>
          <p:cNvSpPr/>
          <p:nvPr/>
        </p:nvSpPr>
        <p:spPr>
          <a:xfrm flipH="1" rot="-5400000">
            <a:off x="1894" y="345211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7"/>
          <p:cNvSpPr/>
          <p:nvPr/>
        </p:nvSpPr>
        <p:spPr>
          <a:xfrm flipH="1" rot="-5400000">
            <a:off x="1464" y="-6669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7"/>
          <p:cNvSpPr/>
          <p:nvPr/>
        </p:nvSpPr>
        <p:spPr>
          <a:xfrm flipH="1" rot="-5400000">
            <a:off x="530336" y="184768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7"/>
          <p:cNvSpPr/>
          <p:nvPr/>
        </p:nvSpPr>
        <p:spPr>
          <a:xfrm rot="10800000">
            <a:off x="1400684" y="4783581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7"/>
          <p:cNvSpPr/>
          <p:nvPr/>
        </p:nvSpPr>
        <p:spPr>
          <a:xfrm rot="10800000">
            <a:off x="-353570" y="4438702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7"/>
          <p:cNvSpPr/>
          <p:nvPr/>
        </p:nvSpPr>
        <p:spPr>
          <a:xfrm rot="10800000">
            <a:off x="169310" y="4615637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7"/>
          <p:cNvSpPr/>
          <p:nvPr/>
        </p:nvSpPr>
        <p:spPr>
          <a:xfrm>
            <a:off x="696502" y="47915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7"/>
          <p:cNvSpPr/>
          <p:nvPr/>
        </p:nvSpPr>
        <p:spPr>
          <a:xfrm>
            <a:off x="696502" y="4852768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7"/>
          <p:cNvSpPr/>
          <p:nvPr/>
        </p:nvSpPr>
        <p:spPr>
          <a:xfrm>
            <a:off x="696502" y="4913999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7"/>
          <p:cNvSpPr/>
          <p:nvPr/>
        </p:nvSpPr>
        <p:spPr>
          <a:xfrm>
            <a:off x="696502" y="4975229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7"/>
          <p:cNvSpPr/>
          <p:nvPr/>
        </p:nvSpPr>
        <p:spPr>
          <a:xfrm>
            <a:off x="696502" y="5036460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7"/>
          <p:cNvSpPr/>
          <p:nvPr/>
        </p:nvSpPr>
        <p:spPr>
          <a:xfrm>
            <a:off x="696502" y="5097690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7"/>
          <p:cNvSpPr txBox="1"/>
          <p:nvPr>
            <p:ph type="title"/>
          </p:nvPr>
        </p:nvSpPr>
        <p:spPr>
          <a:xfrm>
            <a:off x="3889175" y="865775"/>
            <a:ext cx="4232700" cy="12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1" name="Google Shape;771;p17"/>
          <p:cNvSpPr txBox="1"/>
          <p:nvPr>
            <p:ph idx="1" type="subTitle"/>
          </p:nvPr>
        </p:nvSpPr>
        <p:spPr>
          <a:xfrm>
            <a:off x="3889175" y="2073875"/>
            <a:ext cx="4232700" cy="21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8"/>
          <p:cNvSpPr/>
          <p:nvPr/>
        </p:nvSpPr>
        <p:spPr>
          <a:xfrm rot="10800000">
            <a:off x="1406694" y="5111270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8"/>
          <p:cNvSpPr/>
          <p:nvPr/>
        </p:nvSpPr>
        <p:spPr>
          <a:xfrm rot="10800000">
            <a:off x="2104546" y="4791573"/>
            <a:ext cx="704228" cy="351919"/>
          </a:xfrm>
          <a:custGeom>
            <a:rect b="b" l="l" r="r" t="t"/>
            <a:pathLst>
              <a:path extrusionOk="0" h="9012" w="18034">
                <a:moveTo>
                  <a:pt x="0" y="0"/>
                </a:moveTo>
                <a:lnTo>
                  <a:pt x="0" y="9011"/>
                </a:lnTo>
                <a:lnTo>
                  <a:pt x="18034" y="9011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8"/>
          <p:cNvSpPr/>
          <p:nvPr/>
        </p:nvSpPr>
        <p:spPr>
          <a:xfrm rot="10800000">
            <a:off x="2808735" y="4791182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8"/>
          <p:cNvSpPr/>
          <p:nvPr/>
        </p:nvSpPr>
        <p:spPr>
          <a:xfrm rot="10800000">
            <a:off x="-3256" y="4438873"/>
            <a:ext cx="704618" cy="704618"/>
          </a:xfrm>
          <a:custGeom>
            <a:rect b="b" l="l" r="r" t="t"/>
            <a:pathLst>
              <a:path extrusionOk="0" h="18044" w="18044">
                <a:moveTo>
                  <a:pt x="0" y="0"/>
                </a:moveTo>
                <a:lnTo>
                  <a:pt x="0" y="18043"/>
                </a:lnTo>
                <a:lnTo>
                  <a:pt x="18044" y="18043"/>
                </a:lnTo>
                <a:lnTo>
                  <a:pt x="180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8"/>
          <p:cNvSpPr/>
          <p:nvPr/>
        </p:nvSpPr>
        <p:spPr>
          <a:xfrm rot="10800000">
            <a:off x="-2475" y="4438873"/>
            <a:ext cx="703837" cy="704228"/>
          </a:xfrm>
          <a:custGeom>
            <a:rect b="b" l="l" r="r" t="t"/>
            <a:pathLst>
              <a:path extrusionOk="0" h="18034" w="18024">
                <a:moveTo>
                  <a:pt x="8818" y="0"/>
                </a:moveTo>
                <a:cubicBezTo>
                  <a:pt x="8004" y="0"/>
                  <a:pt x="7352" y="652"/>
                  <a:pt x="7352" y="1466"/>
                </a:cubicBezTo>
                <a:cubicBezTo>
                  <a:pt x="7352" y="2349"/>
                  <a:pt x="6628" y="2933"/>
                  <a:pt x="5873" y="2933"/>
                </a:cubicBezTo>
                <a:cubicBezTo>
                  <a:pt x="5513" y="2933"/>
                  <a:pt x="5146" y="2801"/>
                  <a:pt x="4847" y="2505"/>
                </a:cubicBezTo>
                <a:cubicBezTo>
                  <a:pt x="4562" y="2215"/>
                  <a:pt x="4188" y="2070"/>
                  <a:pt x="3812" y="2070"/>
                </a:cubicBezTo>
                <a:cubicBezTo>
                  <a:pt x="3437" y="2070"/>
                  <a:pt x="3060" y="2215"/>
                  <a:pt x="2770" y="2505"/>
                </a:cubicBezTo>
                <a:lnTo>
                  <a:pt x="2495" y="2780"/>
                </a:lnTo>
                <a:cubicBezTo>
                  <a:pt x="1925" y="3350"/>
                  <a:pt x="1925" y="4277"/>
                  <a:pt x="2495" y="4847"/>
                </a:cubicBezTo>
                <a:cubicBezTo>
                  <a:pt x="3422" y="5774"/>
                  <a:pt x="2770" y="7352"/>
                  <a:pt x="1467" y="7352"/>
                </a:cubicBezTo>
                <a:cubicBezTo>
                  <a:pt x="652" y="7352"/>
                  <a:pt x="0" y="8014"/>
                  <a:pt x="0" y="8818"/>
                </a:cubicBezTo>
                <a:lnTo>
                  <a:pt x="0" y="9205"/>
                </a:lnTo>
                <a:cubicBezTo>
                  <a:pt x="0" y="10020"/>
                  <a:pt x="652" y="10671"/>
                  <a:pt x="1467" y="10671"/>
                </a:cubicBezTo>
                <a:cubicBezTo>
                  <a:pt x="2770" y="10671"/>
                  <a:pt x="3422" y="12250"/>
                  <a:pt x="2495" y="13176"/>
                </a:cubicBezTo>
                <a:cubicBezTo>
                  <a:pt x="1925" y="13746"/>
                  <a:pt x="1925" y="14673"/>
                  <a:pt x="2495" y="15253"/>
                </a:cubicBezTo>
                <a:lnTo>
                  <a:pt x="2770" y="15528"/>
                </a:lnTo>
                <a:cubicBezTo>
                  <a:pt x="3060" y="15813"/>
                  <a:pt x="3437" y="15956"/>
                  <a:pt x="3812" y="15956"/>
                </a:cubicBezTo>
                <a:cubicBezTo>
                  <a:pt x="4188" y="15956"/>
                  <a:pt x="4562" y="15813"/>
                  <a:pt x="4847" y="15528"/>
                </a:cubicBezTo>
                <a:cubicBezTo>
                  <a:pt x="5148" y="15228"/>
                  <a:pt x="5516" y="15094"/>
                  <a:pt x="5877" y="15094"/>
                </a:cubicBezTo>
                <a:cubicBezTo>
                  <a:pt x="6631" y="15094"/>
                  <a:pt x="7352" y="15679"/>
                  <a:pt x="7352" y="16567"/>
                </a:cubicBezTo>
                <a:cubicBezTo>
                  <a:pt x="7352" y="17371"/>
                  <a:pt x="8004" y="18033"/>
                  <a:pt x="8818" y="18033"/>
                </a:cubicBezTo>
                <a:lnTo>
                  <a:pt x="9205" y="18033"/>
                </a:lnTo>
                <a:cubicBezTo>
                  <a:pt x="10010" y="18033"/>
                  <a:pt x="10672" y="17371"/>
                  <a:pt x="10672" y="16567"/>
                </a:cubicBezTo>
                <a:cubicBezTo>
                  <a:pt x="10672" y="15679"/>
                  <a:pt x="11393" y="15094"/>
                  <a:pt x="12146" y="15094"/>
                </a:cubicBezTo>
                <a:cubicBezTo>
                  <a:pt x="12508" y="15094"/>
                  <a:pt x="12876" y="15228"/>
                  <a:pt x="13177" y="15528"/>
                </a:cubicBezTo>
                <a:cubicBezTo>
                  <a:pt x="13462" y="15813"/>
                  <a:pt x="13836" y="15956"/>
                  <a:pt x="14210" y="15956"/>
                </a:cubicBezTo>
                <a:cubicBezTo>
                  <a:pt x="14584" y="15956"/>
                  <a:pt x="14958" y="15813"/>
                  <a:pt x="15244" y="15528"/>
                </a:cubicBezTo>
                <a:lnTo>
                  <a:pt x="15518" y="15253"/>
                </a:lnTo>
                <a:cubicBezTo>
                  <a:pt x="16099" y="14673"/>
                  <a:pt x="16099" y="13746"/>
                  <a:pt x="15518" y="13176"/>
                </a:cubicBezTo>
                <a:cubicBezTo>
                  <a:pt x="14602" y="12250"/>
                  <a:pt x="15254" y="10671"/>
                  <a:pt x="16557" y="10671"/>
                </a:cubicBezTo>
                <a:cubicBezTo>
                  <a:pt x="17372" y="10671"/>
                  <a:pt x="18023" y="10020"/>
                  <a:pt x="18023" y="9205"/>
                </a:cubicBezTo>
                <a:lnTo>
                  <a:pt x="18023" y="8818"/>
                </a:lnTo>
                <a:cubicBezTo>
                  <a:pt x="18023" y="8014"/>
                  <a:pt x="17372" y="7352"/>
                  <a:pt x="16557" y="7352"/>
                </a:cubicBezTo>
                <a:cubicBezTo>
                  <a:pt x="15254" y="7352"/>
                  <a:pt x="14602" y="5774"/>
                  <a:pt x="15518" y="4847"/>
                </a:cubicBezTo>
                <a:cubicBezTo>
                  <a:pt x="16099" y="4277"/>
                  <a:pt x="16099" y="3350"/>
                  <a:pt x="15518" y="2780"/>
                </a:cubicBezTo>
                <a:lnTo>
                  <a:pt x="15244" y="2505"/>
                </a:lnTo>
                <a:cubicBezTo>
                  <a:pt x="14958" y="2215"/>
                  <a:pt x="14584" y="2070"/>
                  <a:pt x="14210" y="2070"/>
                </a:cubicBezTo>
                <a:cubicBezTo>
                  <a:pt x="13836" y="2070"/>
                  <a:pt x="13462" y="2215"/>
                  <a:pt x="13177" y="2505"/>
                </a:cubicBezTo>
                <a:cubicBezTo>
                  <a:pt x="12878" y="2801"/>
                  <a:pt x="12511" y="2933"/>
                  <a:pt x="12151" y="2933"/>
                </a:cubicBezTo>
                <a:cubicBezTo>
                  <a:pt x="11396" y="2933"/>
                  <a:pt x="10672" y="2349"/>
                  <a:pt x="10672" y="1466"/>
                </a:cubicBezTo>
                <a:cubicBezTo>
                  <a:pt x="10672" y="652"/>
                  <a:pt x="10010" y="0"/>
                  <a:pt x="920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8"/>
          <p:cNvSpPr/>
          <p:nvPr/>
        </p:nvSpPr>
        <p:spPr>
          <a:xfrm rot="10800000">
            <a:off x="294149" y="4735927"/>
            <a:ext cx="110590" cy="110551"/>
          </a:xfrm>
          <a:custGeom>
            <a:rect b="b" l="l" r="r" t="t"/>
            <a:pathLst>
              <a:path extrusionOk="0" h="2831" w="2832">
                <a:moveTo>
                  <a:pt x="1416" y="0"/>
                </a:moveTo>
                <a:cubicBezTo>
                  <a:pt x="1131" y="632"/>
                  <a:pt x="622" y="1130"/>
                  <a:pt x="1" y="1416"/>
                </a:cubicBezTo>
                <a:cubicBezTo>
                  <a:pt x="622" y="1701"/>
                  <a:pt x="1131" y="2210"/>
                  <a:pt x="1416" y="2831"/>
                </a:cubicBezTo>
                <a:cubicBezTo>
                  <a:pt x="1701" y="2210"/>
                  <a:pt x="2200" y="1701"/>
                  <a:pt x="2831" y="1416"/>
                </a:cubicBezTo>
                <a:cubicBezTo>
                  <a:pt x="2200" y="1130"/>
                  <a:pt x="1701" y="632"/>
                  <a:pt x="14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8"/>
          <p:cNvSpPr/>
          <p:nvPr/>
        </p:nvSpPr>
        <p:spPr>
          <a:xfrm rot="10800000">
            <a:off x="422975" y="4735927"/>
            <a:ext cx="110590" cy="110551"/>
          </a:xfrm>
          <a:custGeom>
            <a:rect b="b" l="l" r="r" t="t"/>
            <a:pathLst>
              <a:path extrusionOk="0" h="2831" w="2832">
                <a:moveTo>
                  <a:pt x="1416" y="0"/>
                </a:moveTo>
                <a:cubicBezTo>
                  <a:pt x="1131" y="632"/>
                  <a:pt x="622" y="1130"/>
                  <a:pt x="0" y="1416"/>
                </a:cubicBezTo>
                <a:cubicBezTo>
                  <a:pt x="622" y="1701"/>
                  <a:pt x="1131" y="2210"/>
                  <a:pt x="1416" y="2831"/>
                </a:cubicBezTo>
                <a:cubicBezTo>
                  <a:pt x="1701" y="2210"/>
                  <a:pt x="2200" y="1701"/>
                  <a:pt x="2831" y="1416"/>
                </a:cubicBezTo>
                <a:cubicBezTo>
                  <a:pt x="2200" y="1130"/>
                  <a:pt x="1701" y="632"/>
                  <a:pt x="14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8"/>
          <p:cNvSpPr/>
          <p:nvPr/>
        </p:nvSpPr>
        <p:spPr>
          <a:xfrm rot="10800000">
            <a:off x="149430" y="4735927"/>
            <a:ext cx="110590" cy="110551"/>
          </a:xfrm>
          <a:custGeom>
            <a:rect b="b" l="l" r="r" t="t"/>
            <a:pathLst>
              <a:path extrusionOk="0" h="2831" w="2832">
                <a:moveTo>
                  <a:pt x="1416" y="0"/>
                </a:moveTo>
                <a:cubicBezTo>
                  <a:pt x="1131" y="632"/>
                  <a:pt x="632" y="1130"/>
                  <a:pt x="1" y="1416"/>
                </a:cubicBezTo>
                <a:cubicBezTo>
                  <a:pt x="632" y="1701"/>
                  <a:pt x="1131" y="2210"/>
                  <a:pt x="1416" y="2831"/>
                </a:cubicBezTo>
                <a:cubicBezTo>
                  <a:pt x="1701" y="2210"/>
                  <a:pt x="2211" y="1701"/>
                  <a:pt x="2832" y="1416"/>
                </a:cubicBezTo>
                <a:cubicBezTo>
                  <a:pt x="2211" y="1130"/>
                  <a:pt x="1701" y="632"/>
                  <a:pt x="14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8"/>
          <p:cNvSpPr/>
          <p:nvPr/>
        </p:nvSpPr>
        <p:spPr>
          <a:xfrm rot="10800000">
            <a:off x="294149" y="4619011"/>
            <a:ext cx="110590" cy="110590"/>
          </a:xfrm>
          <a:custGeom>
            <a:rect b="b" l="l" r="r" t="t"/>
            <a:pathLst>
              <a:path extrusionOk="0" h="2832" w="2832">
                <a:moveTo>
                  <a:pt x="1416" y="1"/>
                </a:moveTo>
                <a:cubicBezTo>
                  <a:pt x="1131" y="622"/>
                  <a:pt x="622" y="1131"/>
                  <a:pt x="1" y="1416"/>
                </a:cubicBezTo>
                <a:cubicBezTo>
                  <a:pt x="622" y="1701"/>
                  <a:pt x="1131" y="2200"/>
                  <a:pt x="1416" y="2832"/>
                </a:cubicBezTo>
                <a:cubicBezTo>
                  <a:pt x="1701" y="2200"/>
                  <a:pt x="2200" y="1701"/>
                  <a:pt x="2831" y="1416"/>
                </a:cubicBezTo>
                <a:cubicBezTo>
                  <a:pt x="2200" y="1131"/>
                  <a:pt x="1701" y="622"/>
                  <a:pt x="141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8"/>
          <p:cNvSpPr/>
          <p:nvPr/>
        </p:nvSpPr>
        <p:spPr>
          <a:xfrm rot="10800000">
            <a:off x="294149" y="4852413"/>
            <a:ext cx="110590" cy="110590"/>
          </a:xfrm>
          <a:custGeom>
            <a:rect b="b" l="l" r="r" t="t"/>
            <a:pathLst>
              <a:path extrusionOk="0" h="2832" w="2832">
                <a:moveTo>
                  <a:pt x="1416" y="1"/>
                </a:moveTo>
                <a:cubicBezTo>
                  <a:pt x="1131" y="622"/>
                  <a:pt x="622" y="1131"/>
                  <a:pt x="1" y="1416"/>
                </a:cubicBezTo>
                <a:cubicBezTo>
                  <a:pt x="622" y="1701"/>
                  <a:pt x="1131" y="2200"/>
                  <a:pt x="1416" y="2831"/>
                </a:cubicBezTo>
                <a:cubicBezTo>
                  <a:pt x="1701" y="2200"/>
                  <a:pt x="2200" y="1701"/>
                  <a:pt x="2831" y="1416"/>
                </a:cubicBezTo>
                <a:cubicBezTo>
                  <a:pt x="2200" y="1131"/>
                  <a:pt x="1701" y="622"/>
                  <a:pt x="141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8"/>
          <p:cNvSpPr/>
          <p:nvPr/>
        </p:nvSpPr>
        <p:spPr>
          <a:xfrm rot="10800000">
            <a:off x="1407894" y="5050045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8"/>
          <p:cNvSpPr/>
          <p:nvPr/>
        </p:nvSpPr>
        <p:spPr>
          <a:xfrm rot="10800000">
            <a:off x="1407894" y="4988815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8"/>
          <p:cNvSpPr/>
          <p:nvPr/>
        </p:nvSpPr>
        <p:spPr>
          <a:xfrm rot="10800000">
            <a:off x="1407894" y="4927545"/>
            <a:ext cx="696691" cy="30693"/>
          </a:xfrm>
          <a:custGeom>
            <a:rect b="b" l="l" r="r" t="t"/>
            <a:pathLst>
              <a:path extrusionOk="0" h="786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8"/>
          <p:cNvSpPr/>
          <p:nvPr/>
        </p:nvSpPr>
        <p:spPr>
          <a:xfrm rot="10800000">
            <a:off x="1407894" y="4866315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8"/>
          <p:cNvSpPr/>
          <p:nvPr/>
        </p:nvSpPr>
        <p:spPr>
          <a:xfrm rot="10800000">
            <a:off x="1407894" y="4805084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8"/>
          <p:cNvSpPr/>
          <p:nvPr/>
        </p:nvSpPr>
        <p:spPr>
          <a:xfrm rot="10800000">
            <a:off x="1407894" y="4743854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8"/>
          <p:cNvSpPr/>
          <p:nvPr/>
        </p:nvSpPr>
        <p:spPr>
          <a:xfrm rot="10800000">
            <a:off x="1407894" y="4682623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8"/>
          <p:cNvSpPr/>
          <p:nvPr/>
        </p:nvSpPr>
        <p:spPr>
          <a:xfrm rot="10800000">
            <a:off x="1407894" y="4621393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8"/>
          <p:cNvSpPr/>
          <p:nvPr/>
        </p:nvSpPr>
        <p:spPr>
          <a:xfrm rot="10800000">
            <a:off x="1407894" y="4560163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8"/>
          <p:cNvSpPr/>
          <p:nvPr/>
        </p:nvSpPr>
        <p:spPr>
          <a:xfrm rot="10800000">
            <a:off x="1407894" y="4498932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8"/>
          <p:cNvSpPr/>
          <p:nvPr/>
        </p:nvSpPr>
        <p:spPr>
          <a:xfrm rot="10800000">
            <a:off x="1407894" y="4437702"/>
            <a:ext cx="696691" cy="30264"/>
          </a:xfrm>
          <a:custGeom>
            <a:rect b="b" l="l" r="r" t="t"/>
            <a:pathLst>
              <a:path extrusionOk="0" h="775" w="17841">
                <a:moveTo>
                  <a:pt x="1" y="1"/>
                </a:moveTo>
                <a:lnTo>
                  <a:pt x="1" y="775"/>
                </a:lnTo>
                <a:lnTo>
                  <a:pt x="17840" y="775"/>
                </a:lnTo>
                <a:lnTo>
                  <a:pt x="17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8"/>
          <p:cNvSpPr/>
          <p:nvPr/>
        </p:nvSpPr>
        <p:spPr>
          <a:xfrm rot="10800000">
            <a:off x="706908" y="4437702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8"/>
          <p:cNvSpPr/>
          <p:nvPr/>
        </p:nvSpPr>
        <p:spPr>
          <a:xfrm rot="10800000">
            <a:off x="1229787" y="4614637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8"/>
          <p:cNvSpPr/>
          <p:nvPr/>
        </p:nvSpPr>
        <p:spPr>
          <a:xfrm flipH="1" rot="10800000">
            <a:off x="8409078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8"/>
          <p:cNvSpPr/>
          <p:nvPr/>
        </p:nvSpPr>
        <p:spPr>
          <a:xfrm flipH="1" rot="10800000">
            <a:off x="8346113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8"/>
          <p:cNvSpPr/>
          <p:nvPr/>
        </p:nvSpPr>
        <p:spPr>
          <a:xfrm flipH="1" rot="10800000">
            <a:off x="8283147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8"/>
          <p:cNvSpPr/>
          <p:nvPr/>
        </p:nvSpPr>
        <p:spPr>
          <a:xfrm flipH="1" rot="10800000">
            <a:off x="8220181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8"/>
          <p:cNvSpPr/>
          <p:nvPr/>
        </p:nvSpPr>
        <p:spPr>
          <a:xfrm flipH="1" rot="10800000">
            <a:off x="8157216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8"/>
          <p:cNvSpPr/>
          <p:nvPr/>
        </p:nvSpPr>
        <p:spPr>
          <a:xfrm flipH="1" rot="10800000">
            <a:off x="8094250" y="4468119"/>
            <a:ext cx="31522" cy="704616"/>
          </a:xfrm>
          <a:custGeom>
            <a:rect b="b" l="l" r="r" t="t"/>
            <a:pathLst>
              <a:path extrusionOk="0" h="14002" w="785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8"/>
          <p:cNvSpPr/>
          <p:nvPr/>
        </p:nvSpPr>
        <p:spPr>
          <a:xfrm flipH="1" rot="10800000">
            <a:off x="8440948" y="4819979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8"/>
          <p:cNvSpPr/>
          <p:nvPr/>
        </p:nvSpPr>
        <p:spPr>
          <a:xfrm flipH="1" rot="10800000">
            <a:off x="8462425" y="4699900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8"/>
          <p:cNvSpPr/>
          <p:nvPr/>
        </p:nvSpPr>
        <p:spPr>
          <a:xfrm flipH="1" rot="10800000">
            <a:off x="8523265" y="4594152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8"/>
          <p:cNvSpPr/>
          <p:nvPr/>
        </p:nvSpPr>
        <p:spPr>
          <a:xfrm flipH="1" rot="10800000">
            <a:off x="8616712" y="4515818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8"/>
          <p:cNvSpPr/>
          <p:nvPr/>
        </p:nvSpPr>
        <p:spPr>
          <a:xfrm flipH="1" rot="10800000">
            <a:off x="8731636" y="4474074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8"/>
          <p:cNvSpPr/>
          <p:nvPr/>
        </p:nvSpPr>
        <p:spPr>
          <a:xfrm flipH="1" rot="10800000">
            <a:off x="8792476" y="4474074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8"/>
          <p:cNvSpPr/>
          <p:nvPr/>
        </p:nvSpPr>
        <p:spPr>
          <a:xfrm flipH="1" rot="10800000">
            <a:off x="8792476" y="4515818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8"/>
          <p:cNvSpPr/>
          <p:nvPr/>
        </p:nvSpPr>
        <p:spPr>
          <a:xfrm flipH="1" rot="10800000">
            <a:off x="8792476" y="4594152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8"/>
          <p:cNvSpPr/>
          <p:nvPr/>
        </p:nvSpPr>
        <p:spPr>
          <a:xfrm flipH="1" rot="10800000">
            <a:off x="8792476" y="4699900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8"/>
          <p:cNvSpPr/>
          <p:nvPr/>
        </p:nvSpPr>
        <p:spPr>
          <a:xfrm flipH="1" rot="10800000">
            <a:off x="8792476" y="4819979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8"/>
          <p:cNvSpPr/>
          <p:nvPr/>
        </p:nvSpPr>
        <p:spPr>
          <a:xfrm flipH="1" rot="10800000">
            <a:off x="8792476" y="4819979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8"/>
          <p:cNvSpPr/>
          <p:nvPr/>
        </p:nvSpPr>
        <p:spPr>
          <a:xfrm flipH="1" rot="10800000">
            <a:off x="8792476" y="4819979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8"/>
          <p:cNvSpPr/>
          <p:nvPr/>
        </p:nvSpPr>
        <p:spPr>
          <a:xfrm flipH="1" rot="10800000">
            <a:off x="8792476" y="4819979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8"/>
          <p:cNvSpPr/>
          <p:nvPr/>
        </p:nvSpPr>
        <p:spPr>
          <a:xfrm flipH="1" rot="10800000">
            <a:off x="8792476" y="4819979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8"/>
          <p:cNvSpPr/>
          <p:nvPr/>
        </p:nvSpPr>
        <p:spPr>
          <a:xfrm flipH="1" rot="10800000">
            <a:off x="8731636" y="4819979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8"/>
          <p:cNvSpPr/>
          <p:nvPr/>
        </p:nvSpPr>
        <p:spPr>
          <a:xfrm flipH="1" rot="10800000">
            <a:off x="8731636" y="4819979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8"/>
          <p:cNvSpPr/>
          <p:nvPr/>
        </p:nvSpPr>
        <p:spPr>
          <a:xfrm flipH="1" rot="10800000">
            <a:off x="8616712" y="4819979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8"/>
          <p:cNvSpPr/>
          <p:nvPr/>
        </p:nvSpPr>
        <p:spPr>
          <a:xfrm flipH="1" rot="10800000">
            <a:off x="8523265" y="4819979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8"/>
          <p:cNvSpPr/>
          <p:nvPr/>
        </p:nvSpPr>
        <p:spPr>
          <a:xfrm flipH="1" rot="10800000">
            <a:off x="8462425" y="4819979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8"/>
          <p:cNvSpPr/>
          <p:nvPr/>
        </p:nvSpPr>
        <p:spPr>
          <a:xfrm flipH="1" rot="10800000">
            <a:off x="7352817" y="4820169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8"/>
          <p:cNvSpPr/>
          <p:nvPr/>
        </p:nvSpPr>
        <p:spPr>
          <a:xfrm flipH="1" rot="10800000">
            <a:off x="6508910" y="4820369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8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5" name="Google Shape;825;p18"/>
          <p:cNvSpPr txBox="1"/>
          <p:nvPr>
            <p:ph idx="1" type="subTitle"/>
          </p:nvPr>
        </p:nvSpPr>
        <p:spPr>
          <a:xfrm>
            <a:off x="713199" y="2016425"/>
            <a:ext cx="2309700" cy="18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6" name="Google Shape;826;p18"/>
          <p:cNvSpPr txBox="1"/>
          <p:nvPr>
            <p:ph idx="2" type="subTitle"/>
          </p:nvPr>
        </p:nvSpPr>
        <p:spPr>
          <a:xfrm>
            <a:off x="3417148" y="2016425"/>
            <a:ext cx="2309700" cy="18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7" name="Google Shape;827;p18"/>
          <p:cNvSpPr txBox="1"/>
          <p:nvPr>
            <p:ph idx="3" type="subTitle"/>
          </p:nvPr>
        </p:nvSpPr>
        <p:spPr>
          <a:xfrm>
            <a:off x="6121100" y="2016425"/>
            <a:ext cx="2309700" cy="18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8" name="Google Shape;828;p18"/>
          <p:cNvSpPr txBox="1"/>
          <p:nvPr>
            <p:ph idx="4" type="subTitle"/>
          </p:nvPr>
        </p:nvSpPr>
        <p:spPr>
          <a:xfrm>
            <a:off x="713199" y="1280250"/>
            <a:ext cx="2309700" cy="82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829" name="Google Shape;829;p18"/>
          <p:cNvSpPr txBox="1"/>
          <p:nvPr>
            <p:ph idx="5" type="subTitle"/>
          </p:nvPr>
        </p:nvSpPr>
        <p:spPr>
          <a:xfrm>
            <a:off x="3417152" y="1280250"/>
            <a:ext cx="2309700" cy="82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830" name="Google Shape;830;p18"/>
          <p:cNvSpPr txBox="1"/>
          <p:nvPr>
            <p:ph idx="6" type="subTitle"/>
          </p:nvPr>
        </p:nvSpPr>
        <p:spPr>
          <a:xfrm>
            <a:off x="6121101" y="1280250"/>
            <a:ext cx="2309700" cy="82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9"/>
          <p:cNvSpPr/>
          <p:nvPr/>
        </p:nvSpPr>
        <p:spPr>
          <a:xfrm flipH="1">
            <a:off x="10" y="352847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9"/>
          <p:cNvSpPr/>
          <p:nvPr/>
        </p:nvSpPr>
        <p:spPr>
          <a:xfrm flipH="1">
            <a:off x="401" y="928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9"/>
          <p:cNvSpPr/>
          <p:nvPr/>
        </p:nvSpPr>
        <p:spPr>
          <a:xfrm flipH="1">
            <a:off x="352280" y="538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9"/>
          <p:cNvSpPr/>
          <p:nvPr/>
        </p:nvSpPr>
        <p:spPr>
          <a:xfrm rot="5400000">
            <a:off x="7346713" y="-8828"/>
            <a:ext cx="385837" cy="38609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9"/>
          <p:cNvSpPr/>
          <p:nvPr/>
        </p:nvSpPr>
        <p:spPr>
          <a:xfrm>
            <a:off x="8433598" y="70459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9"/>
          <p:cNvSpPr/>
          <p:nvPr/>
        </p:nvSpPr>
        <p:spPr>
          <a:xfrm>
            <a:off x="8433598" y="7658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9"/>
          <p:cNvSpPr/>
          <p:nvPr/>
        </p:nvSpPr>
        <p:spPr>
          <a:xfrm>
            <a:off x="8433598" y="8270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9"/>
          <p:cNvSpPr/>
          <p:nvPr/>
        </p:nvSpPr>
        <p:spPr>
          <a:xfrm>
            <a:off x="8433598" y="8882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9"/>
          <p:cNvSpPr/>
          <p:nvPr/>
        </p:nvSpPr>
        <p:spPr>
          <a:xfrm>
            <a:off x="8433598" y="9495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9"/>
          <p:cNvSpPr/>
          <p:nvPr/>
        </p:nvSpPr>
        <p:spPr>
          <a:xfrm>
            <a:off x="8433598" y="10107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9"/>
          <p:cNvSpPr/>
          <p:nvPr/>
        </p:nvSpPr>
        <p:spPr>
          <a:xfrm>
            <a:off x="8433598" y="107201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9"/>
          <p:cNvSpPr/>
          <p:nvPr/>
        </p:nvSpPr>
        <p:spPr>
          <a:xfrm>
            <a:off x="8433598" y="113324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9"/>
          <p:cNvSpPr/>
          <p:nvPr/>
        </p:nvSpPr>
        <p:spPr>
          <a:xfrm>
            <a:off x="8433598" y="11940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9"/>
          <p:cNvSpPr/>
          <p:nvPr/>
        </p:nvSpPr>
        <p:spPr>
          <a:xfrm>
            <a:off x="8433598" y="1255708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9"/>
          <p:cNvSpPr/>
          <p:nvPr/>
        </p:nvSpPr>
        <p:spPr>
          <a:xfrm>
            <a:off x="8433598" y="131654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9"/>
          <p:cNvSpPr/>
          <p:nvPr/>
        </p:nvSpPr>
        <p:spPr>
          <a:xfrm>
            <a:off x="8433598" y="137777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8" name="Google Shape;848;p19"/>
          <p:cNvGrpSpPr/>
          <p:nvPr/>
        </p:nvGrpSpPr>
        <p:grpSpPr>
          <a:xfrm>
            <a:off x="7732537" y="-39528"/>
            <a:ext cx="700699" cy="572734"/>
            <a:chOff x="7732551" y="-8806"/>
            <a:chExt cx="700699" cy="713420"/>
          </a:xfrm>
        </p:grpSpPr>
        <p:sp>
          <p:nvSpPr>
            <p:cNvPr id="849" name="Google Shape;849;p19"/>
            <p:cNvSpPr/>
            <p:nvPr/>
          </p:nvSpPr>
          <p:spPr>
            <a:xfrm>
              <a:off x="7732551" y="-8806"/>
              <a:ext cx="385883" cy="386051"/>
            </a:xfrm>
            <a:custGeom>
              <a:rect b="b" l="l" r="r" t="t"/>
              <a:pathLst>
                <a:path extrusionOk="0" h="18044" w="18034">
                  <a:moveTo>
                    <a:pt x="0" y="0"/>
                  </a:moveTo>
                  <a:lnTo>
                    <a:pt x="0" y="1804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8401728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5" y="14002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8338763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4" y="14002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9"/>
            <p:cNvSpPr/>
            <p:nvPr/>
          </p:nvSpPr>
          <p:spPr>
            <a:xfrm>
              <a:off x="8275797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4" y="14002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9"/>
            <p:cNvSpPr/>
            <p:nvPr/>
          </p:nvSpPr>
          <p:spPr>
            <a:xfrm>
              <a:off x="8212831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4" y="14002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8149866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4" y="14002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8086900" y="-1"/>
              <a:ext cx="31522" cy="704616"/>
            </a:xfrm>
            <a:custGeom>
              <a:rect b="b" l="l" r="r" t="t"/>
              <a:pathLst>
                <a:path extrusionOk="0" h="14002" w="785">
                  <a:moveTo>
                    <a:pt x="0" y="1"/>
                  </a:moveTo>
                  <a:lnTo>
                    <a:pt x="0" y="14002"/>
                  </a:lnTo>
                  <a:lnTo>
                    <a:pt x="784" y="14002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6" name="Google Shape;856;p19"/>
          <p:cNvSpPr/>
          <p:nvPr/>
        </p:nvSpPr>
        <p:spPr>
          <a:xfrm>
            <a:off x="8433207" y="14083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9"/>
          <p:cNvSpPr/>
          <p:nvPr/>
        </p:nvSpPr>
        <p:spPr>
          <a:xfrm>
            <a:off x="8399429" y="14092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9"/>
          <p:cNvSpPr/>
          <p:nvPr/>
        </p:nvSpPr>
        <p:spPr>
          <a:xfrm>
            <a:off x="8554497" y="15304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9"/>
          <p:cNvSpPr/>
          <p:nvPr/>
        </p:nvSpPr>
        <p:spPr>
          <a:xfrm>
            <a:off x="8433598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9"/>
          <p:cNvSpPr/>
          <p:nvPr/>
        </p:nvSpPr>
        <p:spPr>
          <a:xfrm>
            <a:off x="8455075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9"/>
          <p:cNvSpPr/>
          <p:nvPr/>
        </p:nvSpPr>
        <p:spPr>
          <a:xfrm>
            <a:off x="8515915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9"/>
          <p:cNvSpPr/>
          <p:nvPr/>
        </p:nvSpPr>
        <p:spPr>
          <a:xfrm>
            <a:off x="8609362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9"/>
          <p:cNvSpPr/>
          <p:nvPr/>
        </p:nvSpPr>
        <p:spPr>
          <a:xfrm>
            <a:off x="8724286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9"/>
          <p:cNvSpPr/>
          <p:nvPr/>
        </p:nvSpPr>
        <p:spPr>
          <a:xfrm>
            <a:off x="8785126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9"/>
          <p:cNvSpPr/>
          <p:nvPr/>
        </p:nvSpPr>
        <p:spPr>
          <a:xfrm>
            <a:off x="8785126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9"/>
          <p:cNvSpPr/>
          <p:nvPr/>
        </p:nvSpPr>
        <p:spPr>
          <a:xfrm>
            <a:off x="8785126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9"/>
          <p:cNvSpPr/>
          <p:nvPr/>
        </p:nvSpPr>
        <p:spPr>
          <a:xfrm>
            <a:off x="8785126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9"/>
          <p:cNvSpPr/>
          <p:nvPr/>
        </p:nvSpPr>
        <p:spPr>
          <a:xfrm>
            <a:off x="8785126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9"/>
          <p:cNvSpPr/>
          <p:nvPr/>
        </p:nvSpPr>
        <p:spPr>
          <a:xfrm>
            <a:off x="8785126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9"/>
          <p:cNvSpPr/>
          <p:nvPr/>
        </p:nvSpPr>
        <p:spPr>
          <a:xfrm>
            <a:off x="8785126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9"/>
          <p:cNvSpPr/>
          <p:nvPr/>
        </p:nvSpPr>
        <p:spPr>
          <a:xfrm>
            <a:off x="8785126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9"/>
          <p:cNvSpPr/>
          <p:nvPr/>
        </p:nvSpPr>
        <p:spPr>
          <a:xfrm>
            <a:off x="8785126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9"/>
          <p:cNvSpPr/>
          <p:nvPr/>
        </p:nvSpPr>
        <p:spPr>
          <a:xfrm>
            <a:off x="8724286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9"/>
          <p:cNvSpPr/>
          <p:nvPr/>
        </p:nvSpPr>
        <p:spPr>
          <a:xfrm>
            <a:off x="8724286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9"/>
          <p:cNvSpPr/>
          <p:nvPr/>
        </p:nvSpPr>
        <p:spPr>
          <a:xfrm>
            <a:off x="8609362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9"/>
          <p:cNvSpPr/>
          <p:nvPr/>
        </p:nvSpPr>
        <p:spPr>
          <a:xfrm>
            <a:off x="8515915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9"/>
          <p:cNvSpPr/>
          <p:nvPr/>
        </p:nvSpPr>
        <p:spPr>
          <a:xfrm>
            <a:off x="8455075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9"/>
          <p:cNvSpPr/>
          <p:nvPr/>
        </p:nvSpPr>
        <p:spPr>
          <a:xfrm>
            <a:off x="8791662" y="2112971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9"/>
          <p:cNvSpPr/>
          <p:nvPr/>
        </p:nvSpPr>
        <p:spPr>
          <a:xfrm flipH="1">
            <a:off x="701592" y="3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9"/>
          <p:cNvSpPr/>
          <p:nvPr/>
        </p:nvSpPr>
        <p:spPr>
          <a:xfrm flipH="1">
            <a:off x="1581951" y="334514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2" name="Google Shape;882;p19"/>
          <p:cNvSpPr txBox="1"/>
          <p:nvPr>
            <p:ph idx="1" type="subTitle"/>
          </p:nvPr>
        </p:nvSpPr>
        <p:spPr>
          <a:xfrm>
            <a:off x="721825" y="1735625"/>
            <a:ext cx="3723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3" name="Google Shape;883;p19"/>
          <p:cNvSpPr txBox="1"/>
          <p:nvPr>
            <p:ph idx="2" type="subTitle"/>
          </p:nvPr>
        </p:nvSpPr>
        <p:spPr>
          <a:xfrm>
            <a:off x="4702638" y="1735625"/>
            <a:ext cx="3723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4" name="Google Shape;884;p19"/>
          <p:cNvSpPr txBox="1"/>
          <p:nvPr>
            <p:ph idx="3" type="subTitle"/>
          </p:nvPr>
        </p:nvSpPr>
        <p:spPr>
          <a:xfrm>
            <a:off x="721825" y="3548600"/>
            <a:ext cx="3723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5" name="Google Shape;885;p19"/>
          <p:cNvSpPr txBox="1"/>
          <p:nvPr>
            <p:ph idx="4" type="subTitle"/>
          </p:nvPr>
        </p:nvSpPr>
        <p:spPr>
          <a:xfrm>
            <a:off x="4702638" y="3548600"/>
            <a:ext cx="37233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6" name="Google Shape;886;p19"/>
          <p:cNvSpPr txBox="1"/>
          <p:nvPr>
            <p:ph idx="5" type="subTitle"/>
          </p:nvPr>
        </p:nvSpPr>
        <p:spPr>
          <a:xfrm>
            <a:off x="721825" y="1003375"/>
            <a:ext cx="3723300" cy="8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887" name="Google Shape;887;p19"/>
          <p:cNvSpPr txBox="1"/>
          <p:nvPr>
            <p:ph idx="6" type="subTitle"/>
          </p:nvPr>
        </p:nvSpPr>
        <p:spPr>
          <a:xfrm>
            <a:off x="721825" y="2816525"/>
            <a:ext cx="3723300" cy="8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888" name="Google Shape;888;p19"/>
          <p:cNvSpPr txBox="1"/>
          <p:nvPr>
            <p:ph idx="7" type="subTitle"/>
          </p:nvPr>
        </p:nvSpPr>
        <p:spPr>
          <a:xfrm>
            <a:off x="4702603" y="1003375"/>
            <a:ext cx="3723300" cy="8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889" name="Google Shape;889;p19"/>
          <p:cNvSpPr txBox="1"/>
          <p:nvPr>
            <p:ph idx="8" type="subTitle"/>
          </p:nvPr>
        </p:nvSpPr>
        <p:spPr>
          <a:xfrm>
            <a:off x="4702603" y="2816525"/>
            <a:ext cx="3723300" cy="8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0"/>
          <p:cNvSpPr/>
          <p:nvPr/>
        </p:nvSpPr>
        <p:spPr>
          <a:xfrm>
            <a:off x="7005898" y="2276"/>
            <a:ext cx="852685" cy="572670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0"/>
          <p:cNvSpPr/>
          <p:nvPr/>
        </p:nvSpPr>
        <p:spPr>
          <a:xfrm>
            <a:off x="7147527" y="144540"/>
            <a:ext cx="285859" cy="286525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0"/>
          <p:cNvSpPr/>
          <p:nvPr/>
        </p:nvSpPr>
        <p:spPr>
          <a:xfrm>
            <a:off x="8436268" y="-8654"/>
            <a:ext cx="704228" cy="704228"/>
          </a:xfrm>
          <a:custGeom>
            <a:rect b="b" l="l" r="r" t="t"/>
            <a:pathLst>
              <a:path extrusionOk="0" h="18034" w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0"/>
          <p:cNvSpPr/>
          <p:nvPr/>
        </p:nvSpPr>
        <p:spPr>
          <a:xfrm>
            <a:off x="8788148" y="343655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0"/>
          <p:cNvSpPr/>
          <p:nvPr/>
        </p:nvSpPr>
        <p:spPr>
          <a:xfrm>
            <a:off x="8436268" y="-8654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0"/>
          <p:cNvSpPr/>
          <p:nvPr/>
        </p:nvSpPr>
        <p:spPr>
          <a:xfrm rot="10800000">
            <a:off x="8402472" y="69684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0"/>
          <p:cNvSpPr/>
          <p:nvPr/>
        </p:nvSpPr>
        <p:spPr>
          <a:xfrm rot="10800000">
            <a:off x="8559141" y="818015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8" name="Google Shape;898;p20"/>
          <p:cNvGrpSpPr/>
          <p:nvPr/>
        </p:nvGrpSpPr>
        <p:grpSpPr>
          <a:xfrm>
            <a:off x="6460911" y="300"/>
            <a:ext cx="696691" cy="400057"/>
            <a:chOff x="6460911" y="300"/>
            <a:chExt cx="696691" cy="400057"/>
          </a:xfrm>
        </p:grpSpPr>
        <p:sp>
          <p:nvSpPr>
            <p:cNvPr id="899" name="Google Shape;899;p20"/>
            <p:cNvSpPr/>
            <p:nvPr/>
          </p:nvSpPr>
          <p:spPr>
            <a:xfrm>
              <a:off x="6460911" y="63512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6460911" y="124742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0"/>
            <p:cNvSpPr/>
            <p:nvPr/>
          </p:nvSpPr>
          <p:spPr>
            <a:xfrm>
              <a:off x="6460911" y="185972"/>
              <a:ext cx="696691" cy="30693"/>
            </a:xfrm>
            <a:custGeom>
              <a:rect b="b" l="l" r="r" t="t"/>
              <a:pathLst>
                <a:path extrusionOk="0" h="786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0"/>
            <p:cNvSpPr/>
            <p:nvPr/>
          </p:nvSpPr>
          <p:spPr>
            <a:xfrm>
              <a:off x="6460911" y="247242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0"/>
            <p:cNvSpPr/>
            <p:nvPr/>
          </p:nvSpPr>
          <p:spPr>
            <a:xfrm>
              <a:off x="6460911" y="308472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0"/>
            <p:cNvSpPr/>
            <p:nvPr/>
          </p:nvSpPr>
          <p:spPr>
            <a:xfrm>
              <a:off x="6460911" y="369703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0"/>
            <p:cNvSpPr/>
            <p:nvPr/>
          </p:nvSpPr>
          <p:spPr>
            <a:xfrm>
              <a:off x="6460911" y="300"/>
              <a:ext cx="696691" cy="30654"/>
            </a:xfrm>
            <a:custGeom>
              <a:rect b="b" l="l" r="r" t="t"/>
              <a:pathLst>
                <a:path extrusionOk="0" h="785" w="17841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6" name="Google Shape;906;p20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7" name="Google Shape;907;p20"/>
          <p:cNvGrpSpPr/>
          <p:nvPr/>
        </p:nvGrpSpPr>
        <p:grpSpPr>
          <a:xfrm>
            <a:off x="8787756" y="1461759"/>
            <a:ext cx="352369" cy="275172"/>
            <a:chOff x="8787756" y="1461759"/>
            <a:chExt cx="352369" cy="275172"/>
          </a:xfrm>
        </p:grpSpPr>
        <p:sp>
          <p:nvSpPr>
            <p:cNvPr id="908" name="Google Shape;908;p20"/>
            <p:cNvSpPr/>
            <p:nvPr/>
          </p:nvSpPr>
          <p:spPr>
            <a:xfrm rot="10800000">
              <a:off x="8787756" y="1706279"/>
              <a:ext cx="352369" cy="30652"/>
            </a:xfrm>
            <a:custGeom>
              <a:rect b="b" l="l" r="r" t="t"/>
              <a:pathLst>
                <a:path extrusionOk="0" h="785" w="18024">
                  <a:moveTo>
                    <a:pt x="1" y="0"/>
                  </a:moveTo>
                  <a:lnTo>
                    <a:pt x="1" y="784"/>
                  </a:lnTo>
                  <a:lnTo>
                    <a:pt x="18024" y="78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0"/>
            <p:cNvSpPr/>
            <p:nvPr/>
          </p:nvSpPr>
          <p:spPr>
            <a:xfrm rot="10800000">
              <a:off x="8787756" y="1645442"/>
              <a:ext cx="352369" cy="30262"/>
            </a:xfrm>
            <a:custGeom>
              <a:rect b="b" l="l" r="r" t="t"/>
              <a:pathLst>
                <a:path extrusionOk="0" h="775" w="18024">
                  <a:moveTo>
                    <a:pt x="1" y="0"/>
                  </a:moveTo>
                  <a:lnTo>
                    <a:pt x="1" y="774"/>
                  </a:lnTo>
                  <a:lnTo>
                    <a:pt x="18024" y="77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0"/>
            <p:cNvSpPr/>
            <p:nvPr/>
          </p:nvSpPr>
          <p:spPr>
            <a:xfrm rot="10800000">
              <a:off x="8787756" y="1584214"/>
              <a:ext cx="352369" cy="30652"/>
            </a:xfrm>
            <a:custGeom>
              <a:rect b="b" l="l" r="r" t="t"/>
              <a:pathLst>
                <a:path extrusionOk="0" h="785" w="18024">
                  <a:moveTo>
                    <a:pt x="1" y="0"/>
                  </a:moveTo>
                  <a:lnTo>
                    <a:pt x="1" y="784"/>
                  </a:lnTo>
                  <a:lnTo>
                    <a:pt x="18024" y="78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0"/>
            <p:cNvSpPr/>
            <p:nvPr/>
          </p:nvSpPr>
          <p:spPr>
            <a:xfrm rot="10800000">
              <a:off x="8787756" y="1522987"/>
              <a:ext cx="352369" cy="30262"/>
            </a:xfrm>
            <a:custGeom>
              <a:rect b="b" l="l" r="r" t="t"/>
              <a:pathLst>
                <a:path extrusionOk="0" h="775" w="18024">
                  <a:moveTo>
                    <a:pt x="1" y="0"/>
                  </a:moveTo>
                  <a:lnTo>
                    <a:pt x="1" y="774"/>
                  </a:lnTo>
                  <a:lnTo>
                    <a:pt x="18024" y="77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0"/>
            <p:cNvSpPr/>
            <p:nvPr/>
          </p:nvSpPr>
          <p:spPr>
            <a:xfrm rot="10800000">
              <a:off x="8787756" y="1461759"/>
              <a:ext cx="352369" cy="30652"/>
            </a:xfrm>
            <a:custGeom>
              <a:rect b="b" l="l" r="r" t="t"/>
              <a:pathLst>
                <a:path extrusionOk="0" h="785" w="18024">
                  <a:moveTo>
                    <a:pt x="1" y="0"/>
                  </a:moveTo>
                  <a:lnTo>
                    <a:pt x="1" y="784"/>
                  </a:lnTo>
                  <a:lnTo>
                    <a:pt x="18024" y="78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3" name="Google Shape;913;p20"/>
          <p:cNvSpPr/>
          <p:nvPr/>
        </p:nvSpPr>
        <p:spPr>
          <a:xfrm rot="10800000">
            <a:off x="8787756" y="1400532"/>
            <a:ext cx="352369" cy="30652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5" name="Google Shape;915;p20"/>
          <p:cNvSpPr txBox="1"/>
          <p:nvPr>
            <p:ph idx="1" type="subTitle"/>
          </p:nvPr>
        </p:nvSpPr>
        <p:spPr>
          <a:xfrm>
            <a:off x="720000" y="178651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6" name="Google Shape;916;p20"/>
          <p:cNvSpPr txBox="1"/>
          <p:nvPr>
            <p:ph idx="2" type="subTitle"/>
          </p:nvPr>
        </p:nvSpPr>
        <p:spPr>
          <a:xfrm>
            <a:off x="3455250" y="178651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7" name="Google Shape;917;p20"/>
          <p:cNvSpPr txBox="1"/>
          <p:nvPr>
            <p:ph idx="3" type="subTitle"/>
          </p:nvPr>
        </p:nvSpPr>
        <p:spPr>
          <a:xfrm>
            <a:off x="720000" y="344060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8" name="Google Shape;918;p20"/>
          <p:cNvSpPr txBox="1"/>
          <p:nvPr>
            <p:ph idx="4" type="subTitle"/>
          </p:nvPr>
        </p:nvSpPr>
        <p:spPr>
          <a:xfrm>
            <a:off x="3455250" y="344060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9" name="Google Shape;919;p20"/>
          <p:cNvSpPr txBox="1"/>
          <p:nvPr>
            <p:ph idx="5" type="subTitle"/>
          </p:nvPr>
        </p:nvSpPr>
        <p:spPr>
          <a:xfrm>
            <a:off x="6190500" y="178651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0" name="Google Shape;920;p20"/>
          <p:cNvSpPr txBox="1"/>
          <p:nvPr>
            <p:ph idx="6" type="subTitle"/>
          </p:nvPr>
        </p:nvSpPr>
        <p:spPr>
          <a:xfrm>
            <a:off x="6190500" y="344060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1" name="Google Shape;921;p20"/>
          <p:cNvSpPr txBox="1"/>
          <p:nvPr>
            <p:ph idx="7" type="subTitle"/>
          </p:nvPr>
        </p:nvSpPr>
        <p:spPr>
          <a:xfrm>
            <a:off x="720000" y="1455724"/>
            <a:ext cx="22335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922" name="Google Shape;922;p20"/>
          <p:cNvSpPr txBox="1"/>
          <p:nvPr>
            <p:ph idx="8" type="subTitle"/>
          </p:nvPr>
        </p:nvSpPr>
        <p:spPr>
          <a:xfrm>
            <a:off x="3455250" y="1455724"/>
            <a:ext cx="22311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923" name="Google Shape;923;p20"/>
          <p:cNvSpPr txBox="1"/>
          <p:nvPr>
            <p:ph idx="9" type="subTitle"/>
          </p:nvPr>
        </p:nvSpPr>
        <p:spPr>
          <a:xfrm>
            <a:off x="6190500" y="1455724"/>
            <a:ext cx="22311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924" name="Google Shape;924;p20"/>
          <p:cNvSpPr txBox="1"/>
          <p:nvPr>
            <p:ph idx="13" type="subTitle"/>
          </p:nvPr>
        </p:nvSpPr>
        <p:spPr>
          <a:xfrm>
            <a:off x="720000" y="3106597"/>
            <a:ext cx="22335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925" name="Google Shape;925;p20"/>
          <p:cNvSpPr txBox="1"/>
          <p:nvPr>
            <p:ph idx="14" type="subTitle"/>
          </p:nvPr>
        </p:nvSpPr>
        <p:spPr>
          <a:xfrm>
            <a:off x="3455250" y="3106603"/>
            <a:ext cx="22311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926" name="Google Shape;926;p20"/>
          <p:cNvSpPr txBox="1"/>
          <p:nvPr>
            <p:ph idx="15" type="subTitle"/>
          </p:nvPr>
        </p:nvSpPr>
        <p:spPr>
          <a:xfrm>
            <a:off x="6190500" y="3106603"/>
            <a:ext cx="2231100" cy="4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zha One"/>
              <a:buNone/>
              <a:defRPr sz="24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grpSp>
        <p:nvGrpSpPr>
          <p:cNvPr id="927" name="Google Shape;927;p20"/>
          <p:cNvGrpSpPr/>
          <p:nvPr/>
        </p:nvGrpSpPr>
        <p:grpSpPr>
          <a:xfrm>
            <a:off x="7858599" y="1102"/>
            <a:ext cx="572360" cy="572678"/>
            <a:chOff x="7727534" y="1110"/>
            <a:chExt cx="703837" cy="704228"/>
          </a:xfrm>
        </p:grpSpPr>
        <p:sp>
          <p:nvSpPr>
            <p:cNvPr id="928" name="Google Shape;928;p20"/>
            <p:cNvSpPr/>
            <p:nvPr/>
          </p:nvSpPr>
          <p:spPr>
            <a:xfrm>
              <a:off x="7727534" y="1110"/>
              <a:ext cx="703837" cy="704228"/>
            </a:xfrm>
            <a:custGeom>
              <a:rect b="b" l="l" r="r" t="t"/>
              <a:pathLst>
                <a:path extrusionOk="0" h="18034" w="18024">
                  <a:moveTo>
                    <a:pt x="8818" y="0"/>
                  </a:moveTo>
                  <a:cubicBezTo>
                    <a:pt x="8004" y="0"/>
                    <a:pt x="7352" y="652"/>
                    <a:pt x="7352" y="1466"/>
                  </a:cubicBezTo>
                  <a:cubicBezTo>
                    <a:pt x="7352" y="2349"/>
                    <a:pt x="6628" y="2933"/>
                    <a:pt x="5873" y="2933"/>
                  </a:cubicBezTo>
                  <a:cubicBezTo>
                    <a:pt x="5513" y="2933"/>
                    <a:pt x="5146" y="2801"/>
                    <a:pt x="4847" y="2505"/>
                  </a:cubicBezTo>
                  <a:cubicBezTo>
                    <a:pt x="4562" y="2215"/>
                    <a:pt x="4188" y="2070"/>
                    <a:pt x="3812" y="2070"/>
                  </a:cubicBezTo>
                  <a:cubicBezTo>
                    <a:pt x="3437" y="2070"/>
                    <a:pt x="3060" y="2215"/>
                    <a:pt x="2770" y="2505"/>
                  </a:cubicBezTo>
                  <a:lnTo>
                    <a:pt x="2495" y="2780"/>
                  </a:lnTo>
                  <a:cubicBezTo>
                    <a:pt x="1925" y="3350"/>
                    <a:pt x="1925" y="4277"/>
                    <a:pt x="2495" y="4847"/>
                  </a:cubicBezTo>
                  <a:cubicBezTo>
                    <a:pt x="3422" y="5774"/>
                    <a:pt x="2770" y="7352"/>
                    <a:pt x="1467" y="7352"/>
                  </a:cubicBezTo>
                  <a:cubicBezTo>
                    <a:pt x="652" y="7352"/>
                    <a:pt x="0" y="8014"/>
                    <a:pt x="0" y="8818"/>
                  </a:cubicBezTo>
                  <a:lnTo>
                    <a:pt x="0" y="9205"/>
                  </a:lnTo>
                  <a:cubicBezTo>
                    <a:pt x="0" y="10020"/>
                    <a:pt x="652" y="10671"/>
                    <a:pt x="1467" y="10671"/>
                  </a:cubicBezTo>
                  <a:cubicBezTo>
                    <a:pt x="2770" y="10671"/>
                    <a:pt x="3422" y="12250"/>
                    <a:pt x="2495" y="13176"/>
                  </a:cubicBezTo>
                  <a:cubicBezTo>
                    <a:pt x="1925" y="13746"/>
                    <a:pt x="1925" y="14673"/>
                    <a:pt x="2495" y="15253"/>
                  </a:cubicBezTo>
                  <a:lnTo>
                    <a:pt x="2770" y="15528"/>
                  </a:lnTo>
                  <a:cubicBezTo>
                    <a:pt x="3060" y="15813"/>
                    <a:pt x="3437" y="15956"/>
                    <a:pt x="3812" y="15956"/>
                  </a:cubicBezTo>
                  <a:cubicBezTo>
                    <a:pt x="4188" y="15956"/>
                    <a:pt x="4562" y="15813"/>
                    <a:pt x="4847" y="15528"/>
                  </a:cubicBezTo>
                  <a:cubicBezTo>
                    <a:pt x="5148" y="15228"/>
                    <a:pt x="5516" y="15094"/>
                    <a:pt x="5877" y="15094"/>
                  </a:cubicBezTo>
                  <a:cubicBezTo>
                    <a:pt x="6631" y="15094"/>
                    <a:pt x="7352" y="15679"/>
                    <a:pt x="7352" y="16567"/>
                  </a:cubicBezTo>
                  <a:cubicBezTo>
                    <a:pt x="7352" y="17371"/>
                    <a:pt x="8004" y="18033"/>
                    <a:pt x="8818" y="18033"/>
                  </a:cubicBezTo>
                  <a:lnTo>
                    <a:pt x="9205" y="18033"/>
                  </a:lnTo>
                  <a:cubicBezTo>
                    <a:pt x="10010" y="18033"/>
                    <a:pt x="10672" y="17371"/>
                    <a:pt x="10672" y="16567"/>
                  </a:cubicBezTo>
                  <a:cubicBezTo>
                    <a:pt x="10672" y="15679"/>
                    <a:pt x="11393" y="15094"/>
                    <a:pt x="12146" y="15094"/>
                  </a:cubicBezTo>
                  <a:cubicBezTo>
                    <a:pt x="12508" y="15094"/>
                    <a:pt x="12876" y="15228"/>
                    <a:pt x="13177" y="15528"/>
                  </a:cubicBezTo>
                  <a:cubicBezTo>
                    <a:pt x="13462" y="15813"/>
                    <a:pt x="13836" y="15956"/>
                    <a:pt x="14210" y="15956"/>
                  </a:cubicBezTo>
                  <a:cubicBezTo>
                    <a:pt x="14584" y="15956"/>
                    <a:pt x="14958" y="15813"/>
                    <a:pt x="15244" y="15528"/>
                  </a:cubicBezTo>
                  <a:lnTo>
                    <a:pt x="15518" y="15253"/>
                  </a:lnTo>
                  <a:cubicBezTo>
                    <a:pt x="16099" y="14673"/>
                    <a:pt x="16099" y="13746"/>
                    <a:pt x="15518" y="13176"/>
                  </a:cubicBezTo>
                  <a:cubicBezTo>
                    <a:pt x="14602" y="12250"/>
                    <a:pt x="15254" y="10671"/>
                    <a:pt x="16557" y="10671"/>
                  </a:cubicBezTo>
                  <a:cubicBezTo>
                    <a:pt x="17372" y="10671"/>
                    <a:pt x="18023" y="10020"/>
                    <a:pt x="18023" y="9205"/>
                  </a:cubicBezTo>
                  <a:lnTo>
                    <a:pt x="18023" y="8818"/>
                  </a:lnTo>
                  <a:cubicBezTo>
                    <a:pt x="18023" y="8014"/>
                    <a:pt x="17372" y="7352"/>
                    <a:pt x="16557" y="7352"/>
                  </a:cubicBezTo>
                  <a:cubicBezTo>
                    <a:pt x="15254" y="7352"/>
                    <a:pt x="14602" y="5774"/>
                    <a:pt x="15518" y="4847"/>
                  </a:cubicBezTo>
                  <a:cubicBezTo>
                    <a:pt x="16099" y="4277"/>
                    <a:pt x="16099" y="3350"/>
                    <a:pt x="15518" y="2780"/>
                  </a:cubicBezTo>
                  <a:lnTo>
                    <a:pt x="15244" y="2505"/>
                  </a:lnTo>
                  <a:cubicBezTo>
                    <a:pt x="14958" y="2215"/>
                    <a:pt x="14584" y="2070"/>
                    <a:pt x="14210" y="2070"/>
                  </a:cubicBezTo>
                  <a:cubicBezTo>
                    <a:pt x="13836" y="2070"/>
                    <a:pt x="13462" y="2215"/>
                    <a:pt x="13177" y="2505"/>
                  </a:cubicBezTo>
                  <a:cubicBezTo>
                    <a:pt x="12878" y="2801"/>
                    <a:pt x="12511" y="2933"/>
                    <a:pt x="12151" y="2933"/>
                  </a:cubicBezTo>
                  <a:cubicBezTo>
                    <a:pt x="11396" y="2933"/>
                    <a:pt x="10672" y="2349"/>
                    <a:pt x="10672" y="1466"/>
                  </a:cubicBezTo>
                  <a:cubicBezTo>
                    <a:pt x="10672" y="652"/>
                    <a:pt x="10010" y="0"/>
                    <a:pt x="9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0"/>
            <p:cNvSpPr/>
            <p:nvPr/>
          </p:nvSpPr>
          <p:spPr>
            <a:xfrm>
              <a:off x="8024158" y="297734"/>
              <a:ext cx="110590" cy="110551"/>
            </a:xfrm>
            <a:custGeom>
              <a:rect b="b" l="l" r="r" t="t"/>
              <a:pathLst>
                <a:path extrusionOk="0" h="2831" w="2832">
                  <a:moveTo>
                    <a:pt x="1416" y="0"/>
                  </a:moveTo>
                  <a:cubicBezTo>
                    <a:pt x="1131" y="632"/>
                    <a:pt x="622" y="1130"/>
                    <a:pt x="1" y="1416"/>
                  </a:cubicBezTo>
                  <a:cubicBezTo>
                    <a:pt x="622" y="1701"/>
                    <a:pt x="1131" y="2210"/>
                    <a:pt x="1416" y="2831"/>
                  </a:cubicBezTo>
                  <a:cubicBezTo>
                    <a:pt x="1701" y="2210"/>
                    <a:pt x="2200" y="1701"/>
                    <a:pt x="2831" y="1416"/>
                  </a:cubicBezTo>
                  <a:cubicBezTo>
                    <a:pt x="2200" y="1130"/>
                    <a:pt x="1701" y="632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0"/>
            <p:cNvSpPr/>
            <p:nvPr/>
          </p:nvSpPr>
          <p:spPr>
            <a:xfrm>
              <a:off x="7895332" y="297734"/>
              <a:ext cx="110590" cy="110551"/>
            </a:xfrm>
            <a:custGeom>
              <a:rect b="b" l="l" r="r" t="t"/>
              <a:pathLst>
                <a:path extrusionOk="0" h="2831" w="2832">
                  <a:moveTo>
                    <a:pt x="1416" y="0"/>
                  </a:moveTo>
                  <a:cubicBezTo>
                    <a:pt x="1131" y="632"/>
                    <a:pt x="622" y="1130"/>
                    <a:pt x="0" y="1416"/>
                  </a:cubicBezTo>
                  <a:cubicBezTo>
                    <a:pt x="622" y="1701"/>
                    <a:pt x="1131" y="2210"/>
                    <a:pt x="1416" y="2831"/>
                  </a:cubicBezTo>
                  <a:cubicBezTo>
                    <a:pt x="1701" y="2210"/>
                    <a:pt x="2200" y="1701"/>
                    <a:pt x="2831" y="1416"/>
                  </a:cubicBezTo>
                  <a:cubicBezTo>
                    <a:pt x="2200" y="1130"/>
                    <a:pt x="1701" y="632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0"/>
            <p:cNvSpPr/>
            <p:nvPr/>
          </p:nvSpPr>
          <p:spPr>
            <a:xfrm>
              <a:off x="8168877" y="297734"/>
              <a:ext cx="110590" cy="110551"/>
            </a:xfrm>
            <a:custGeom>
              <a:rect b="b" l="l" r="r" t="t"/>
              <a:pathLst>
                <a:path extrusionOk="0" h="2831" w="2832">
                  <a:moveTo>
                    <a:pt x="1416" y="0"/>
                  </a:moveTo>
                  <a:cubicBezTo>
                    <a:pt x="1131" y="632"/>
                    <a:pt x="632" y="1130"/>
                    <a:pt x="1" y="1416"/>
                  </a:cubicBezTo>
                  <a:cubicBezTo>
                    <a:pt x="632" y="1701"/>
                    <a:pt x="1131" y="2210"/>
                    <a:pt x="1416" y="2831"/>
                  </a:cubicBezTo>
                  <a:cubicBezTo>
                    <a:pt x="1701" y="2210"/>
                    <a:pt x="2211" y="1701"/>
                    <a:pt x="2832" y="1416"/>
                  </a:cubicBezTo>
                  <a:cubicBezTo>
                    <a:pt x="2211" y="1130"/>
                    <a:pt x="1701" y="632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0"/>
            <p:cNvSpPr/>
            <p:nvPr/>
          </p:nvSpPr>
          <p:spPr>
            <a:xfrm>
              <a:off x="8024158" y="414610"/>
              <a:ext cx="110590" cy="110590"/>
            </a:xfrm>
            <a:custGeom>
              <a:rect b="b" l="l" r="r" t="t"/>
              <a:pathLst>
                <a:path extrusionOk="0" h="2832" w="2832">
                  <a:moveTo>
                    <a:pt x="1416" y="1"/>
                  </a:moveTo>
                  <a:cubicBezTo>
                    <a:pt x="1131" y="622"/>
                    <a:pt x="622" y="1131"/>
                    <a:pt x="1" y="1416"/>
                  </a:cubicBezTo>
                  <a:cubicBezTo>
                    <a:pt x="622" y="1701"/>
                    <a:pt x="1131" y="2200"/>
                    <a:pt x="1416" y="2832"/>
                  </a:cubicBezTo>
                  <a:cubicBezTo>
                    <a:pt x="1701" y="2200"/>
                    <a:pt x="2200" y="1701"/>
                    <a:pt x="2831" y="1416"/>
                  </a:cubicBezTo>
                  <a:cubicBezTo>
                    <a:pt x="2200" y="1131"/>
                    <a:pt x="1701" y="622"/>
                    <a:pt x="14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0"/>
            <p:cNvSpPr/>
            <p:nvPr/>
          </p:nvSpPr>
          <p:spPr>
            <a:xfrm>
              <a:off x="8024158" y="181208"/>
              <a:ext cx="110590" cy="110590"/>
            </a:xfrm>
            <a:custGeom>
              <a:rect b="b" l="l" r="r" t="t"/>
              <a:pathLst>
                <a:path extrusionOk="0" h="2832" w="2832">
                  <a:moveTo>
                    <a:pt x="1416" y="1"/>
                  </a:moveTo>
                  <a:cubicBezTo>
                    <a:pt x="1131" y="622"/>
                    <a:pt x="622" y="1131"/>
                    <a:pt x="1" y="1416"/>
                  </a:cubicBezTo>
                  <a:cubicBezTo>
                    <a:pt x="622" y="1701"/>
                    <a:pt x="1131" y="2200"/>
                    <a:pt x="1416" y="2831"/>
                  </a:cubicBezTo>
                  <a:cubicBezTo>
                    <a:pt x="1701" y="2200"/>
                    <a:pt x="2200" y="1701"/>
                    <a:pt x="2831" y="1416"/>
                  </a:cubicBezTo>
                  <a:cubicBezTo>
                    <a:pt x="2200" y="1131"/>
                    <a:pt x="1701" y="622"/>
                    <a:pt x="14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1"/>
          <p:cNvSpPr/>
          <p:nvPr/>
        </p:nvSpPr>
        <p:spPr>
          <a:xfrm flipH="1" rot="10800000">
            <a:off x="7745974" y="4436187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1"/>
          <p:cNvSpPr/>
          <p:nvPr/>
        </p:nvSpPr>
        <p:spPr>
          <a:xfrm flipH="1" rot="10800000">
            <a:off x="8099064" y="4436187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1"/>
          <p:cNvSpPr/>
          <p:nvPr/>
        </p:nvSpPr>
        <p:spPr>
          <a:xfrm flipH="1" rot="10800000">
            <a:off x="8031078" y="4720120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1"/>
          <p:cNvSpPr/>
          <p:nvPr/>
        </p:nvSpPr>
        <p:spPr>
          <a:xfrm flipH="1" rot="10800000">
            <a:off x="7880384" y="4720120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1"/>
          <p:cNvSpPr/>
          <p:nvPr/>
        </p:nvSpPr>
        <p:spPr>
          <a:xfrm flipH="1" rot="10800000">
            <a:off x="8179390" y="4720120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1"/>
          <p:cNvSpPr/>
          <p:nvPr/>
        </p:nvSpPr>
        <p:spPr>
          <a:xfrm flipH="1">
            <a:off x="8448585" y="-6934"/>
            <a:ext cx="704228" cy="704228"/>
          </a:xfrm>
          <a:custGeom>
            <a:rect b="b" l="l" r="r" t="t"/>
            <a:pathLst>
              <a:path extrusionOk="0" h="18034" w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1"/>
          <p:cNvSpPr/>
          <p:nvPr/>
        </p:nvSpPr>
        <p:spPr>
          <a:xfrm flipH="1">
            <a:off x="8448585" y="345375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1"/>
          <p:cNvSpPr/>
          <p:nvPr/>
        </p:nvSpPr>
        <p:spPr>
          <a:xfrm flipH="1">
            <a:off x="8801675" y="-6934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1"/>
          <p:cNvSpPr/>
          <p:nvPr/>
        </p:nvSpPr>
        <p:spPr>
          <a:xfrm flipH="1" rot="10800000">
            <a:off x="8448563" y="697665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1"/>
          <p:cNvSpPr/>
          <p:nvPr/>
        </p:nvSpPr>
        <p:spPr>
          <a:xfrm flipH="1" rot="10800000">
            <a:off x="8414785" y="698563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1"/>
          <p:cNvSpPr/>
          <p:nvPr/>
        </p:nvSpPr>
        <p:spPr>
          <a:xfrm flipH="1" rot="10800000">
            <a:off x="8569853" y="819735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1"/>
          <p:cNvSpPr/>
          <p:nvPr/>
        </p:nvSpPr>
        <p:spPr>
          <a:xfrm flipH="1" rot="10800000">
            <a:off x="7034887" y="5108989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1"/>
          <p:cNvSpPr/>
          <p:nvPr/>
        </p:nvSpPr>
        <p:spPr>
          <a:xfrm flipH="1" rot="10800000">
            <a:off x="7034887" y="5047759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1"/>
          <p:cNvSpPr/>
          <p:nvPr/>
        </p:nvSpPr>
        <p:spPr>
          <a:xfrm flipH="1" rot="10800000">
            <a:off x="7034887" y="4986529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1"/>
          <p:cNvSpPr/>
          <p:nvPr/>
        </p:nvSpPr>
        <p:spPr>
          <a:xfrm flipH="1" rot="10800000">
            <a:off x="7034887" y="4925298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1"/>
          <p:cNvSpPr/>
          <p:nvPr/>
        </p:nvSpPr>
        <p:spPr>
          <a:xfrm flipH="1" rot="10800000">
            <a:off x="7034887" y="4864029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1"/>
          <p:cNvSpPr/>
          <p:nvPr/>
        </p:nvSpPr>
        <p:spPr>
          <a:xfrm flipH="1" rot="10800000">
            <a:off x="8459401" y="4786884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1"/>
          <p:cNvSpPr/>
          <p:nvPr/>
        </p:nvSpPr>
        <p:spPr>
          <a:xfrm flipH="1" rot="10800000">
            <a:off x="8480879" y="4666805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1"/>
          <p:cNvSpPr/>
          <p:nvPr/>
        </p:nvSpPr>
        <p:spPr>
          <a:xfrm flipH="1" rot="10800000">
            <a:off x="8541719" y="4561058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1"/>
          <p:cNvSpPr/>
          <p:nvPr/>
        </p:nvSpPr>
        <p:spPr>
          <a:xfrm flipH="1" rot="10800000">
            <a:off x="8635166" y="4482724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1"/>
          <p:cNvSpPr/>
          <p:nvPr/>
        </p:nvSpPr>
        <p:spPr>
          <a:xfrm flipH="1" rot="10800000">
            <a:off x="8750090" y="4440979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1"/>
          <p:cNvSpPr/>
          <p:nvPr/>
        </p:nvSpPr>
        <p:spPr>
          <a:xfrm flipH="1" rot="10800000">
            <a:off x="8810930" y="4440979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1"/>
          <p:cNvSpPr/>
          <p:nvPr/>
        </p:nvSpPr>
        <p:spPr>
          <a:xfrm flipH="1" rot="10800000">
            <a:off x="8810930" y="4482724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1"/>
          <p:cNvSpPr/>
          <p:nvPr/>
        </p:nvSpPr>
        <p:spPr>
          <a:xfrm flipH="1" rot="10800000">
            <a:off x="8810930" y="4561058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1"/>
          <p:cNvSpPr/>
          <p:nvPr/>
        </p:nvSpPr>
        <p:spPr>
          <a:xfrm flipH="1" rot="10800000">
            <a:off x="8810930" y="4666805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1"/>
          <p:cNvSpPr/>
          <p:nvPr/>
        </p:nvSpPr>
        <p:spPr>
          <a:xfrm flipH="1" rot="10800000">
            <a:off x="8810930" y="4786884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1"/>
          <p:cNvSpPr/>
          <p:nvPr/>
        </p:nvSpPr>
        <p:spPr>
          <a:xfrm flipH="1" rot="10800000">
            <a:off x="8810930" y="4786884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1"/>
          <p:cNvSpPr/>
          <p:nvPr/>
        </p:nvSpPr>
        <p:spPr>
          <a:xfrm flipH="1" rot="10800000">
            <a:off x="8810930" y="4786884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1"/>
          <p:cNvSpPr/>
          <p:nvPr/>
        </p:nvSpPr>
        <p:spPr>
          <a:xfrm flipH="1" rot="10800000">
            <a:off x="8810930" y="4786884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1"/>
          <p:cNvSpPr/>
          <p:nvPr/>
        </p:nvSpPr>
        <p:spPr>
          <a:xfrm flipH="1" rot="10800000">
            <a:off x="8810930" y="4786884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1"/>
          <p:cNvSpPr/>
          <p:nvPr/>
        </p:nvSpPr>
        <p:spPr>
          <a:xfrm flipH="1" rot="10800000">
            <a:off x="8750090" y="4786884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1"/>
          <p:cNvSpPr/>
          <p:nvPr/>
        </p:nvSpPr>
        <p:spPr>
          <a:xfrm flipH="1" rot="10800000">
            <a:off x="8750090" y="4786884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1"/>
          <p:cNvSpPr/>
          <p:nvPr/>
        </p:nvSpPr>
        <p:spPr>
          <a:xfrm flipH="1" rot="10800000">
            <a:off x="8635166" y="4786884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1"/>
          <p:cNvSpPr/>
          <p:nvPr/>
        </p:nvSpPr>
        <p:spPr>
          <a:xfrm flipH="1" rot="10800000">
            <a:off x="8541719" y="4786884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1"/>
          <p:cNvSpPr/>
          <p:nvPr/>
        </p:nvSpPr>
        <p:spPr>
          <a:xfrm flipH="1" rot="10800000">
            <a:off x="8480879" y="4786884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1"/>
          <p:cNvSpPr/>
          <p:nvPr/>
        </p:nvSpPr>
        <p:spPr>
          <a:xfrm flipH="1" rot="5400000">
            <a:off x="8623419" y="1578412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1"/>
          <p:cNvSpPr/>
          <p:nvPr/>
        </p:nvSpPr>
        <p:spPr>
          <a:xfrm rot="5400000">
            <a:off x="8440146" y="4082943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1"/>
          <p:cNvSpPr/>
          <p:nvPr/>
        </p:nvSpPr>
        <p:spPr>
          <a:xfrm rot="5400000">
            <a:off x="8792436" y="4082924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1"/>
          <p:cNvSpPr/>
          <p:nvPr/>
        </p:nvSpPr>
        <p:spPr>
          <a:xfrm rot="5400000">
            <a:off x="8792826" y="3731044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1"/>
          <p:cNvSpPr/>
          <p:nvPr/>
        </p:nvSpPr>
        <p:spPr>
          <a:xfrm flipH="1" rot="10800000">
            <a:off x="7735577" y="48150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1"/>
          <p:cNvSpPr/>
          <p:nvPr/>
        </p:nvSpPr>
        <p:spPr>
          <a:xfrm flipH="1" rot="10800000">
            <a:off x="7735577" y="42027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1"/>
          <p:cNvSpPr/>
          <p:nvPr/>
        </p:nvSpPr>
        <p:spPr>
          <a:xfrm flipH="1" rot="10800000">
            <a:off x="7735577" y="359045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1"/>
          <p:cNvSpPr/>
          <p:nvPr/>
        </p:nvSpPr>
        <p:spPr>
          <a:xfrm flipH="1" rot="10800000">
            <a:off x="7735577" y="297776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1"/>
          <p:cNvSpPr/>
          <p:nvPr/>
        </p:nvSpPr>
        <p:spPr>
          <a:xfrm flipH="1" rot="10800000">
            <a:off x="7735577" y="236545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1"/>
          <p:cNvSpPr/>
          <p:nvPr/>
        </p:nvSpPr>
        <p:spPr>
          <a:xfrm flipH="1" rot="10800000">
            <a:off x="7735577" y="175315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1"/>
          <p:cNvSpPr/>
          <p:nvPr/>
        </p:nvSpPr>
        <p:spPr>
          <a:xfrm flipH="1" rot="10800000">
            <a:off x="7735577" y="114084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1"/>
          <p:cNvSpPr/>
          <p:nvPr/>
        </p:nvSpPr>
        <p:spPr>
          <a:xfrm flipH="1" rot="10800000">
            <a:off x="7735577" y="52854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1"/>
          <p:cNvSpPr/>
          <p:nvPr/>
        </p:nvSpPr>
        <p:spPr>
          <a:xfrm flipH="1" rot="10800000">
            <a:off x="7735577" y="-8376"/>
            <a:ext cx="704228" cy="30264"/>
          </a:xfrm>
          <a:custGeom>
            <a:rect b="b" l="l" r="r" t="t"/>
            <a:pathLst>
              <a:path extrusionOk="0" h="775" w="18034">
                <a:moveTo>
                  <a:pt x="1" y="1"/>
                </a:moveTo>
                <a:lnTo>
                  <a:pt x="1" y="774"/>
                </a:lnTo>
                <a:lnTo>
                  <a:pt x="18034" y="774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1"/>
          <p:cNvSpPr/>
          <p:nvPr/>
        </p:nvSpPr>
        <p:spPr>
          <a:xfrm flipH="1" rot="10800000">
            <a:off x="7383659" y="-8573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1"/>
          <p:cNvSpPr txBox="1"/>
          <p:nvPr>
            <p:ph hasCustomPrompt="1" type="title"/>
          </p:nvPr>
        </p:nvSpPr>
        <p:spPr>
          <a:xfrm>
            <a:off x="4555186" y="2039941"/>
            <a:ext cx="241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5" name="Google Shape;985;p21"/>
          <p:cNvSpPr txBox="1"/>
          <p:nvPr>
            <p:ph idx="1" type="subTitle"/>
          </p:nvPr>
        </p:nvSpPr>
        <p:spPr>
          <a:xfrm>
            <a:off x="4555186" y="2705451"/>
            <a:ext cx="2412600" cy="3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6" name="Google Shape;986;p21"/>
          <p:cNvSpPr txBox="1"/>
          <p:nvPr>
            <p:ph hasCustomPrompt="1" idx="2" type="title"/>
          </p:nvPr>
        </p:nvSpPr>
        <p:spPr>
          <a:xfrm>
            <a:off x="4555186" y="722750"/>
            <a:ext cx="241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1"/>
          <p:cNvSpPr txBox="1"/>
          <p:nvPr>
            <p:ph idx="3" type="subTitle"/>
          </p:nvPr>
        </p:nvSpPr>
        <p:spPr>
          <a:xfrm>
            <a:off x="4555186" y="1388253"/>
            <a:ext cx="2412600" cy="3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8" name="Google Shape;988;p21"/>
          <p:cNvSpPr txBox="1"/>
          <p:nvPr>
            <p:ph hasCustomPrompt="1" idx="4" type="title"/>
          </p:nvPr>
        </p:nvSpPr>
        <p:spPr>
          <a:xfrm>
            <a:off x="4555186" y="3357131"/>
            <a:ext cx="241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1"/>
          <p:cNvSpPr txBox="1"/>
          <p:nvPr>
            <p:ph idx="5" type="subTitle"/>
          </p:nvPr>
        </p:nvSpPr>
        <p:spPr>
          <a:xfrm>
            <a:off x="4555186" y="4022650"/>
            <a:ext cx="2412600" cy="3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0" name="Google Shape;990;p21"/>
          <p:cNvSpPr/>
          <p:nvPr>
            <p:ph idx="6" type="pic"/>
          </p:nvPr>
        </p:nvSpPr>
        <p:spPr>
          <a:xfrm>
            <a:off x="-8775" y="-18400"/>
            <a:ext cx="2993400" cy="516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22"/>
          <p:cNvSpPr/>
          <p:nvPr/>
        </p:nvSpPr>
        <p:spPr>
          <a:xfrm>
            <a:off x="8433598" y="70459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2"/>
          <p:cNvSpPr/>
          <p:nvPr/>
        </p:nvSpPr>
        <p:spPr>
          <a:xfrm>
            <a:off x="8433598" y="7658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2"/>
          <p:cNvSpPr/>
          <p:nvPr/>
        </p:nvSpPr>
        <p:spPr>
          <a:xfrm>
            <a:off x="8433598" y="8270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2"/>
          <p:cNvSpPr/>
          <p:nvPr/>
        </p:nvSpPr>
        <p:spPr>
          <a:xfrm>
            <a:off x="8433598" y="8882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2"/>
          <p:cNvSpPr/>
          <p:nvPr/>
        </p:nvSpPr>
        <p:spPr>
          <a:xfrm>
            <a:off x="8433598" y="9495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2"/>
          <p:cNvSpPr/>
          <p:nvPr/>
        </p:nvSpPr>
        <p:spPr>
          <a:xfrm>
            <a:off x="8433598" y="10107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2"/>
          <p:cNvSpPr/>
          <p:nvPr/>
        </p:nvSpPr>
        <p:spPr>
          <a:xfrm>
            <a:off x="8433598" y="107201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2"/>
          <p:cNvSpPr/>
          <p:nvPr/>
        </p:nvSpPr>
        <p:spPr>
          <a:xfrm>
            <a:off x="8433598" y="113324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2"/>
          <p:cNvSpPr/>
          <p:nvPr/>
        </p:nvSpPr>
        <p:spPr>
          <a:xfrm>
            <a:off x="8433598" y="11940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2"/>
          <p:cNvSpPr/>
          <p:nvPr/>
        </p:nvSpPr>
        <p:spPr>
          <a:xfrm>
            <a:off x="8433598" y="1255708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2"/>
          <p:cNvSpPr/>
          <p:nvPr/>
        </p:nvSpPr>
        <p:spPr>
          <a:xfrm>
            <a:off x="8433598" y="131654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2"/>
          <p:cNvSpPr/>
          <p:nvPr/>
        </p:nvSpPr>
        <p:spPr>
          <a:xfrm>
            <a:off x="8433598" y="137777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2"/>
          <p:cNvSpPr/>
          <p:nvPr/>
        </p:nvSpPr>
        <p:spPr>
          <a:xfrm>
            <a:off x="8433207" y="14083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2"/>
          <p:cNvSpPr/>
          <p:nvPr/>
        </p:nvSpPr>
        <p:spPr>
          <a:xfrm>
            <a:off x="8399429" y="14092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2"/>
          <p:cNvSpPr/>
          <p:nvPr/>
        </p:nvSpPr>
        <p:spPr>
          <a:xfrm>
            <a:off x="8554497" y="15304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2"/>
          <p:cNvSpPr/>
          <p:nvPr/>
        </p:nvSpPr>
        <p:spPr>
          <a:xfrm>
            <a:off x="8450800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22"/>
          <p:cNvSpPr/>
          <p:nvPr/>
        </p:nvSpPr>
        <p:spPr>
          <a:xfrm>
            <a:off x="8472278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2"/>
          <p:cNvSpPr/>
          <p:nvPr/>
        </p:nvSpPr>
        <p:spPr>
          <a:xfrm>
            <a:off x="853311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2"/>
          <p:cNvSpPr/>
          <p:nvPr/>
        </p:nvSpPr>
        <p:spPr>
          <a:xfrm>
            <a:off x="8626564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2"/>
          <p:cNvSpPr/>
          <p:nvPr/>
        </p:nvSpPr>
        <p:spPr>
          <a:xfrm>
            <a:off x="8741488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2"/>
          <p:cNvSpPr/>
          <p:nvPr/>
        </p:nvSpPr>
        <p:spPr>
          <a:xfrm>
            <a:off x="8802328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2"/>
          <p:cNvSpPr/>
          <p:nvPr/>
        </p:nvSpPr>
        <p:spPr>
          <a:xfrm>
            <a:off x="8802328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2"/>
          <p:cNvSpPr/>
          <p:nvPr/>
        </p:nvSpPr>
        <p:spPr>
          <a:xfrm>
            <a:off x="880232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2"/>
          <p:cNvSpPr/>
          <p:nvPr/>
        </p:nvSpPr>
        <p:spPr>
          <a:xfrm>
            <a:off x="8802328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2"/>
          <p:cNvSpPr/>
          <p:nvPr/>
        </p:nvSpPr>
        <p:spPr>
          <a:xfrm>
            <a:off x="8802328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2"/>
          <p:cNvSpPr/>
          <p:nvPr/>
        </p:nvSpPr>
        <p:spPr>
          <a:xfrm>
            <a:off x="8802328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2"/>
          <p:cNvSpPr/>
          <p:nvPr/>
        </p:nvSpPr>
        <p:spPr>
          <a:xfrm>
            <a:off x="880232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2"/>
          <p:cNvSpPr/>
          <p:nvPr/>
        </p:nvSpPr>
        <p:spPr>
          <a:xfrm>
            <a:off x="8802328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2"/>
          <p:cNvSpPr/>
          <p:nvPr/>
        </p:nvSpPr>
        <p:spPr>
          <a:xfrm>
            <a:off x="8802328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2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2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2"/>
          <p:cNvSpPr/>
          <p:nvPr/>
        </p:nvSpPr>
        <p:spPr>
          <a:xfrm>
            <a:off x="8626564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2"/>
          <p:cNvSpPr/>
          <p:nvPr/>
        </p:nvSpPr>
        <p:spPr>
          <a:xfrm>
            <a:off x="853311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22"/>
          <p:cNvSpPr/>
          <p:nvPr/>
        </p:nvSpPr>
        <p:spPr>
          <a:xfrm>
            <a:off x="8472278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2"/>
          <p:cNvSpPr/>
          <p:nvPr/>
        </p:nvSpPr>
        <p:spPr>
          <a:xfrm>
            <a:off x="7876339" y="374"/>
            <a:ext cx="556342" cy="556033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22"/>
          <p:cNvSpPr/>
          <p:nvPr/>
        </p:nvSpPr>
        <p:spPr>
          <a:xfrm>
            <a:off x="7876955" y="1021"/>
            <a:ext cx="555108" cy="55507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2"/>
          <p:cNvSpPr/>
          <p:nvPr/>
        </p:nvSpPr>
        <p:spPr>
          <a:xfrm>
            <a:off x="7955766" y="96605"/>
            <a:ext cx="398757" cy="363577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2"/>
          <p:cNvSpPr/>
          <p:nvPr/>
        </p:nvSpPr>
        <p:spPr>
          <a:xfrm>
            <a:off x="8791662" y="2112971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2"/>
          <p:cNvSpPr/>
          <p:nvPr/>
        </p:nvSpPr>
        <p:spPr>
          <a:xfrm>
            <a:off x="7319967" y="223"/>
            <a:ext cx="556372" cy="278202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22"/>
          <p:cNvSpPr/>
          <p:nvPr/>
        </p:nvSpPr>
        <p:spPr>
          <a:xfrm>
            <a:off x="7736631" y="264092"/>
            <a:ext cx="339" cy="1418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22"/>
          <p:cNvSpPr/>
          <p:nvPr/>
        </p:nvSpPr>
        <p:spPr>
          <a:xfrm>
            <a:off x="8791684" y="4787335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2"/>
          <p:cNvSpPr/>
          <p:nvPr/>
        </p:nvSpPr>
        <p:spPr>
          <a:xfrm>
            <a:off x="8791684" y="4435416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22"/>
          <p:cNvSpPr/>
          <p:nvPr/>
        </p:nvSpPr>
        <p:spPr>
          <a:xfrm>
            <a:off x="8439765" y="4435025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22"/>
          <p:cNvSpPr/>
          <p:nvPr/>
        </p:nvSpPr>
        <p:spPr>
          <a:xfrm>
            <a:off x="7883915" y="4583449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2"/>
          <p:cNvSpPr/>
          <p:nvPr/>
        </p:nvSpPr>
        <p:spPr>
          <a:xfrm>
            <a:off x="7883915" y="4631782"/>
            <a:ext cx="555898" cy="24198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22"/>
          <p:cNvSpPr/>
          <p:nvPr/>
        </p:nvSpPr>
        <p:spPr>
          <a:xfrm>
            <a:off x="7883915" y="4680115"/>
            <a:ext cx="555898" cy="24198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22"/>
          <p:cNvSpPr/>
          <p:nvPr/>
        </p:nvSpPr>
        <p:spPr>
          <a:xfrm>
            <a:off x="7883915" y="4728448"/>
            <a:ext cx="555898" cy="24198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2"/>
          <p:cNvSpPr/>
          <p:nvPr/>
        </p:nvSpPr>
        <p:spPr>
          <a:xfrm>
            <a:off x="7883915" y="4776781"/>
            <a:ext cx="555898" cy="24198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2"/>
          <p:cNvSpPr/>
          <p:nvPr/>
        </p:nvSpPr>
        <p:spPr>
          <a:xfrm>
            <a:off x="7883915" y="4825114"/>
            <a:ext cx="555898" cy="24198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22"/>
          <p:cNvSpPr/>
          <p:nvPr/>
        </p:nvSpPr>
        <p:spPr>
          <a:xfrm>
            <a:off x="7883915" y="4873478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2"/>
          <p:cNvSpPr/>
          <p:nvPr/>
        </p:nvSpPr>
        <p:spPr>
          <a:xfrm>
            <a:off x="7883915" y="4921811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22"/>
          <p:cNvSpPr/>
          <p:nvPr/>
        </p:nvSpPr>
        <p:spPr>
          <a:xfrm>
            <a:off x="7883915" y="4970144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2"/>
          <p:cNvSpPr/>
          <p:nvPr/>
        </p:nvSpPr>
        <p:spPr>
          <a:xfrm>
            <a:off x="7883915" y="5018477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2"/>
          <p:cNvSpPr/>
          <p:nvPr/>
        </p:nvSpPr>
        <p:spPr>
          <a:xfrm>
            <a:off x="7883915" y="5066810"/>
            <a:ext cx="555898" cy="24198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46" name="Google Shape;1046;p22"/>
          <p:cNvSpPr/>
          <p:nvPr/>
        </p:nvSpPr>
        <p:spPr>
          <a:xfrm>
            <a:off x="7328059" y="4583449"/>
            <a:ext cx="555898" cy="55620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2"/>
          <p:cNvSpPr/>
          <p:nvPr/>
        </p:nvSpPr>
        <p:spPr>
          <a:xfrm rot="5400000">
            <a:off x="6772192" y="4583449"/>
            <a:ext cx="555898" cy="556206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2"/>
          <p:cNvSpPr/>
          <p:nvPr/>
        </p:nvSpPr>
        <p:spPr>
          <a:xfrm>
            <a:off x="7606126" y="4861704"/>
            <a:ext cx="277826" cy="277795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2"/>
          <p:cNvSpPr/>
          <p:nvPr/>
        </p:nvSpPr>
        <p:spPr>
          <a:xfrm rot="10800000">
            <a:off x="1538259" y="256235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2"/>
          <p:cNvSpPr/>
          <p:nvPr/>
        </p:nvSpPr>
        <p:spPr>
          <a:xfrm rot="10800000">
            <a:off x="1538259" y="192183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22"/>
          <p:cNvSpPr/>
          <p:nvPr/>
        </p:nvSpPr>
        <p:spPr>
          <a:xfrm rot="10800000">
            <a:off x="1538259" y="128130"/>
            <a:ext cx="696691" cy="32067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2"/>
          <p:cNvSpPr/>
          <p:nvPr/>
        </p:nvSpPr>
        <p:spPr>
          <a:xfrm rot="10800000">
            <a:off x="1538259" y="64078"/>
            <a:ext cx="696691" cy="32067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22"/>
          <p:cNvSpPr/>
          <p:nvPr/>
        </p:nvSpPr>
        <p:spPr>
          <a:xfrm rot="10800000">
            <a:off x="1538259" y="25"/>
            <a:ext cx="696691" cy="31659"/>
          </a:xfrm>
          <a:custGeom>
            <a:rect b="b" l="l" r="r" t="t"/>
            <a:pathLst>
              <a:path extrusionOk="0" h="775" w="17841">
                <a:moveTo>
                  <a:pt x="1" y="1"/>
                </a:moveTo>
                <a:lnTo>
                  <a:pt x="1" y="775"/>
                </a:lnTo>
                <a:lnTo>
                  <a:pt x="17840" y="77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2"/>
          <p:cNvSpPr/>
          <p:nvPr/>
        </p:nvSpPr>
        <p:spPr>
          <a:xfrm rot="10800000">
            <a:off x="1538259" y="320308"/>
            <a:ext cx="696691" cy="32067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22"/>
          <p:cNvSpPr/>
          <p:nvPr/>
        </p:nvSpPr>
        <p:spPr>
          <a:xfrm>
            <a:off x="-4" y="5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0"/>
                </a:moveTo>
                <a:lnTo>
                  <a:pt x="0" y="18033"/>
                </a:lnTo>
                <a:lnTo>
                  <a:pt x="18044" y="18033"/>
                </a:lnTo>
                <a:lnTo>
                  <a:pt x="18044" y="0"/>
                </a:lnTo>
                <a:close/>
              </a:path>
            </a:pathLst>
          </a:custGeom>
          <a:solidFill>
            <a:srgbClr val="F9F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2"/>
          <p:cNvSpPr/>
          <p:nvPr/>
        </p:nvSpPr>
        <p:spPr>
          <a:xfrm>
            <a:off x="-4" y="396"/>
            <a:ext cx="351528" cy="703056"/>
          </a:xfrm>
          <a:custGeom>
            <a:rect b="b" l="l" r="r" t="t"/>
            <a:pathLst>
              <a:path extrusionOk="0" h="18004" w="9002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22"/>
          <p:cNvSpPr/>
          <p:nvPr/>
        </p:nvSpPr>
        <p:spPr>
          <a:xfrm>
            <a:off x="353086" y="396"/>
            <a:ext cx="351528" cy="703056"/>
          </a:xfrm>
          <a:custGeom>
            <a:rect b="b" l="l" r="r" t="t"/>
            <a:pathLst>
              <a:path extrusionOk="0" h="18004" w="9002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22"/>
          <p:cNvSpPr/>
          <p:nvPr/>
        </p:nvSpPr>
        <p:spPr>
          <a:xfrm>
            <a:off x="285100" y="28471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2"/>
          <p:cNvSpPr/>
          <p:nvPr/>
        </p:nvSpPr>
        <p:spPr>
          <a:xfrm>
            <a:off x="134406" y="284719"/>
            <a:ext cx="134801" cy="134801"/>
          </a:xfrm>
          <a:custGeom>
            <a:rect b="b" l="l" r="r" t="t"/>
            <a:pathLst>
              <a:path extrusionOk="0" h="3452" w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2"/>
          <p:cNvSpPr/>
          <p:nvPr/>
        </p:nvSpPr>
        <p:spPr>
          <a:xfrm>
            <a:off x="433412" y="284719"/>
            <a:ext cx="134410" cy="134801"/>
          </a:xfrm>
          <a:custGeom>
            <a:rect b="b" l="l" r="r" t="t"/>
            <a:pathLst>
              <a:path extrusionOk="0" h="3452" w="344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2"/>
          <p:cNvSpPr/>
          <p:nvPr/>
        </p:nvSpPr>
        <p:spPr>
          <a:xfrm>
            <a:off x="568603" y="12886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57"/>
                  <a:pt x="0" y="805"/>
                </a:cubicBezTo>
                <a:cubicBezTo>
                  <a:pt x="0" y="1243"/>
                  <a:pt x="36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2"/>
          <p:cNvSpPr/>
          <p:nvPr/>
        </p:nvSpPr>
        <p:spPr>
          <a:xfrm>
            <a:off x="568603" y="1183337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57"/>
                  <a:pt x="0" y="805"/>
                </a:cubicBezTo>
                <a:cubicBezTo>
                  <a:pt x="0" y="1242"/>
                  <a:pt x="36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22"/>
          <p:cNvSpPr/>
          <p:nvPr/>
        </p:nvSpPr>
        <p:spPr>
          <a:xfrm>
            <a:off x="568603" y="107755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2"/>
          <p:cNvSpPr/>
          <p:nvPr/>
        </p:nvSpPr>
        <p:spPr>
          <a:xfrm>
            <a:off x="568603" y="9721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2"/>
          <p:cNvSpPr/>
          <p:nvPr/>
        </p:nvSpPr>
        <p:spPr>
          <a:xfrm>
            <a:off x="568603" y="866837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2"/>
          <p:cNvSpPr/>
          <p:nvPr/>
        </p:nvSpPr>
        <p:spPr>
          <a:xfrm>
            <a:off x="568603" y="76144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2"/>
          <p:cNvSpPr/>
          <p:nvPr/>
        </p:nvSpPr>
        <p:spPr>
          <a:xfrm>
            <a:off x="444931" y="12886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9" y="1243"/>
                  <a:pt x="1609" y="805"/>
                </a:cubicBezTo>
                <a:cubicBezTo>
                  <a:pt x="1609" y="35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2"/>
          <p:cNvSpPr/>
          <p:nvPr/>
        </p:nvSpPr>
        <p:spPr>
          <a:xfrm>
            <a:off x="444931" y="1183337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9" y="1242"/>
                  <a:pt x="1609" y="805"/>
                </a:cubicBezTo>
                <a:cubicBezTo>
                  <a:pt x="1609" y="35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22"/>
          <p:cNvSpPr/>
          <p:nvPr/>
        </p:nvSpPr>
        <p:spPr>
          <a:xfrm>
            <a:off x="444931" y="107755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2"/>
          <p:cNvSpPr/>
          <p:nvPr/>
        </p:nvSpPr>
        <p:spPr>
          <a:xfrm>
            <a:off x="444931" y="9721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2"/>
          <p:cNvSpPr/>
          <p:nvPr/>
        </p:nvSpPr>
        <p:spPr>
          <a:xfrm>
            <a:off x="444931" y="866837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2"/>
          <p:cNvSpPr/>
          <p:nvPr/>
        </p:nvSpPr>
        <p:spPr>
          <a:xfrm>
            <a:off x="444931" y="76144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2"/>
          <p:cNvSpPr/>
          <p:nvPr/>
        </p:nvSpPr>
        <p:spPr>
          <a:xfrm>
            <a:off x="320870" y="12886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2"/>
          <p:cNvSpPr/>
          <p:nvPr/>
        </p:nvSpPr>
        <p:spPr>
          <a:xfrm>
            <a:off x="320870" y="1183337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22"/>
          <p:cNvSpPr/>
          <p:nvPr/>
        </p:nvSpPr>
        <p:spPr>
          <a:xfrm>
            <a:off x="320870" y="107755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22"/>
          <p:cNvSpPr/>
          <p:nvPr/>
        </p:nvSpPr>
        <p:spPr>
          <a:xfrm>
            <a:off x="320870" y="9721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2"/>
          <p:cNvSpPr/>
          <p:nvPr/>
        </p:nvSpPr>
        <p:spPr>
          <a:xfrm>
            <a:off x="320870" y="866837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2"/>
          <p:cNvSpPr/>
          <p:nvPr/>
        </p:nvSpPr>
        <p:spPr>
          <a:xfrm>
            <a:off x="320870" y="76144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2"/>
          <p:cNvSpPr/>
          <p:nvPr/>
        </p:nvSpPr>
        <p:spPr>
          <a:xfrm>
            <a:off x="197198" y="1288694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2"/>
          <p:cNvSpPr/>
          <p:nvPr/>
        </p:nvSpPr>
        <p:spPr>
          <a:xfrm>
            <a:off x="197198" y="1183337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22"/>
          <p:cNvSpPr/>
          <p:nvPr/>
        </p:nvSpPr>
        <p:spPr>
          <a:xfrm>
            <a:off x="197198" y="1077551"/>
            <a:ext cx="62480" cy="62870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22"/>
          <p:cNvSpPr/>
          <p:nvPr/>
        </p:nvSpPr>
        <p:spPr>
          <a:xfrm>
            <a:off x="197198" y="972194"/>
            <a:ext cx="62480" cy="62870"/>
          </a:xfrm>
          <a:custGeom>
            <a:rect b="b" l="l" r="r" t="t"/>
            <a:pathLst>
              <a:path extrusionOk="0" h="1610" w="160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22"/>
          <p:cNvSpPr/>
          <p:nvPr/>
        </p:nvSpPr>
        <p:spPr>
          <a:xfrm>
            <a:off x="197198" y="866837"/>
            <a:ext cx="62480" cy="62831"/>
          </a:xfrm>
          <a:custGeom>
            <a:rect b="b" l="l" r="r" t="t"/>
            <a:pathLst>
              <a:path extrusionOk="0" h="1609" w="160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22"/>
          <p:cNvSpPr/>
          <p:nvPr/>
        </p:nvSpPr>
        <p:spPr>
          <a:xfrm>
            <a:off x="197198" y="761441"/>
            <a:ext cx="62480" cy="62871"/>
          </a:xfrm>
          <a:custGeom>
            <a:rect b="b" l="l" r="r" t="t"/>
            <a:pathLst>
              <a:path extrusionOk="0" h="1610" w="160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2"/>
          <p:cNvSpPr/>
          <p:nvPr/>
        </p:nvSpPr>
        <p:spPr>
          <a:xfrm>
            <a:off x="73136" y="12886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22"/>
          <p:cNvSpPr/>
          <p:nvPr/>
        </p:nvSpPr>
        <p:spPr>
          <a:xfrm>
            <a:off x="73136" y="1183337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2"/>
          <p:cNvSpPr/>
          <p:nvPr/>
        </p:nvSpPr>
        <p:spPr>
          <a:xfrm>
            <a:off x="73136" y="1077551"/>
            <a:ext cx="62870" cy="62870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2"/>
          <p:cNvSpPr/>
          <p:nvPr/>
        </p:nvSpPr>
        <p:spPr>
          <a:xfrm>
            <a:off x="73136" y="972194"/>
            <a:ext cx="62870" cy="62870"/>
          </a:xfrm>
          <a:custGeom>
            <a:rect b="b" l="l" r="r" t="t"/>
            <a:pathLst>
              <a:path extrusionOk="0" h="1610" w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2"/>
          <p:cNvSpPr/>
          <p:nvPr/>
        </p:nvSpPr>
        <p:spPr>
          <a:xfrm>
            <a:off x="73136" y="866837"/>
            <a:ext cx="62870" cy="62831"/>
          </a:xfrm>
          <a:custGeom>
            <a:rect b="b" l="l" r="r" t="t"/>
            <a:pathLst>
              <a:path extrusionOk="0" h="1609" w="1610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22"/>
          <p:cNvSpPr/>
          <p:nvPr/>
        </p:nvSpPr>
        <p:spPr>
          <a:xfrm>
            <a:off x="73136" y="761441"/>
            <a:ext cx="62870" cy="62871"/>
          </a:xfrm>
          <a:custGeom>
            <a:rect b="b" l="l" r="r" t="t"/>
            <a:pathLst>
              <a:path extrusionOk="0" h="1610" w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2"/>
          <p:cNvSpPr/>
          <p:nvPr/>
        </p:nvSpPr>
        <p:spPr>
          <a:xfrm>
            <a:off x="704575" y="278357"/>
            <a:ext cx="278209" cy="278178"/>
          </a:xfrm>
          <a:custGeom>
            <a:rect b="b" l="l" r="r" t="t"/>
            <a:pathLst>
              <a:path extrusionOk="0" h="9012" w="9013">
                <a:moveTo>
                  <a:pt x="1650" y="0"/>
                </a:moveTo>
                <a:cubicBezTo>
                  <a:pt x="734" y="0"/>
                  <a:pt x="1" y="743"/>
                  <a:pt x="1" y="1650"/>
                </a:cubicBezTo>
                <a:lnTo>
                  <a:pt x="1" y="7362"/>
                </a:lnTo>
                <a:cubicBezTo>
                  <a:pt x="1" y="8278"/>
                  <a:pt x="734" y="9011"/>
                  <a:pt x="1650" y="9011"/>
                </a:cubicBezTo>
                <a:lnTo>
                  <a:pt x="7363" y="9011"/>
                </a:lnTo>
                <a:cubicBezTo>
                  <a:pt x="8269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9" y="0"/>
                  <a:pt x="736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22"/>
          <p:cNvSpPr/>
          <p:nvPr/>
        </p:nvSpPr>
        <p:spPr>
          <a:xfrm>
            <a:off x="982762" y="278357"/>
            <a:ext cx="278178" cy="278178"/>
          </a:xfrm>
          <a:custGeom>
            <a:rect b="b" l="l" r="r" t="t"/>
            <a:pathLst>
              <a:path extrusionOk="0" h="9012" w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22"/>
          <p:cNvSpPr/>
          <p:nvPr/>
        </p:nvSpPr>
        <p:spPr>
          <a:xfrm>
            <a:off x="982762" y="171"/>
            <a:ext cx="278178" cy="278209"/>
          </a:xfrm>
          <a:custGeom>
            <a:rect b="b" l="l" r="r" t="t"/>
            <a:pathLst>
              <a:path extrusionOk="0" h="9013" w="9012">
                <a:moveTo>
                  <a:pt x="1650" y="1"/>
                </a:moveTo>
                <a:cubicBezTo>
                  <a:pt x="733" y="1"/>
                  <a:pt x="0" y="744"/>
                  <a:pt x="0" y="1660"/>
                </a:cubicBezTo>
                <a:lnTo>
                  <a:pt x="0" y="7363"/>
                </a:lnTo>
                <a:cubicBezTo>
                  <a:pt x="0" y="8279"/>
                  <a:pt x="733" y="9012"/>
                  <a:pt x="1650" y="9012"/>
                </a:cubicBezTo>
                <a:lnTo>
                  <a:pt x="7352" y="9012"/>
                </a:lnTo>
                <a:cubicBezTo>
                  <a:pt x="8268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8" y="1"/>
                  <a:pt x="73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22"/>
          <p:cNvSpPr/>
          <p:nvPr/>
        </p:nvSpPr>
        <p:spPr>
          <a:xfrm>
            <a:off x="1267842" y="413"/>
            <a:ext cx="704228" cy="351919"/>
          </a:xfrm>
          <a:custGeom>
            <a:rect b="b" l="l" r="r" t="t"/>
            <a:pathLst>
              <a:path extrusionOk="0" h="9012" w="18034">
                <a:moveTo>
                  <a:pt x="1" y="0"/>
                </a:moveTo>
                <a:lnTo>
                  <a:pt x="1" y="9011"/>
                </a:lnTo>
                <a:lnTo>
                  <a:pt x="18034" y="9011"/>
                </a:lnTo>
                <a:cubicBezTo>
                  <a:pt x="18034" y="6517"/>
                  <a:pt x="17026" y="4266"/>
                  <a:pt x="15397" y="2637"/>
                </a:cubicBezTo>
                <a:cubicBezTo>
                  <a:pt x="13839" y="1079"/>
                  <a:pt x="11711" y="82"/>
                  <a:pt x="935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2"/>
          <p:cNvSpPr/>
          <p:nvPr/>
        </p:nvSpPr>
        <p:spPr>
          <a:xfrm>
            <a:off x="704590" y="-702"/>
            <a:ext cx="278178" cy="278178"/>
          </a:xfrm>
          <a:custGeom>
            <a:rect b="b" l="l" r="r" t="t"/>
            <a:pathLst>
              <a:path extrusionOk="0" h="9012" w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22"/>
          <p:cNvSpPr txBox="1"/>
          <p:nvPr>
            <p:ph type="title"/>
          </p:nvPr>
        </p:nvSpPr>
        <p:spPr>
          <a:xfrm>
            <a:off x="900138" y="7686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7" name="Google Shape;1097;p22"/>
          <p:cNvSpPr txBox="1"/>
          <p:nvPr>
            <p:ph idx="1" type="subTitle"/>
          </p:nvPr>
        </p:nvSpPr>
        <p:spPr>
          <a:xfrm>
            <a:off x="9001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8" name="Google Shape;1098;p22"/>
          <p:cNvSpPr txBox="1"/>
          <p:nvPr/>
        </p:nvSpPr>
        <p:spPr>
          <a:xfrm>
            <a:off x="727500" y="3611950"/>
            <a:ext cx="47577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verpass"/>
                <a:ea typeface="Overpass"/>
                <a:cs typeface="Overpass"/>
                <a:sym typeface="Overpas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endParaRPr b="1" sz="1000" u="sng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23"/>
          <p:cNvSpPr/>
          <p:nvPr/>
        </p:nvSpPr>
        <p:spPr>
          <a:xfrm>
            <a:off x="8817853" y="353330"/>
            <a:ext cx="352348" cy="352309"/>
          </a:xfrm>
          <a:custGeom>
            <a:rect b="b" l="l" r="r" t="t"/>
            <a:pathLst>
              <a:path extrusionOk="0" h="9022" w="9023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3"/>
          <p:cNvSpPr/>
          <p:nvPr/>
        </p:nvSpPr>
        <p:spPr>
          <a:xfrm>
            <a:off x="8465973" y="1020"/>
            <a:ext cx="351138" cy="351528"/>
          </a:xfrm>
          <a:custGeom>
            <a:rect b="b" l="l" r="r" t="t"/>
            <a:pathLst>
              <a:path extrusionOk="0" h="9002" w="899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3"/>
          <p:cNvSpPr/>
          <p:nvPr/>
        </p:nvSpPr>
        <p:spPr>
          <a:xfrm flipH="1">
            <a:off x="7059304" y="1569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3"/>
          <p:cNvSpPr/>
          <p:nvPr/>
        </p:nvSpPr>
        <p:spPr>
          <a:xfrm>
            <a:off x="6707000" y="0"/>
            <a:ext cx="352339" cy="351919"/>
          </a:xfrm>
          <a:custGeom>
            <a:rect b="b" l="l" r="r" t="t"/>
            <a:pathLst>
              <a:path extrusionOk="0" h="9012" w="18034">
                <a:moveTo>
                  <a:pt x="0" y="0"/>
                </a:moveTo>
                <a:lnTo>
                  <a:pt x="0" y="9011"/>
                </a:lnTo>
                <a:lnTo>
                  <a:pt x="18034" y="9011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3"/>
          <p:cNvSpPr/>
          <p:nvPr/>
        </p:nvSpPr>
        <p:spPr>
          <a:xfrm>
            <a:off x="6384229" y="2"/>
            <a:ext cx="351919" cy="352309"/>
          </a:xfrm>
          <a:custGeom>
            <a:rect b="b" l="l" r="r" t="t"/>
            <a:pathLst>
              <a:path extrusionOk="0" h="9022" w="901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3"/>
          <p:cNvSpPr/>
          <p:nvPr/>
        </p:nvSpPr>
        <p:spPr>
          <a:xfrm>
            <a:off x="7059297" y="62794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3"/>
          <p:cNvSpPr/>
          <p:nvPr/>
        </p:nvSpPr>
        <p:spPr>
          <a:xfrm>
            <a:off x="7059297" y="124025"/>
            <a:ext cx="696691" cy="30654"/>
          </a:xfrm>
          <a:custGeom>
            <a:rect b="b" l="l" r="r" t="t"/>
            <a:pathLst>
              <a:path extrusionOk="0" h="785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3"/>
          <p:cNvSpPr/>
          <p:nvPr/>
        </p:nvSpPr>
        <p:spPr>
          <a:xfrm>
            <a:off x="7059297" y="185255"/>
            <a:ext cx="696691" cy="30693"/>
          </a:xfrm>
          <a:custGeom>
            <a:rect b="b" l="l" r="r" t="t"/>
            <a:pathLst>
              <a:path extrusionOk="0" h="786" w="17841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23"/>
          <p:cNvSpPr/>
          <p:nvPr/>
        </p:nvSpPr>
        <p:spPr>
          <a:xfrm>
            <a:off x="7059297" y="246525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3"/>
          <p:cNvSpPr/>
          <p:nvPr/>
        </p:nvSpPr>
        <p:spPr>
          <a:xfrm>
            <a:off x="7059297" y="307755"/>
            <a:ext cx="696691" cy="30654"/>
          </a:xfrm>
          <a:custGeom>
            <a:rect b="b" l="l" r="r" t="t"/>
            <a:pathLst>
              <a:path extrusionOk="0" h="785" w="17841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23"/>
          <p:cNvSpPr/>
          <p:nvPr/>
        </p:nvSpPr>
        <p:spPr>
          <a:xfrm>
            <a:off x="7408404" y="1564"/>
            <a:ext cx="1048571" cy="704228"/>
          </a:xfrm>
          <a:custGeom>
            <a:rect b="b" l="l" r="r" t="t"/>
            <a:pathLst>
              <a:path extrusionOk="0" h="18034" w="26852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23"/>
          <p:cNvSpPr/>
          <p:nvPr/>
        </p:nvSpPr>
        <p:spPr>
          <a:xfrm>
            <a:off x="7582567" y="176508"/>
            <a:ext cx="351528" cy="352348"/>
          </a:xfrm>
          <a:custGeom>
            <a:rect b="b" l="l" r="r" t="t"/>
            <a:pathLst>
              <a:path extrusionOk="0" h="9023" w="9002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4"/>
          <p:cNvSpPr/>
          <p:nvPr/>
        </p:nvSpPr>
        <p:spPr>
          <a:xfrm>
            <a:off x="8433598" y="70459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24"/>
          <p:cNvSpPr/>
          <p:nvPr/>
        </p:nvSpPr>
        <p:spPr>
          <a:xfrm>
            <a:off x="8433598" y="76582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4"/>
          <p:cNvSpPr/>
          <p:nvPr/>
        </p:nvSpPr>
        <p:spPr>
          <a:xfrm>
            <a:off x="8433598" y="827056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24"/>
          <p:cNvSpPr/>
          <p:nvPr/>
        </p:nvSpPr>
        <p:spPr>
          <a:xfrm>
            <a:off x="8433598" y="8882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4"/>
          <p:cNvSpPr/>
          <p:nvPr/>
        </p:nvSpPr>
        <p:spPr>
          <a:xfrm>
            <a:off x="8433598" y="949517"/>
            <a:ext cx="703837" cy="30693"/>
          </a:xfrm>
          <a:custGeom>
            <a:rect b="b" l="l" r="r" t="t"/>
            <a:pathLst>
              <a:path extrusionOk="0" h="786" w="18024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4"/>
          <p:cNvSpPr/>
          <p:nvPr/>
        </p:nvSpPr>
        <p:spPr>
          <a:xfrm>
            <a:off x="8433598" y="10107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24"/>
          <p:cNvSpPr/>
          <p:nvPr/>
        </p:nvSpPr>
        <p:spPr>
          <a:xfrm>
            <a:off x="8433598" y="107201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4"/>
          <p:cNvSpPr/>
          <p:nvPr/>
        </p:nvSpPr>
        <p:spPr>
          <a:xfrm>
            <a:off x="8433598" y="1133247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4"/>
          <p:cNvSpPr/>
          <p:nvPr/>
        </p:nvSpPr>
        <p:spPr>
          <a:xfrm>
            <a:off x="8433598" y="1194087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24"/>
          <p:cNvSpPr/>
          <p:nvPr/>
        </p:nvSpPr>
        <p:spPr>
          <a:xfrm>
            <a:off x="8433598" y="1255708"/>
            <a:ext cx="703837" cy="30264"/>
          </a:xfrm>
          <a:custGeom>
            <a:rect b="b" l="l" r="r" t="t"/>
            <a:pathLst>
              <a:path extrusionOk="0" h="775" w="18024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24"/>
          <p:cNvSpPr/>
          <p:nvPr/>
        </p:nvSpPr>
        <p:spPr>
          <a:xfrm>
            <a:off x="8433598" y="131654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4"/>
          <p:cNvSpPr/>
          <p:nvPr/>
        </p:nvSpPr>
        <p:spPr>
          <a:xfrm>
            <a:off x="8433598" y="1377778"/>
            <a:ext cx="703837" cy="30654"/>
          </a:xfrm>
          <a:custGeom>
            <a:rect b="b" l="l" r="r" t="t"/>
            <a:pathLst>
              <a:path extrusionOk="0" h="785" w="18024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24"/>
          <p:cNvSpPr/>
          <p:nvPr/>
        </p:nvSpPr>
        <p:spPr>
          <a:xfrm>
            <a:off x="8433207" y="1408394"/>
            <a:ext cx="704228" cy="704618"/>
          </a:xfrm>
          <a:custGeom>
            <a:rect b="b" l="l" r="r" t="t"/>
            <a:pathLst>
              <a:path extrusionOk="0" h="18044" w="1803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4"/>
          <p:cNvSpPr/>
          <p:nvPr/>
        </p:nvSpPr>
        <p:spPr>
          <a:xfrm>
            <a:off x="8399429" y="1409292"/>
            <a:ext cx="771823" cy="702822"/>
          </a:xfrm>
          <a:custGeom>
            <a:rect b="b" l="l" r="r" t="t"/>
            <a:pathLst>
              <a:path extrusionOk="0" h="17998" w="19765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rgbClr val="F4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24"/>
          <p:cNvSpPr/>
          <p:nvPr/>
        </p:nvSpPr>
        <p:spPr>
          <a:xfrm>
            <a:off x="8554497" y="1530464"/>
            <a:ext cx="460087" cy="460478"/>
          </a:xfrm>
          <a:custGeom>
            <a:rect b="b" l="l" r="r" t="t"/>
            <a:pathLst>
              <a:path extrusionOk="0" h="11792" w="1178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4"/>
          <p:cNvSpPr/>
          <p:nvPr/>
        </p:nvSpPr>
        <p:spPr>
          <a:xfrm>
            <a:off x="8450800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24"/>
          <p:cNvSpPr/>
          <p:nvPr/>
        </p:nvSpPr>
        <p:spPr>
          <a:xfrm>
            <a:off x="8472278" y="352716"/>
            <a:ext cx="330051" cy="120118"/>
          </a:xfrm>
          <a:custGeom>
            <a:rect b="b" l="l" r="r" t="t"/>
            <a:pathLst>
              <a:path extrusionOk="0" fill="none" h="3076" w="8452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4"/>
          <p:cNvSpPr/>
          <p:nvPr/>
        </p:nvSpPr>
        <p:spPr>
          <a:xfrm>
            <a:off x="853311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24"/>
          <p:cNvSpPr/>
          <p:nvPr/>
        </p:nvSpPr>
        <p:spPr>
          <a:xfrm>
            <a:off x="8626564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4"/>
          <p:cNvSpPr/>
          <p:nvPr/>
        </p:nvSpPr>
        <p:spPr>
          <a:xfrm>
            <a:off x="8741488" y="352716"/>
            <a:ext cx="60840" cy="345944"/>
          </a:xfrm>
          <a:custGeom>
            <a:rect b="b" l="l" r="r" t="t"/>
            <a:pathLst>
              <a:path extrusionOk="0" fill="none" h="8859" w="1558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4"/>
          <p:cNvSpPr/>
          <p:nvPr/>
        </p:nvSpPr>
        <p:spPr>
          <a:xfrm>
            <a:off x="8802328" y="352716"/>
            <a:ext cx="61269" cy="345944"/>
          </a:xfrm>
          <a:custGeom>
            <a:rect b="b" l="l" r="r" t="t"/>
            <a:pathLst>
              <a:path extrusionOk="0" fill="none" h="8859" w="1569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4"/>
          <p:cNvSpPr/>
          <p:nvPr/>
        </p:nvSpPr>
        <p:spPr>
          <a:xfrm>
            <a:off x="8802328" y="352716"/>
            <a:ext cx="175764" cy="304200"/>
          </a:xfrm>
          <a:custGeom>
            <a:rect b="b" l="l" r="r" t="t"/>
            <a:pathLst>
              <a:path extrusionOk="0" fill="none" h="7790" w="4501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24"/>
          <p:cNvSpPr/>
          <p:nvPr/>
        </p:nvSpPr>
        <p:spPr>
          <a:xfrm>
            <a:off x="8802328" y="352716"/>
            <a:ext cx="269211" cy="225865"/>
          </a:xfrm>
          <a:custGeom>
            <a:rect b="b" l="l" r="r" t="t"/>
            <a:pathLst>
              <a:path extrusionOk="0" fill="none" h="5784" w="6894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4"/>
          <p:cNvSpPr/>
          <p:nvPr/>
        </p:nvSpPr>
        <p:spPr>
          <a:xfrm>
            <a:off x="8802328" y="352716"/>
            <a:ext cx="330441" cy="120118"/>
          </a:xfrm>
          <a:custGeom>
            <a:rect b="b" l="l" r="r" t="t"/>
            <a:pathLst>
              <a:path extrusionOk="0" fill="none" h="3076" w="8462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24"/>
          <p:cNvSpPr/>
          <p:nvPr/>
        </p:nvSpPr>
        <p:spPr>
          <a:xfrm>
            <a:off x="8802328" y="352716"/>
            <a:ext cx="351528" cy="39"/>
          </a:xfrm>
          <a:custGeom>
            <a:rect b="b" l="l" r="r" t="t"/>
            <a:pathLst>
              <a:path extrusionOk="0" fill="none" h="1" w="9002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4"/>
          <p:cNvSpPr/>
          <p:nvPr/>
        </p:nvSpPr>
        <p:spPr>
          <a:xfrm>
            <a:off x="8802328" y="232208"/>
            <a:ext cx="330441" cy="120547"/>
          </a:xfrm>
          <a:custGeom>
            <a:rect b="b" l="l" r="r" t="t"/>
            <a:pathLst>
              <a:path extrusionOk="0" fill="none" h="3087" w="8462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24"/>
          <p:cNvSpPr/>
          <p:nvPr/>
        </p:nvSpPr>
        <p:spPr>
          <a:xfrm>
            <a:off x="880232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4"/>
          <p:cNvSpPr/>
          <p:nvPr/>
        </p:nvSpPr>
        <p:spPr>
          <a:xfrm>
            <a:off x="8802328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4"/>
          <p:cNvSpPr/>
          <p:nvPr/>
        </p:nvSpPr>
        <p:spPr>
          <a:xfrm>
            <a:off x="8802328" y="6382"/>
            <a:ext cx="61269" cy="346374"/>
          </a:xfrm>
          <a:custGeom>
            <a:rect b="b" l="l" r="r" t="t"/>
            <a:pathLst>
              <a:path extrusionOk="0" fill="none" h="8870" w="1569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4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1025">
            <a:solidFill>
              <a:srgbClr val="262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24"/>
          <p:cNvSpPr/>
          <p:nvPr/>
        </p:nvSpPr>
        <p:spPr>
          <a:xfrm>
            <a:off x="8741488" y="6382"/>
            <a:ext cx="60840" cy="346374"/>
          </a:xfrm>
          <a:custGeom>
            <a:rect b="b" l="l" r="r" t="t"/>
            <a:pathLst>
              <a:path extrusionOk="0" fill="none" h="8870" w="1558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4"/>
          <p:cNvSpPr/>
          <p:nvPr/>
        </p:nvSpPr>
        <p:spPr>
          <a:xfrm>
            <a:off x="8626564" y="48126"/>
            <a:ext cx="175764" cy="304629"/>
          </a:xfrm>
          <a:custGeom>
            <a:rect b="b" l="l" r="r" t="t"/>
            <a:pathLst>
              <a:path extrusionOk="0" fill="none" h="7801" w="4501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24"/>
          <p:cNvSpPr/>
          <p:nvPr/>
        </p:nvSpPr>
        <p:spPr>
          <a:xfrm>
            <a:off x="8533118" y="126460"/>
            <a:ext cx="269211" cy="226295"/>
          </a:xfrm>
          <a:custGeom>
            <a:rect b="b" l="l" r="r" t="t"/>
            <a:pathLst>
              <a:path extrusionOk="0" fill="none" h="5795" w="6894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4"/>
          <p:cNvSpPr/>
          <p:nvPr/>
        </p:nvSpPr>
        <p:spPr>
          <a:xfrm>
            <a:off x="8472278" y="232208"/>
            <a:ext cx="330051" cy="120547"/>
          </a:xfrm>
          <a:custGeom>
            <a:rect b="b" l="l" r="r" t="t"/>
            <a:pathLst>
              <a:path extrusionOk="0" fill="none" h="3087" w="8452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24"/>
          <p:cNvSpPr/>
          <p:nvPr/>
        </p:nvSpPr>
        <p:spPr>
          <a:xfrm>
            <a:off x="7728093" y="407"/>
            <a:ext cx="704618" cy="704228"/>
          </a:xfrm>
          <a:custGeom>
            <a:rect b="b" l="l" r="r" t="t"/>
            <a:pathLst>
              <a:path extrusionOk="0" h="18034" w="1804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4"/>
          <p:cNvSpPr/>
          <p:nvPr/>
        </p:nvSpPr>
        <p:spPr>
          <a:xfrm>
            <a:off x="7728874" y="1227"/>
            <a:ext cx="703056" cy="703017"/>
          </a:xfrm>
          <a:custGeom>
            <a:rect b="b" l="l" r="r" t="t"/>
            <a:pathLst>
              <a:path extrusionOk="0" h="18003" w="18004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4"/>
          <p:cNvSpPr/>
          <p:nvPr/>
        </p:nvSpPr>
        <p:spPr>
          <a:xfrm>
            <a:off x="7828686" y="122282"/>
            <a:ext cx="505034" cy="460478"/>
          </a:xfrm>
          <a:custGeom>
            <a:rect b="b" l="l" r="r" t="t"/>
            <a:pathLst>
              <a:path extrusionOk="0" h="11792" w="12933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4"/>
          <p:cNvSpPr/>
          <p:nvPr/>
        </p:nvSpPr>
        <p:spPr>
          <a:xfrm>
            <a:off x="8791662" y="2112971"/>
            <a:ext cx="351958" cy="351958"/>
          </a:xfrm>
          <a:custGeom>
            <a:rect b="b" l="l" r="r" t="t"/>
            <a:pathLst>
              <a:path extrusionOk="0" h="9013" w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4"/>
          <p:cNvSpPr/>
          <p:nvPr/>
        </p:nvSpPr>
        <p:spPr>
          <a:xfrm>
            <a:off x="7023464" y="216"/>
            <a:ext cx="704657" cy="352348"/>
          </a:xfrm>
          <a:custGeom>
            <a:rect b="b" l="l" r="r" t="t"/>
            <a:pathLst>
              <a:path extrusionOk="0" h="9023" w="18045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4"/>
          <p:cNvSpPr/>
          <p:nvPr/>
        </p:nvSpPr>
        <p:spPr>
          <a:xfrm>
            <a:off x="7551158" y="334402"/>
            <a:ext cx="430" cy="17963"/>
          </a:xfrm>
          <a:custGeom>
            <a:rect b="b" l="l" r="r" t="t"/>
            <a:pathLst>
              <a:path extrusionOk="0" h="460" w="11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4"/>
          <p:cNvSpPr/>
          <p:nvPr/>
        </p:nvSpPr>
        <p:spPr>
          <a:xfrm>
            <a:off x="8791684" y="4787335"/>
            <a:ext cx="352309" cy="352309"/>
          </a:xfrm>
          <a:custGeom>
            <a:rect b="b" l="l" r="r" t="t"/>
            <a:pathLst>
              <a:path extrusionOk="0" h="9022" w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4"/>
          <p:cNvSpPr/>
          <p:nvPr/>
        </p:nvSpPr>
        <p:spPr>
          <a:xfrm>
            <a:off x="8791684" y="4435416"/>
            <a:ext cx="351919" cy="351958"/>
          </a:xfrm>
          <a:custGeom>
            <a:rect b="b" l="l" r="r" t="t"/>
            <a:pathLst>
              <a:path extrusionOk="0" h="9013" w="9012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4"/>
          <p:cNvSpPr/>
          <p:nvPr/>
        </p:nvSpPr>
        <p:spPr>
          <a:xfrm>
            <a:off x="8439765" y="4435025"/>
            <a:ext cx="351958" cy="351919"/>
          </a:xfrm>
          <a:custGeom>
            <a:rect b="b" l="l" r="r" t="t"/>
            <a:pathLst>
              <a:path extrusionOk="0" h="9012" w="9013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4"/>
          <p:cNvSpPr/>
          <p:nvPr/>
        </p:nvSpPr>
        <p:spPr>
          <a:xfrm>
            <a:off x="7735577" y="4435025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24"/>
          <p:cNvSpPr/>
          <p:nvPr/>
        </p:nvSpPr>
        <p:spPr>
          <a:xfrm>
            <a:off x="7735577" y="449625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4"/>
          <p:cNvSpPr/>
          <p:nvPr/>
        </p:nvSpPr>
        <p:spPr>
          <a:xfrm>
            <a:off x="7735577" y="4557486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4"/>
          <p:cNvSpPr/>
          <p:nvPr/>
        </p:nvSpPr>
        <p:spPr>
          <a:xfrm>
            <a:off x="7735577" y="461871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24"/>
          <p:cNvSpPr/>
          <p:nvPr/>
        </p:nvSpPr>
        <p:spPr>
          <a:xfrm>
            <a:off x="7735577" y="46799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4"/>
          <p:cNvSpPr/>
          <p:nvPr/>
        </p:nvSpPr>
        <p:spPr>
          <a:xfrm>
            <a:off x="7735577" y="47411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24"/>
          <p:cNvSpPr/>
          <p:nvPr/>
        </p:nvSpPr>
        <p:spPr>
          <a:xfrm>
            <a:off x="7735577" y="480244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4"/>
          <p:cNvSpPr/>
          <p:nvPr/>
        </p:nvSpPr>
        <p:spPr>
          <a:xfrm>
            <a:off x="7735577" y="4863677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24"/>
          <p:cNvSpPr/>
          <p:nvPr/>
        </p:nvSpPr>
        <p:spPr>
          <a:xfrm>
            <a:off x="7735577" y="492490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4"/>
          <p:cNvSpPr/>
          <p:nvPr/>
        </p:nvSpPr>
        <p:spPr>
          <a:xfrm>
            <a:off x="7735577" y="4986138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24"/>
          <p:cNvSpPr/>
          <p:nvPr/>
        </p:nvSpPr>
        <p:spPr>
          <a:xfrm>
            <a:off x="7735577" y="504736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67" name="Google Shape;1167;p24"/>
          <p:cNvSpPr/>
          <p:nvPr/>
        </p:nvSpPr>
        <p:spPr>
          <a:xfrm>
            <a:off x="7031388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24"/>
          <p:cNvSpPr/>
          <p:nvPr/>
        </p:nvSpPr>
        <p:spPr>
          <a:xfrm rot="5400000">
            <a:off x="6327199" y="4435025"/>
            <a:ext cx="704228" cy="704618"/>
          </a:xfrm>
          <a:custGeom>
            <a:rect b="b" l="l" r="r" t="t"/>
            <a:pathLst>
              <a:path extrusionOk="0" h="18044" w="1803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4"/>
          <p:cNvSpPr/>
          <p:nvPr/>
        </p:nvSpPr>
        <p:spPr>
          <a:xfrm>
            <a:off x="7383659" y="4787531"/>
            <a:ext cx="351958" cy="351919"/>
          </a:xfrm>
          <a:custGeom>
            <a:rect b="b" l="l" r="r" t="t"/>
            <a:pathLst>
              <a:path extrusionOk="0" h="9012" w="9013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24"/>
          <p:cNvSpPr/>
          <p:nvPr/>
        </p:nvSpPr>
        <p:spPr>
          <a:xfrm>
            <a:off x="7735577" y="5114949"/>
            <a:ext cx="704228" cy="30654"/>
          </a:xfrm>
          <a:custGeom>
            <a:rect b="b" l="l" r="r" t="t"/>
            <a:pathLst>
              <a:path extrusionOk="0" h="785" w="18034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71" name="Google Shape;1171;p24"/>
          <p:cNvSpPr/>
          <p:nvPr/>
        </p:nvSpPr>
        <p:spPr>
          <a:xfrm>
            <a:off x="727000" y="542825"/>
            <a:ext cx="7704000" cy="4061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27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zha One"/>
              <a:buNone/>
              <a:defRPr sz="35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●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○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■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●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○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■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●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○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verpass"/>
              <a:buChar char="■"/>
              <a:defRPr sz="12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174" name="Google Shape;1174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porate Identity Renewal Project Proposal by Slidesgo">
  <a:themeElements>
    <a:clrScheme name="Simple Light">
      <a:dk1>
        <a:srgbClr val="191919"/>
      </a:dk1>
      <a:lt1>
        <a:srgbClr val="FFFFFF"/>
      </a:lt1>
      <a:dk2>
        <a:srgbClr val="E3DCD6"/>
      </a:dk2>
      <a:lt2>
        <a:srgbClr val="D8CBBC"/>
      </a:lt2>
      <a:accent1>
        <a:srgbClr val="C3C2BF"/>
      </a:accent1>
      <a:accent2>
        <a:srgbClr val="9C928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