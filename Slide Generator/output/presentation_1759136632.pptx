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2E8B57"/>
                </a:solidFill>
              </a:defRPr>
            </a:pPr>
            <a:r>
              <a:t>Robotic Technology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CDAA"/>
                </a:solidFill>
              </a:defRPr>
            </a:pPr>
            <a:r>
              <a:t>Transforming Industries and Everyday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What is Robotics?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Definition: machines that can sense, think, and act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Interdisciplinary field combining engineering, computer science, and AI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Designed to perform tasks autonomously or semi‑autonomously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Roots trace back to ancient automata and modern 20th‑century labs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Now integral to many sectors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Key Components of a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Sensors for perception (vision, touch, proximity)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Actuators and motors to produce movement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Control system (controllers, processors)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Power source (batteries, wired, fuel cells)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Software and algorithms for decision‑making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Major Applications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Manufacturing and assembly lines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Surgical and rehabilitation healthcare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Warehouse and logistics automation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Precision agriculture and farming robots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Space exploration and planetary rovers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Major Applications (Part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Defense and bomb‑disposal units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Entertainment (animatronics, theme parks)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Educational robotics kits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Household service robots (vacuum, lawn care)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Environmental monitoring and disaster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Benefits of Robotics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Higher productivity and throughput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Improved precision and repeatability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Enhanced worker safety by handling hazardous tasks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Long‑term cost savings despite upfront investment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Ability to operate continuously without fatigue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Potential job displacement and workforce reskilling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Ensuring safety standards and fail‑safe designs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Cybersecurity risks and data privacy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Bias and transparency in AI decision‑making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Need for clear regulatory and liability frameworks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66CDAA"/>
                </a:solidFill>
              </a:defRPr>
            </a:pPr>
            <a:r>
              <a:t>Future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Collaborative robots (cobots) working alongside humans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Deep integration of AI for adaptive behavior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Soft and flexible robotics for delicate tasks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Swarm robotics for large‑scale coordinated actions</a:t>
            </a:r>
          </a:p>
          <a:p>
            <a:pPr>
              <a:spcAft>
                <a:spcPts val="1200"/>
              </a:spcAft>
              <a:defRPr sz="2800">
                <a:solidFill>
                  <a:srgbClr val="2E8B57"/>
                </a:solidFill>
              </a:defRPr>
            </a:pPr>
            <a:r>
              <a:t>•  Bio‑inspired designs mimicking natural organisms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486400"/>
            <a:ext cx="1371600" cy="27432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2E8B57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66CDAA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66CDAA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