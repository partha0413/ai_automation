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0000"/>
                </a:solidFill>
              </a:defRPr>
            </a:pPr>
            <a:r>
              <a:t>Understanding Software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08080"/>
                </a:solidFill>
              </a:defRPr>
            </a:pPr>
            <a:r>
              <a:t>An Overview of Causes, Detection, and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08080"/>
                </a:solidFill>
              </a:defRPr>
            </a:pPr>
            <a:r>
              <a:t>What is a Bug?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A defect or flaw in software code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Can cause incorrect or unexpected behavior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Examples range from UI glitches to data loss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Often confused with feature requests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Understanding bugs is key to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08080"/>
                </a:solidFill>
              </a:defRPr>
            </a:pPr>
            <a:r>
              <a:t>Common Types of Bugs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Syntax errors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Logic errors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Runtime exceptions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Performance bottlenecks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Security vulnerabilities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08080"/>
                </a:solidFill>
              </a:defRPr>
            </a:pPr>
            <a:r>
              <a:t>Bug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Discovery by users or tests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Formal reporting in tracking system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Triage and prioritization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Implementation of fix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Verification and 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08080"/>
                </a:solidFill>
              </a:defRPr>
            </a:pPr>
            <a:r>
              <a:t>Detection &amp; Diagnosis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Code reviews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Static analysis tools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Logging and monitoring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Interactive debuggers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Automated test suites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808080"/>
                </a:solidFill>
              </a:defRPr>
            </a:pPr>
            <a:r>
              <a:t>Prevention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Adopt coding standards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Test‑Driven Development (TDD)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Pair programming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Continuous Integration pipelines</a:t>
            </a:r>
          </a:p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•  Regular refactoring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069080"/>
            <a:ext cx="1280160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69480" y="914400"/>
            <a:ext cx="27432" cy="64008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808080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808080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