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968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0619"/>
            <a:ext cx="14630400" cy="40505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968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956913" y="2452107"/>
            <a:ext cx="6302375" cy="889000"/>
          </a:xfrm>
          <a:custGeom>
            <a:avLst/>
            <a:gdLst/>
            <a:ahLst/>
            <a:cxnLst/>
            <a:rect l="l" t="t" r="r" b="b"/>
            <a:pathLst>
              <a:path w="6302375" h="889000">
                <a:moveTo>
                  <a:pt x="0" y="0"/>
                </a:moveTo>
                <a:lnTo>
                  <a:pt x="5858063" y="0"/>
                </a:lnTo>
                <a:lnTo>
                  <a:pt x="5906435" y="2608"/>
                </a:lnTo>
                <a:lnTo>
                  <a:pt x="5953305" y="10253"/>
                </a:lnTo>
                <a:lnTo>
                  <a:pt x="5998401" y="22664"/>
                </a:lnTo>
                <a:lnTo>
                  <a:pt x="6041452" y="39570"/>
                </a:lnTo>
                <a:lnTo>
                  <a:pt x="6082185" y="60699"/>
                </a:lnTo>
                <a:lnTo>
                  <a:pt x="6120329" y="85782"/>
                </a:lnTo>
                <a:lnTo>
                  <a:pt x="6155611" y="114546"/>
                </a:lnTo>
                <a:lnTo>
                  <a:pt x="6187761" y="146722"/>
                </a:lnTo>
                <a:lnTo>
                  <a:pt x="6216506" y="182038"/>
                </a:lnTo>
                <a:lnTo>
                  <a:pt x="6241575" y="220224"/>
                </a:lnTo>
                <a:lnTo>
                  <a:pt x="6262695" y="261008"/>
                </a:lnTo>
                <a:lnTo>
                  <a:pt x="6279595" y="304119"/>
                </a:lnTo>
                <a:lnTo>
                  <a:pt x="6292003" y="349287"/>
                </a:lnTo>
                <a:lnTo>
                  <a:pt x="6299647" y="396241"/>
                </a:lnTo>
                <a:lnTo>
                  <a:pt x="6302256" y="444710"/>
                </a:lnTo>
                <a:lnTo>
                  <a:pt x="6299647" y="493081"/>
                </a:lnTo>
                <a:lnTo>
                  <a:pt x="6292003" y="539951"/>
                </a:lnTo>
                <a:lnTo>
                  <a:pt x="6279595" y="585047"/>
                </a:lnTo>
                <a:lnTo>
                  <a:pt x="6262695" y="628098"/>
                </a:lnTo>
                <a:lnTo>
                  <a:pt x="6241575" y="668831"/>
                </a:lnTo>
                <a:lnTo>
                  <a:pt x="6216506" y="706975"/>
                </a:lnTo>
                <a:lnTo>
                  <a:pt x="6187761" y="742257"/>
                </a:lnTo>
                <a:lnTo>
                  <a:pt x="6155611" y="774407"/>
                </a:lnTo>
                <a:lnTo>
                  <a:pt x="6120329" y="803152"/>
                </a:lnTo>
                <a:lnTo>
                  <a:pt x="6082185" y="828221"/>
                </a:lnTo>
                <a:lnTo>
                  <a:pt x="6041452" y="849341"/>
                </a:lnTo>
                <a:lnTo>
                  <a:pt x="5998401" y="866241"/>
                </a:lnTo>
                <a:lnTo>
                  <a:pt x="5953305" y="878649"/>
                </a:lnTo>
                <a:lnTo>
                  <a:pt x="5906435" y="886293"/>
                </a:lnTo>
                <a:lnTo>
                  <a:pt x="5858063" y="888901"/>
                </a:lnTo>
                <a:lnTo>
                  <a:pt x="0" y="888901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575766" y="2452208"/>
            <a:ext cx="894715" cy="889000"/>
          </a:xfrm>
          <a:custGeom>
            <a:avLst/>
            <a:gdLst/>
            <a:ahLst/>
            <a:cxnLst/>
            <a:rect l="l" t="t" r="r" b="b"/>
            <a:pathLst>
              <a:path w="894715" h="889000">
                <a:moveTo>
                  <a:pt x="447329" y="888901"/>
                </a:moveTo>
                <a:lnTo>
                  <a:pt x="398587" y="886294"/>
                </a:lnTo>
                <a:lnTo>
                  <a:pt x="351366" y="878650"/>
                </a:lnTo>
                <a:lnTo>
                  <a:pt x="305938" y="866243"/>
                </a:lnTo>
                <a:lnTo>
                  <a:pt x="262576" y="849343"/>
                </a:lnTo>
                <a:lnTo>
                  <a:pt x="221553" y="828221"/>
                </a:lnTo>
                <a:lnTo>
                  <a:pt x="183142" y="803148"/>
                </a:lnTo>
                <a:lnTo>
                  <a:pt x="147615" y="774396"/>
                </a:lnTo>
                <a:lnTo>
                  <a:pt x="115246" y="742235"/>
                </a:lnTo>
                <a:lnTo>
                  <a:pt x="86308" y="706938"/>
                </a:lnTo>
                <a:lnTo>
                  <a:pt x="61073" y="668773"/>
                </a:lnTo>
                <a:lnTo>
                  <a:pt x="39814" y="628014"/>
                </a:lnTo>
                <a:lnTo>
                  <a:pt x="22805" y="584931"/>
                </a:lnTo>
                <a:lnTo>
                  <a:pt x="10317" y="539796"/>
                </a:lnTo>
                <a:lnTo>
                  <a:pt x="2624" y="492878"/>
                </a:lnTo>
                <a:lnTo>
                  <a:pt x="0" y="444450"/>
                </a:lnTo>
                <a:lnTo>
                  <a:pt x="2624" y="396023"/>
                </a:lnTo>
                <a:lnTo>
                  <a:pt x="10317" y="349105"/>
                </a:lnTo>
                <a:lnTo>
                  <a:pt x="22805" y="303970"/>
                </a:lnTo>
                <a:lnTo>
                  <a:pt x="39814" y="260887"/>
                </a:lnTo>
                <a:lnTo>
                  <a:pt x="61073" y="220128"/>
                </a:lnTo>
                <a:lnTo>
                  <a:pt x="86308" y="181963"/>
                </a:lnTo>
                <a:lnTo>
                  <a:pt x="115246" y="146666"/>
                </a:lnTo>
                <a:lnTo>
                  <a:pt x="147615" y="114505"/>
                </a:lnTo>
                <a:lnTo>
                  <a:pt x="183142" y="85753"/>
                </a:lnTo>
                <a:lnTo>
                  <a:pt x="221553" y="60680"/>
                </a:lnTo>
                <a:lnTo>
                  <a:pt x="262576" y="39558"/>
                </a:lnTo>
                <a:lnTo>
                  <a:pt x="305938" y="22658"/>
                </a:lnTo>
                <a:lnTo>
                  <a:pt x="351366" y="10251"/>
                </a:lnTo>
                <a:lnTo>
                  <a:pt x="398587" y="2607"/>
                </a:lnTo>
                <a:lnTo>
                  <a:pt x="447329" y="0"/>
                </a:lnTo>
                <a:lnTo>
                  <a:pt x="496070" y="2607"/>
                </a:lnTo>
                <a:lnTo>
                  <a:pt x="543291" y="10251"/>
                </a:lnTo>
                <a:lnTo>
                  <a:pt x="588719" y="22658"/>
                </a:lnTo>
                <a:lnTo>
                  <a:pt x="632081" y="39558"/>
                </a:lnTo>
                <a:lnTo>
                  <a:pt x="673104" y="60680"/>
                </a:lnTo>
                <a:lnTo>
                  <a:pt x="711515" y="85753"/>
                </a:lnTo>
                <a:lnTo>
                  <a:pt x="747042" y="114505"/>
                </a:lnTo>
                <a:lnTo>
                  <a:pt x="779411" y="146666"/>
                </a:lnTo>
                <a:lnTo>
                  <a:pt x="808349" y="181963"/>
                </a:lnTo>
                <a:lnTo>
                  <a:pt x="833584" y="220128"/>
                </a:lnTo>
                <a:lnTo>
                  <a:pt x="854843" y="260887"/>
                </a:lnTo>
                <a:lnTo>
                  <a:pt x="871852" y="303970"/>
                </a:lnTo>
                <a:lnTo>
                  <a:pt x="884340" y="349105"/>
                </a:lnTo>
                <a:lnTo>
                  <a:pt x="892033" y="396023"/>
                </a:lnTo>
                <a:lnTo>
                  <a:pt x="894658" y="444450"/>
                </a:lnTo>
                <a:lnTo>
                  <a:pt x="892033" y="492878"/>
                </a:lnTo>
                <a:lnTo>
                  <a:pt x="884340" y="539796"/>
                </a:lnTo>
                <a:lnTo>
                  <a:pt x="871852" y="584931"/>
                </a:lnTo>
                <a:lnTo>
                  <a:pt x="854843" y="628014"/>
                </a:lnTo>
                <a:lnTo>
                  <a:pt x="833584" y="668773"/>
                </a:lnTo>
                <a:lnTo>
                  <a:pt x="808349" y="706938"/>
                </a:lnTo>
                <a:lnTo>
                  <a:pt x="779411" y="742235"/>
                </a:lnTo>
                <a:lnTo>
                  <a:pt x="747042" y="774396"/>
                </a:lnTo>
                <a:lnTo>
                  <a:pt x="711515" y="803148"/>
                </a:lnTo>
                <a:lnTo>
                  <a:pt x="673104" y="828221"/>
                </a:lnTo>
                <a:lnTo>
                  <a:pt x="632081" y="849343"/>
                </a:lnTo>
                <a:lnTo>
                  <a:pt x="588719" y="866243"/>
                </a:lnTo>
                <a:lnTo>
                  <a:pt x="543291" y="878650"/>
                </a:lnTo>
                <a:lnTo>
                  <a:pt x="496070" y="886294"/>
                </a:lnTo>
                <a:lnTo>
                  <a:pt x="447329" y="888901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3693" y="2433983"/>
            <a:ext cx="5096509" cy="1126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93260" y="3650336"/>
            <a:ext cx="7701479" cy="301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1748</Words>
  <Application>WPS Presentation</Application>
  <PresentationFormat>On-screen Show (4:3)</PresentationFormat>
  <Paragraphs>132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Trebuchet MS</vt:lpstr>
      <vt:lpstr>Tahoma</vt:lpstr>
      <vt:lpstr>Times New Roman</vt:lpstr>
      <vt:lpstr>Microsoft YaHei</vt:lpstr>
      <vt:lpstr>Arial Unicode MS</vt:lpstr>
      <vt:lpstr>Calibri</vt:lpstr>
      <vt:lpstr>Office Theme</vt:lpstr>
      <vt:lpstr>RANDELO CO.</vt:lpstr>
      <vt:lpstr>Agenda</vt:lpstr>
      <vt:lpstr>Hey, there!</vt:lpstr>
      <vt:lpstr>Flowchart</vt:lpstr>
      <vt:lpstr>Let's visualize our current process and build our first flowchart.</vt:lpstr>
      <vt:lpstr>Before we go</vt:lpstr>
      <vt:lpstr>Use these free recolorable icons and illustrations in your Canva design.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RANDELO CO.</dc:title>
  <dc:creator>Harinivashini</dc:creator>
  <cp:keywords>DAG0Dh66czQ,BAF2rUUQIqY,0</cp:keywords>
  <cp:lastModifiedBy>Harinivashini</cp:lastModifiedBy>
  <cp:revision>1</cp:revision>
  <dcterms:created xsi:type="dcterms:W3CDTF">2025-09-26T09:08:47Z</dcterms:created>
  <dcterms:modified xsi:type="dcterms:W3CDTF">2025-09-26T09:08:47Z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2025-09-26T05:30:00Z</vt:filetime>
  </property>
  <property fmtid="{D5CDD505-2E9C-101B-9397-08002B2CF9AE}" pid="3" name="Creator">
    <vt:lpwstr>Canva</vt:lpwstr>
  </property>
  <property fmtid="{D5CDD505-2E9C-101B-9397-08002B2CF9AE}" pid="4" name="LastSaved">
    <vt:filetime>2025-09-26T05:30:00Z</vt:filetime>
  </property>
  <property fmtid="{D5CDD505-2E9C-101B-9397-08002B2CF9AE}" pid="5" name="Producer">
    <vt:lpwstr>Canva</vt:lpwstr>
  </property>
  <property fmtid="{D5CDD505-2E9C-101B-9397-08002B2CF9AE}" pid="6" name="ICV">
    <vt:lpwstr>69083F9472FC487EB4574BBBE6DD1935_12</vt:lpwstr>
  </property>
  <property fmtid="{D5CDD505-2E9C-101B-9397-08002B2CF9AE}" pid="7" name="KSOProductBuildVer">
    <vt:lpwstr>1033-12.2.0.22549</vt:lpwstr>
  </property>
</Properties>
</file>