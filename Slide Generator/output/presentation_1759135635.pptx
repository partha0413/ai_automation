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ECF0F1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BC9C"/>
                </a:solidFill>
              </a:defRPr>
            </a:pPr>
            <a:r>
              <a:t>Understanding the Future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Definition of Artificial Intelligence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Brief history and milestones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Narrow AI vs General AI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Core techniques and approaches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Real-world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Key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Machine Learning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Deep Learning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Natural Language Processing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Computer Vision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Applications Across Industries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Healthcare: diagnostics and treatment planning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Finance: fraud detection and algorithmic trading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Transportation: autonomous vehicles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Education: personalized learning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Manufacturing: predictive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Ethical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Bias and fairness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Data privacy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Job displacement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Accountability and liability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Transparency and explainability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Future Trends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Explainable AI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AI governance and regulation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Edge AI and on-device processing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Multimodal models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Ensuring AI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CF0F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1ABC9C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1ABC9C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