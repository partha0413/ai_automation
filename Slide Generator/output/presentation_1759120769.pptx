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000">
                <a:solidFill>
                  <a:srgbClr val="ECF0F1"/>
                </a:solidFill>
              </a:defRPr>
            </a:pPr>
            <a:r>
              <a:t>Agentic Compliance System - 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1ABC9C"/>
                </a:solidFill>
              </a:defRPr>
            </a:pPr>
            <a:r>
              <a:t>Developing an Intelligent, Autonomous, and Human‑in‑the‑Loop Compliance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ECF0F1"/>
                </a:solidFill>
              </a:defRPr>
            </a:pPr>
            <a:r>
              <a:t>The system will provide Intelligent Document Analysis using RAG and OCR to deliver instant summaries and precise query responses.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The system will enable Autonomous Task Execution with goal‑oriented logic to automate complex compliance workflows.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The system will incorporate Collaborative Human Oversight to allow compliance professionals to review, validate, and approve agent actions for reliability and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Technical Architecture &amp;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ECF0F1"/>
                </a:solidFill>
              </a:defRPr>
            </a:pPr>
            <a:r>
              <a:t>Backend framework will be FastAPI.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Frontend framework will be Next.js.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Database will be PostgreSQL.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Vector database will be Pinecone or Weaviate for RAG implementation.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AI/ML services will use OpenAI GPT‑4o.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Container management will use Docker with orchestration.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Cloud Deployment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ECF0F1"/>
                </a:solidFill>
              </a:defRPr>
            </a:pPr>
            <a:r>
              <a:t>Option 1: Microsoft Azure Cloud with a monthly cost range of $292–$495.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Option 2: Amazon Web Services (AWS) with a monthly cost range of $293–$445 depending on configuration.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Azure Cost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ECF0F1"/>
                </a:solidFill>
              </a:defRPr>
            </a:pPr>
            <a:r>
              <a:t>Azure Container App 2–4 vCPU: $70–$150 per month.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Azure Load Balancer Standard tier: $20 per month.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Azure Container Registry Standard plan: $2–$5 per month.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Azure PostgreSQL Flexible Server General purpose tier: $80–$150 per month.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Azure Storage (Database) Premium SSD: $10 per month.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Azure OpenAI Service GPT‑4 Turbo + Embeddings: $40.13 per 1M tokens.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Vector Database Pinecone Starter or Weaviate Cloud: $70–$120 per month.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AWS Standard Configuration Cost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ECF0F1"/>
                </a:solidFill>
              </a:defRPr>
            </a:pPr>
            <a:r>
              <a:t>ECS Fargate 2 vCPU Standard: $70 per month.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Application Load Balancer Standard tier: $20 per month.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Elastic Container Registry Standard usage: $3–$5 per month.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EC2 Instance r5.large Self‑managed PostgreSQL: $90–$100 per month.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RDS PostgreSQL Managed service: $80–$120 per month.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OpenAI Text Embedding 1M tokens: $0.13 per month.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OpenAI GPT‑4 Turbo Input 1M tokens: $10.00 per month.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OpenAI GPT‑4 Turbo Output 1M tokens: $30.00 per month.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Vector Database Pinecone Starter or Weaviate Cloud: $70–$120 per month.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AWS High‑Performance Configuration Cost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ECF0F1"/>
                </a:solidFill>
              </a:defRPr>
            </a:pPr>
            <a:r>
              <a:t>ECS Fargate 4 vCPU High‑performance: $140 per month.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Application Load Balancer Standard tier: $20 per month.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Elastic Container Registry Standard usage: $3–$5 per month.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RDS PostgreSQL Managed service: $80–$120 per month.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OpenAI GPT‑4 Turbo Input 1M tokens: $10.00 per month.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OpenAI GPT‑4 Turbo Output 1M tokens: $30.00 per month.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Vector Database Pinecone Starter or Weaviate Cloud: $70–$120 per month.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OpenAI Pricing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ECF0F1"/>
                </a:solidFill>
              </a:defRPr>
            </a:pPr>
            <a:r>
              <a:t>Embeddings using text‑embedding‑3‑large cost $0.13 per 1M tokens.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LLM Input using gpt‑4‑turbo‑preview costs $10.00 per 1M tokens.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LLM Output using gpt‑4‑turbo‑preview costs $30.00 per 1M tokens.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Total per complete processing cycle: $40.13 per 1M tokens.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Vector Database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ECF0F1"/>
                </a:solidFill>
              </a:defRPr>
            </a:pPr>
            <a:r>
              <a:t>Pinecone Starter plan costs $70 per month and supports 100K vectors and 1 pod.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Pinecone Standard plan costs $120 per month and offers higher throughput.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Weaviate provides an open‑source vector database with cloud hosting options costing $70–$120 per month.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Both options support production RAG applications with minimal maintenance.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Scalability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ECF0F1"/>
                </a:solidFill>
              </a:defRPr>
            </a:pPr>
            <a:r>
              <a:t>All configurations support horizontal scaling for compute resources.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Auto‑scaling capabilities are included in both Azure and AWS platforms.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Database scaling options are available to accommodate growing data requirements.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Implementation Timeline &amp;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ECF0F1"/>
                </a:solidFill>
              </a:defRPr>
            </a:pPr>
            <a:r>
              <a:t>Phase 1: Cloud platform selection and finalization of architecture.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Phase 2: Detailed technical specification and integration planning.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Phase 3: Development and continuous integration with testing.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Phase 4: Deployment, monitoring, and performance optimization.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ECF0F1"/>
                </a:solidFill>
              </a:defRPr>
            </a:pPr>
            <a:r>
              <a:t>Select the appropriate cloud platform based on compliance needs.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Finalize detailed technical specifications and integration points.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Plan development milestones and delivery schedules.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Conduct a security and compliance review to ensure regulatory adherence.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Support &amp;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ECF0F1"/>
                </a:solidFill>
              </a:defRPr>
            </a:pPr>
            <a:r>
              <a:t>Provide ongoing support packages for system performance and security updates.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Offer feature enhancements as compliance requirements evolve.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Monitor usage patterns to optimize cost and resource allocation.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600">
                <a:solidFill>
                  <a:srgbClr val="ECF0F1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1ABC9C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