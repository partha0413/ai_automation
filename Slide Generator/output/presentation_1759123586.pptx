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6000">
                <a:solidFill>
                  <a:srgbClr val="000080"/>
                </a:solidFill>
              </a:defRPr>
            </a:pPr>
            <a:r>
              <a:t>Artificial Intelligence Defined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4169E1"/>
                </a:solidFill>
              </a:defRPr>
            </a:pPr>
            <a:r>
              <a:t>An Overview of AI Concepts and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4169E1"/>
                </a:solidFill>
              </a:defRPr>
            </a:pPr>
            <a:r>
              <a:t>Definition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AI builds machines that reason, learn, and act like humans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Field spans computer science, data analytics, hardware/software, linguistics, neuroscience, philosophy, and psychology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Business uses: machine learning and deep learning for analytics, predictions, object categorization, NLP, recommendations, data retrieval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Core principle revolves around data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Learning occurs via algorithms guiding analysis and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4169E1"/>
                </a:solidFill>
              </a:defRPr>
            </a:pPr>
            <a:r>
              <a:t>How AI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AI learns from vast data, identifying patterns and relationships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Algorithms provide rules or instructions for analysis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Machine learning trains on labeled or unlabeled data to predict or classify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Deep learning uses multi-layer neural networks mimicking brain structure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Continuous learning and adaptation improve task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4169E1"/>
                </a:solidFill>
              </a:defRPr>
            </a:pPr>
            <a:r>
              <a:t>Types of AI by Development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Reactive machines: no memory, react to stimuli via preprogrammed rules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Limited memory: uses memory to improve over time with new data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Theory of mind: research stage, emulates human mind and emotions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Self-aware: mythical, aware of own existence and capabilities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Current AI is limited memory; AGI and ASI are theoretical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4169E1"/>
                </a:solidFill>
              </a:defRPr>
            </a:pPr>
            <a:r>
              <a:t>AI by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Narrow AI: performs specific tasks based on training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Examples: object classification, NLP, Google Search, predictive analytics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Artificial General Intelligence (AGI): human-level sensing, thinking, acting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Artificial Superintelligence (ASI): superior to human in all ways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None of AGI or ASI exist yet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4169E1"/>
                </a:solidFill>
              </a:defRPr>
            </a:pPr>
            <a:r>
              <a:t>Training Models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Supervised learning: maps input to output using 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Unsupervised learning: discovers patterns in unlabeled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Semi-supervised learning: mix of labeled and unlabeled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Reinforcement learning: learns by trial and error with feedback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These models enable diverse AI applications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4169E1"/>
                </a:solidFill>
              </a:defRPr>
            </a:pPr>
            <a:r>
              <a:t>Common Neural Network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Feedforward neural networks: data flows one way, deep versions common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Recurrent neural networks: handle sequences, maintain memory of previous steps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Long/Short Term Memory (LSTM): advanced RNN with memory cells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Convolutional neural networks: excel in image recognition with convolution and pooling layers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Generative adversarial networks (GAN): two networks compete to improve output quality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4169E1"/>
                </a:solidFill>
              </a:defRPr>
            </a:pPr>
            <a:r>
              <a:t>Summary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AI relies on data-driven learning and algorithms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Interdisciplinary field combining science, engineering, and humanities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Business applications include analytics, predictions, NLP, and recommendation engines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AI evolves from reactive systems to theoretical self-aware models</a:t>
            </a:r>
          </a:p>
          <a:p>
            <a:pPr>
              <a:spcAft>
                <a:spcPts val="1200"/>
              </a:spcAft>
              <a:defRPr sz="2800">
                <a:solidFill>
                  <a:srgbClr val="000080"/>
                </a:solidFill>
              </a:defRPr>
            </a:pPr>
            <a:r>
              <a:t>•  Training models and neural architectures enable wide-ranging AI solutions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000080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4169E1"/>
                </a:solidFill>
              </a:defRPr>
            </a:pPr>
            <a:r>
              <a:t>+91 81481 01923</a:t>
            </a:r>
          </a:p>
          <a:p>
            <a:pPr algn="ctr">
              <a:defRPr sz="3200">
                <a:solidFill>
                  <a:srgbClr val="4169E1"/>
                </a:solidFill>
              </a:defRPr>
            </a:pPr>
            <a:r>
              <a:t>sales@codework.ai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