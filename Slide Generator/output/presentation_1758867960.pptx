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96" r:id="rId80"/>
    <p:sldId id="297" r:id="rId81"/>
    <p:sldId id="298" r:id="rId82"/>
    <p:sldId id="299" r:id="rId83"/>
    <p:sldId id="300" r:id="rId84"/>
    <p:sldId id="301" r:id="rId85"/>
    <p:sldId id="302" r:id="rId86"/>
    <p:sldId id="303" r:id="rId87"/>
  </p:sldIdLst>
  <p:sldSz cy="5143500" cx="9144000"/>
  <p:notesSz cx="6858000" cy="9144000"/>
  <p:embeddedFontLst>
    <p:embeddedFont>
      <p:font typeface="Figtree"/>
      <p:regular r:id="rId47"/>
      <p:bold r:id="rId48"/>
      <p:italic r:id="rId49"/>
      <p:boldItalic r:id="rId50"/>
    </p:embeddedFont>
    <p:embeddedFont>
      <p:font typeface="Catamaran"/>
      <p:regular r:id="rId51"/>
      <p:bold r:id="rId52"/>
    </p:embeddedFont>
    <p:embeddedFont>
      <p:font typeface="Proxima Nova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Amatic SC"/>
      <p:regular r:id="rId61"/>
      <p:bold r:id="rId62"/>
    </p:embeddedFont>
    <p:embeddedFont>
      <p:font typeface="Inter"/>
      <p:regular r:id="rId63"/>
      <p:bold r:id="rId64"/>
      <p:italic r:id="rId65"/>
      <p:boldItalic r:id="rId66"/>
    </p:embeddedFont>
    <p:embeddedFont>
      <p:font typeface="Anaheim"/>
      <p:regular r:id="rId67"/>
      <p:bold r:id="rId68"/>
    </p:embeddedFont>
    <p:embeddedFont>
      <p:font typeface="Lato"/>
      <p:regular r:id="rId69"/>
      <p:bold r:id="rId70"/>
      <p:italic r:id="rId71"/>
      <p:boldItalic r:id="rId72"/>
    </p:embeddedFont>
    <p:embeddedFont>
      <p:font typeface="Proxima Nova Semibold"/>
      <p:regular r:id="rId73"/>
      <p:bold r:id="rId74"/>
      <p:boldItalic r:id="rId75"/>
    </p:embeddedFont>
    <p:embeddedFont>
      <p:font typeface="DM Sans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74D427-3B1A-46DF-A607-B88D1EE145ED}">
  <a:tblStyle styleId="{6174D427-3B1A-46DF-A607-B88D1EE145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7" Type="http://schemas.openxmlformats.org/officeDocument/2006/relationships/font" Target="fonts/Figtree-regular.fntdata"/><Relationship Id="rId48" Type="http://schemas.openxmlformats.org/officeDocument/2006/relationships/font" Target="fonts/Figtree-bold.fntdata"/><Relationship Id="rId49" Type="http://schemas.openxmlformats.org/officeDocument/2006/relationships/font" Target="fonts/Figtree-italic.fntdata"/><Relationship Id="rId50" Type="http://schemas.openxmlformats.org/officeDocument/2006/relationships/font" Target="fonts/Figtree-boldItalic.fntdata"/><Relationship Id="rId51" Type="http://schemas.openxmlformats.org/officeDocument/2006/relationships/font" Target="fonts/Catamaran-regular.fntdata"/><Relationship Id="rId52" Type="http://schemas.openxmlformats.org/officeDocument/2006/relationships/font" Target="fonts/Catamaran-bold.fntdata"/><Relationship Id="rId53" Type="http://schemas.openxmlformats.org/officeDocument/2006/relationships/font" Target="fonts/ProximaNova-regular.fntdata"/><Relationship Id="rId54" Type="http://schemas.openxmlformats.org/officeDocument/2006/relationships/font" Target="fonts/ProximaNova-bold.fntdata"/><Relationship Id="rId55" Type="http://schemas.openxmlformats.org/officeDocument/2006/relationships/font" Target="fonts/ProximaNova-italic.fntdata"/><Relationship Id="rId56" Type="http://schemas.openxmlformats.org/officeDocument/2006/relationships/font" Target="fonts/ProximaNova-boldItalic.fntdata"/><Relationship Id="rId57" Type="http://schemas.openxmlformats.org/officeDocument/2006/relationships/font" Target="fonts/RobotoMedium-regular.fntdata"/><Relationship Id="rId58" Type="http://schemas.openxmlformats.org/officeDocument/2006/relationships/font" Target="fonts/RobotoMedium-bold.fntdata"/><Relationship Id="rId59" Type="http://schemas.openxmlformats.org/officeDocument/2006/relationships/font" Target="fonts/RobotoMedium-italic.fntdata"/><Relationship Id="rId60" Type="http://schemas.openxmlformats.org/officeDocument/2006/relationships/font" Target="fonts/RobotoMedium-boldItalic.fntdata"/><Relationship Id="rId61" Type="http://schemas.openxmlformats.org/officeDocument/2006/relationships/font" Target="fonts/AmaticSC-regular.fntdata"/><Relationship Id="rId62" Type="http://schemas.openxmlformats.org/officeDocument/2006/relationships/font" Target="fonts/AmaticSC-bold.fntdata"/><Relationship Id="rId63" Type="http://schemas.openxmlformats.org/officeDocument/2006/relationships/font" Target="fonts/Inter-regular.fntdata"/><Relationship Id="rId64" Type="http://schemas.openxmlformats.org/officeDocument/2006/relationships/font" Target="fonts/Inter-bold.fntdata"/><Relationship Id="rId65" Type="http://schemas.openxmlformats.org/officeDocument/2006/relationships/font" Target="fonts/Inter-italic.fntdata"/><Relationship Id="rId66" Type="http://schemas.openxmlformats.org/officeDocument/2006/relationships/font" Target="fonts/Inter-boldItalic.fntdata"/><Relationship Id="rId67" Type="http://schemas.openxmlformats.org/officeDocument/2006/relationships/font" Target="fonts/Anaheim-regular.fntdata"/><Relationship Id="rId68" Type="http://schemas.openxmlformats.org/officeDocument/2006/relationships/font" Target="fonts/Anaheim-bold.fntdata"/><Relationship Id="rId69" Type="http://schemas.openxmlformats.org/officeDocument/2006/relationships/font" Target="fonts/Lato-regular.fntdata"/><Relationship Id="rId70" Type="http://schemas.openxmlformats.org/officeDocument/2006/relationships/font" Target="fonts/Lato-bold.fntdata"/><Relationship Id="rId71" Type="http://schemas.openxmlformats.org/officeDocument/2006/relationships/font" Target="fonts/Lato-italic.fntdata"/><Relationship Id="rId72" Type="http://schemas.openxmlformats.org/officeDocument/2006/relationships/font" Target="fonts/Lato-boldItalic.fntdata"/><Relationship Id="rId73" Type="http://schemas.openxmlformats.org/officeDocument/2006/relationships/font" Target="fonts/ProximaNovaSemibold-regular.fntdata"/><Relationship Id="rId74" Type="http://schemas.openxmlformats.org/officeDocument/2006/relationships/font" Target="fonts/ProximaNovaSemibold-bold.fntdata"/><Relationship Id="rId75" Type="http://schemas.openxmlformats.org/officeDocument/2006/relationships/font" Target="fonts/ProximaNovaSemibold-boldItalic.fntdata"/><Relationship Id="rId76" Type="http://schemas.openxmlformats.org/officeDocument/2006/relationships/font" Target="fonts/DMSans-regular.fntdata"/><Relationship Id="rId77" Type="http://schemas.openxmlformats.org/officeDocument/2006/relationships/font" Target="fonts/DMSans-bold.fntdata"/><Relationship Id="rId78" Type="http://schemas.openxmlformats.org/officeDocument/2006/relationships/font" Target="fonts/DMSans-italic.fntdata"/><Relationship Id="rId79" Type="http://schemas.openxmlformats.org/officeDocument/2006/relationships/font" Target="fonts/DMSans-boldItalic.fntdata"/><Relationship Id="rId80" Type="http://schemas.openxmlformats.org/officeDocument/2006/relationships/slide" Target="slides/slide41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3" Type="http://schemas.openxmlformats.org/officeDocument/2006/relationships/slide" Target="slides/slide44.xml"/><Relationship Id="rId84" Type="http://schemas.openxmlformats.org/officeDocument/2006/relationships/slide" Target="slides/slide45.xml"/><Relationship Id="rId85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331150" y="1444625"/>
            <a:ext cx="4099500" cy="18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331150" y="3323225"/>
            <a:ext cx="4099500" cy="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1291500" y="2079575"/>
            <a:ext cx="50676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291500" y="101292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291500" y="374172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063350"/>
            <a:ext cx="77040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720000" y="1065025"/>
            <a:ext cx="38520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572000" y="1065025"/>
            <a:ext cx="38520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cxnSp>
        <p:nvCxnSpPr>
          <p:cNvPr id="31" name="Google Shape;31;p6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6" name="Google Shape;36;p7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97788" y="1632321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subTitle"/>
          </p:nvPr>
        </p:nvSpPr>
        <p:spPr>
          <a:xfrm>
            <a:off x="5530463" y="1632319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subTitle"/>
          </p:nvPr>
        </p:nvSpPr>
        <p:spPr>
          <a:xfrm>
            <a:off x="2297788" y="2831523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4" type="subTitle"/>
          </p:nvPr>
        </p:nvSpPr>
        <p:spPr>
          <a:xfrm>
            <a:off x="5530463" y="2831810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5" type="subTitle"/>
          </p:nvPr>
        </p:nvSpPr>
        <p:spPr>
          <a:xfrm>
            <a:off x="2297788" y="4030725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6" type="subTitle"/>
          </p:nvPr>
        </p:nvSpPr>
        <p:spPr>
          <a:xfrm>
            <a:off x="5530463" y="4031300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7" type="title"/>
          </p:nvPr>
        </p:nvSpPr>
        <p:spPr>
          <a:xfrm>
            <a:off x="1612596" y="14273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8" type="title"/>
          </p:nvPr>
        </p:nvSpPr>
        <p:spPr>
          <a:xfrm>
            <a:off x="1612596" y="26265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9" type="title"/>
          </p:nvPr>
        </p:nvSpPr>
        <p:spPr>
          <a:xfrm>
            <a:off x="4845197" y="14273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3" type="title"/>
          </p:nvPr>
        </p:nvSpPr>
        <p:spPr>
          <a:xfrm>
            <a:off x="4845197" y="26265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4" type="title"/>
          </p:nvPr>
        </p:nvSpPr>
        <p:spPr>
          <a:xfrm>
            <a:off x="1612596" y="38257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5" type="title"/>
          </p:nvPr>
        </p:nvSpPr>
        <p:spPr>
          <a:xfrm>
            <a:off x="4845197" y="38257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6" type="subTitle"/>
          </p:nvPr>
        </p:nvSpPr>
        <p:spPr>
          <a:xfrm>
            <a:off x="2297788" y="1251925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7" type="subTitle"/>
          </p:nvPr>
        </p:nvSpPr>
        <p:spPr>
          <a:xfrm>
            <a:off x="5530463" y="1251925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8" type="subTitle"/>
          </p:nvPr>
        </p:nvSpPr>
        <p:spPr>
          <a:xfrm>
            <a:off x="2297788" y="3650329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9" type="subTitle"/>
          </p:nvPr>
        </p:nvSpPr>
        <p:spPr>
          <a:xfrm>
            <a:off x="2297788" y="2451127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20" type="subTitle"/>
          </p:nvPr>
        </p:nvSpPr>
        <p:spPr>
          <a:xfrm>
            <a:off x="5530463" y="2451123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21" type="subTitle"/>
          </p:nvPr>
        </p:nvSpPr>
        <p:spPr>
          <a:xfrm>
            <a:off x="5530463" y="3650320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73" name="Google Shape;73;p13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07484" y="3344677"/>
            <a:ext cx="285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1207475" y="626275"/>
            <a:ext cx="32430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1207476" y="1537203"/>
            <a:ext cx="32430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Genspark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Genspark AI?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AI-powered data processing platform</a:t>
            </a:r>
          </a:p>
          <a:p>
            <a:pPr/>
            <a:r>
              <a:t>Designed for real-time analytics</a:t>
            </a:r>
          </a:p>
          <a:p>
            <a:pPr/>
            <a:r>
              <a:t>Built on scalable cloud infrastructure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ingestion from multiple sources</a:t>
            </a:r>
          </a:p>
          <a:p>
            <a:pPr/>
            <a:r>
              <a:t>Stream processing and batch jobs</a:t>
            </a:r>
          </a:p>
          <a:p>
            <a:pPr/>
            <a:r>
              <a:t>Advanced analytics &amp; ML model deployment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Microservices architecture</a:t>
            </a:r>
          </a:p>
          <a:p>
            <a:pPr/>
            <a:r>
              <a:t>Event-driven pipeline</a:t>
            </a:r>
          </a:p>
          <a:p>
            <a:pPr/>
            <a:r>
              <a:t>Containerized deployment with Kubernetes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Use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IoT device monitoring</a:t>
            </a:r>
          </a:p>
          <a:p>
            <a:pPr/>
            <a:r>
              <a:t>Financial fraud detection</a:t>
            </a:r>
          </a:p>
          <a:p>
            <a:pPr/>
            <a:r>
              <a:t>Customer behavior segmentation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ROI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Reduced latency by 40%</a:t>
            </a:r>
          </a:p>
          <a:p>
            <a:pPr/>
            <a:r>
              <a:t>Lower operational costs</a:t>
            </a:r>
          </a:p>
          <a:p>
            <a:pPr/>
            <a:r>
              <a:t>Accelerated time-to-insight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Edge computing integration</a:t>
            </a:r>
          </a:p>
          <a:p>
            <a:pPr/>
            <a:r>
              <a:t>AutoML feature discovery</a:t>
            </a:r>
          </a:p>
          <a:p>
            <a:pPr/>
            <a:r>
              <a:t>Expanded data connectors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cle Diagrams Theme for a Project Proposal by Slidesgo">
  <a:themeElements>
    <a:clrScheme name="Simple Light">
      <a:dk1>
        <a:srgbClr val="1C1C1C"/>
      </a:dk1>
      <a:lt1>
        <a:srgbClr val="F3F3F3"/>
      </a:lt1>
      <a:dk2>
        <a:srgbClr val="87AFC6"/>
      </a:dk2>
      <a:lt2>
        <a:srgbClr val="8EB0B4"/>
      </a:lt2>
      <a:accent1>
        <a:srgbClr val="D09E96"/>
      </a:accent1>
      <a:accent2>
        <a:srgbClr val="2E556D"/>
      </a:accent2>
      <a:accent3>
        <a:srgbClr val="E2E2E2"/>
      </a:accent3>
      <a:accent4>
        <a:srgbClr val="FFFFFF"/>
      </a:accent4>
      <a:accent5>
        <a:srgbClr val="FFFFFF"/>
      </a:accent5>
      <a:accent6>
        <a:srgbClr val="FFFFFF"/>
      </a:accent6>
      <a:hlink>
        <a:srgbClr val="1C1C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