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2690" y="2813745"/>
            <a:ext cx="765936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eallygreatsite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://www.reallygreatsit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://www.reallygreatsit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://www.reallygreatsite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://www.reallygreatsite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://www.reallygreatsite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hyperlink" Target="http://www.reallygreatsite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hyperlink" Target="http://www.reallygreatsite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mailto:hello@reallygreatsite.com" TargetMode="External"/><Relationship Id="rId9" Type="http://schemas.openxmlformats.org/officeDocument/2006/relationships/hyperlink" Target="http://www.reallygreatsite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://www.reallygreatsite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37642" y="3224511"/>
            <a:ext cx="8213090" cy="37211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algn="ctr" marL="12065" marR="5080">
              <a:lnSpc>
                <a:spcPts val="11250"/>
              </a:lnSpc>
              <a:spcBef>
                <a:spcPts val="1105"/>
              </a:spcBef>
            </a:pPr>
            <a:r>
              <a:rPr dirty="0" sz="10000" spc="-10" b="1">
                <a:solidFill>
                  <a:srgbClr val="FFFFFF"/>
                </a:solidFill>
                <a:latin typeface="Trebuchet MS"/>
                <a:cs typeface="Trebuchet MS"/>
              </a:rPr>
              <a:t>ARTIFICIAL </a:t>
            </a:r>
            <a:r>
              <a:rPr dirty="0" sz="10000" spc="-135" b="1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dirty="0" sz="3250" spc="-75">
                <a:solidFill>
                  <a:srgbClr val="FFFFFF"/>
                </a:solidFill>
                <a:latin typeface="Arial MT"/>
                <a:cs typeface="Arial MT"/>
              </a:rPr>
              <a:t>Balancing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dirty="0" sz="32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Arial MT"/>
                <a:cs typeface="Arial MT"/>
              </a:rPr>
              <a:t>Responsibility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-20" b="1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7100" spc="-4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90" b="1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503956" y="0"/>
            <a:ext cx="15784194" cy="10287000"/>
            <a:chOff x="2503956" y="0"/>
            <a:chExt cx="15784194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956" y="1028700"/>
              <a:ext cx="4949874" cy="82295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67208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OUR</a:t>
            </a:r>
            <a:r>
              <a:rPr dirty="0" spc="-525"/>
              <a:t> </a:t>
            </a:r>
            <a:r>
              <a:rPr dirty="0" spc="245"/>
              <a:t>VISION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259300" cy="10287000"/>
            <a:chOff x="0" y="0"/>
            <a:chExt cx="172593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1148689"/>
              <a:ext cx="8115299" cy="79914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974" y="3902386"/>
              <a:ext cx="104775" cy="1047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49" y="6129587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16000" y="2217200"/>
            <a:ext cx="7290434" cy="7016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10"/>
              </a:spcBef>
            </a:pPr>
            <a:r>
              <a:rPr dirty="0" sz="7100" spc="-1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7100" spc="-5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420" b="1">
                <a:solidFill>
                  <a:srgbClr val="FFFFFF"/>
                </a:solidFill>
                <a:latin typeface="Trebuchet MS"/>
                <a:cs typeface="Trebuchet MS"/>
              </a:rPr>
              <a:t>MISSION</a:t>
            </a:r>
            <a:endParaRPr sz="7100">
              <a:latin typeface="Trebuchet MS"/>
              <a:cs typeface="Trebuchet MS"/>
            </a:endParaRPr>
          </a:p>
          <a:p>
            <a:pPr marL="645160" marR="5080">
              <a:lnSpc>
                <a:spcPct val="116100"/>
              </a:lnSpc>
              <a:spcBef>
                <a:spcPts val="257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 marL="616585" marR="33020">
              <a:lnSpc>
                <a:spcPct val="116100"/>
              </a:lnSpc>
              <a:spcBef>
                <a:spcPts val="194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18180" y="0"/>
            <a:ext cx="17270095" cy="10287000"/>
            <a:chOff x="1018180" y="0"/>
            <a:chExt cx="1727009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18180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2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7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8" y="7607300"/>
                  </a:lnTo>
                  <a:lnTo>
                    <a:pt x="1846890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1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3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3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1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90" y="660400"/>
                  </a:lnTo>
                  <a:lnTo>
                    <a:pt x="1960708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7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2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8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8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9302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8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8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4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1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8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0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5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2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8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49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2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0" y="6172200"/>
                  </a:lnTo>
                  <a:lnTo>
                    <a:pt x="625053" y="6134100"/>
                  </a:lnTo>
                  <a:lnTo>
                    <a:pt x="601032" y="6096000"/>
                  </a:lnTo>
                  <a:lnTo>
                    <a:pt x="577430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0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49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49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0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0" y="1917700"/>
                  </a:lnTo>
                  <a:lnTo>
                    <a:pt x="601032" y="1879600"/>
                  </a:lnTo>
                  <a:lnTo>
                    <a:pt x="625053" y="1841500"/>
                  </a:lnTo>
                  <a:lnTo>
                    <a:pt x="649490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2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49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2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4" y="114300"/>
                  </a:lnTo>
                  <a:lnTo>
                    <a:pt x="5163999" y="152400"/>
                  </a:lnTo>
                  <a:lnTo>
                    <a:pt x="5207963" y="177800"/>
                  </a:lnTo>
                  <a:lnTo>
                    <a:pt x="5424464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6" y="317500"/>
                  </a:lnTo>
                  <a:lnTo>
                    <a:pt x="5635135" y="330200"/>
                  </a:lnTo>
                  <a:lnTo>
                    <a:pt x="5676534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4" y="406400"/>
                  </a:lnTo>
                  <a:lnTo>
                    <a:pt x="5879679" y="457200"/>
                  </a:lnTo>
                  <a:lnTo>
                    <a:pt x="5919516" y="469900"/>
                  </a:lnTo>
                  <a:lnTo>
                    <a:pt x="6037382" y="546100"/>
                  </a:lnTo>
                  <a:lnTo>
                    <a:pt x="6076112" y="558800"/>
                  </a:lnTo>
                  <a:lnTo>
                    <a:pt x="6190584" y="635000"/>
                  </a:lnTo>
                  <a:lnTo>
                    <a:pt x="6302408" y="711200"/>
                  </a:lnTo>
                  <a:lnTo>
                    <a:pt x="6411499" y="787400"/>
                  </a:lnTo>
                  <a:lnTo>
                    <a:pt x="6447240" y="825500"/>
                  </a:lnTo>
                  <a:lnTo>
                    <a:pt x="6517770" y="876300"/>
                  </a:lnTo>
                  <a:lnTo>
                    <a:pt x="6587007" y="927100"/>
                  </a:lnTo>
                  <a:lnTo>
                    <a:pt x="6621133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0" y="1079500"/>
                  </a:lnTo>
                  <a:lnTo>
                    <a:pt x="6786712" y="1117600"/>
                  </a:lnTo>
                  <a:lnTo>
                    <a:pt x="6818794" y="1143000"/>
                  </a:lnTo>
                  <a:lnTo>
                    <a:pt x="6850525" y="1181100"/>
                  </a:lnTo>
                  <a:lnTo>
                    <a:pt x="6881901" y="1206500"/>
                  </a:lnTo>
                  <a:lnTo>
                    <a:pt x="6912918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2" y="1371600"/>
                  </a:lnTo>
                  <a:lnTo>
                    <a:pt x="7062520" y="1409700"/>
                  </a:lnTo>
                  <a:lnTo>
                    <a:pt x="7091321" y="1447800"/>
                  </a:lnTo>
                  <a:lnTo>
                    <a:pt x="7119741" y="1473200"/>
                  </a:lnTo>
                  <a:lnTo>
                    <a:pt x="7147777" y="1511300"/>
                  </a:lnTo>
                  <a:lnTo>
                    <a:pt x="7175427" y="1549400"/>
                  </a:lnTo>
                  <a:lnTo>
                    <a:pt x="7202685" y="1587500"/>
                  </a:lnTo>
                  <a:lnTo>
                    <a:pt x="7229551" y="1612900"/>
                  </a:lnTo>
                  <a:lnTo>
                    <a:pt x="7256019" y="1651000"/>
                  </a:lnTo>
                  <a:lnTo>
                    <a:pt x="7282088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2" y="1955800"/>
                  </a:lnTo>
                  <a:lnTo>
                    <a:pt x="7475856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4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4" y="2489200"/>
                  </a:lnTo>
                  <a:lnTo>
                    <a:pt x="7731474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3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0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0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7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7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0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0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3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4" y="5448300"/>
                  </a:lnTo>
                  <a:lnTo>
                    <a:pt x="7714544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4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6" y="5981700"/>
                  </a:lnTo>
                  <a:lnTo>
                    <a:pt x="7453102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8" y="6286500"/>
                  </a:lnTo>
                  <a:lnTo>
                    <a:pt x="7256019" y="6324600"/>
                  </a:lnTo>
                  <a:lnTo>
                    <a:pt x="7229551" y="6362700"/>
                  </a:lnTo>
                  <a:lnTo>
                    <a:pt x="7202685" y="6400800"/>
                  </a:lnTo>
                  <a:lnTo>
                    <a:pt x="7175427" y="6438900"/>
                  </a:lnTo>
                  <a:lnTo>
                    <a:pt x="7147777" y="6464300"/>
                  </a:lnTo>
                  <a:lnTo>
                    <a:pt x="7119741" y="6502400"/>
                  </a:lnTo>
                  <a:lnTo>
                    <a:pt x="7091321" y="6540500"/>
                  </a:lnTo>
                  <a:lnTo>
                    <a:pt x="7062520" y="6578600"/>
                  </a:lnTo>
                  <a:lnTo>
                    <a:pt x="7033342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8" y="6743700"/>
                  </a:lnTo>
                  <a:lnTo>
                    <a:pt x="6881901" y="6769100"/>
                  </a:lnTo>
                  <a:lnTo>
                    <a:pt x="6850525" y="6807200"/>
                  </a:lnTo>
                  <a:lnTo>
                    <a:pt x="6818794" y="6832600"/>
                  </a:lnTo>
                  <a:lnTo>
                    <a:pt x="6786712" y="6870700"/>
                  </a:lnTo>
                  <a:lnTo>
                    <a:pt x="6754280" y="6896100"/>
                  </a:lnTo>
                  <a:lnTo>
                    <a:pt x="6721504" y="6934200"/>
                  </a:lnTo>
                  <a:lnTo>
                    <a:pt x="6654927" y="6985000"/>
                  </a:lnTo>
                  <a:lnTo>
                    <a:pt x="6621133" y="7023100"/>
                  </a:lnTo>
                  <a:lnTo>
                    <a:pt x="6552551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3" y="7289800"/>
                  </a:lnTo>
                  <a:lnTo>
                    <a:pt x="6152717" y="7366000"/>
                  </a:lnTo>
                  <a:lnTo>
                    <a:pt x="5998370" y="7467600"/>
                  </a:lnTo>
                  <a:lnTo>
                    <a:pt x="5959080" y="7480300"/>
                  </a:lnTo>
                  <a:lnTo>
                    <a:pt x="5879679" y="7531100"/>
                  </a:lnTo>
                  <a:lnTo>
                    <a:pt x="5839574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4" y="7632700"/>
                  </a:lnTo>
                  <a:lnTo>
                    <a:pt x="5635135" y="7645400"/>
                  </a:lnTo>
                  <a:lnTo>
                    <a:pt x="5593486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1" y="7772400"/>
                  </a:lnTo>
                  <a:lnTo>
                    <a:pt x="4895830" y="7899400"/>
                  </a:lnTo>
                  <a:close/>
                </a:path>
                <a:path w="8007350" h="7988300">
                  <a:moveTo>
                    <a:pt x="4713113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5" y="7899400"/>
                  </a:lnTo>
                  <a:lnTo>
                    <a:pt x="4713113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1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4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8" y="7975600"/>
                  </a:lnTo>
                  <a:lnTo>
                    <a:pt x="3526705" y="7962900"/>
                  </a:lnTo>
                  <a:lnTo>
                    <a:pt x="4480648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2" y="7988300"/>
                  </a:lnTo>
                  <a:lnTo>
                    <a:pt x="3668200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9847" y="1352032"/>
              <a:ext cx="7606264" cy="759138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692525">
              <a:lnSpc>
                <a:spcPct val="100000"/>
              </a:lnSpc>
              <a:spcBef>
                <a:spcPts val="110"/>
              </a:spcBef>
            </a:pPr>
            <a:r>
              <a:rPr dirty="0" spc="245"/>
              <a:t>PROCESS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636" y="0"/>
            <a:ext cx="17021174" cy="102837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99058" y="459846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065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5049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916780" y="2232595"/>
            <a:ext cx="4454525" cy="1606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350" spc="575" b="1">
                <a:solidFill>
                  <a:srgbClr val="FFFFFF"/>
                </a:solidFill>
                <a:latin typeface="Trebuchet MS"/>
                <a:cs typeface="Trebuchet MS"/>
              </a:rPr>
              <a:t>GOALS</a:t>
            </a:r>
            <a:endParaRPr sz="10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18425" y="460023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40478" y="0"/>
            <a:ext cx="16947515" cy="10287000"/>
            <a:chOff x="1340478" y="0"/>
            <a:chExt cx="1694751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478" y="1009923"/>
              <a:ext cx="6941640" cy="927707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 marL="1812925">
              <a:lnSpc>
                <a:spcPct val="100000"/>
              </a:lnSpc>
              <a:spcBef>
                <a:spcPts val="110"/>
              </a:spcBef>
            </a:pPr>
            <a:r>
              <a:rPr dirty="0" spc="-80"/>
              <a:t>INTELLIGENCE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60" b="1">
                <a:solidFill>
                  <a:srgbClr val="FFFFFF"/>
                </a:solidFill>
                <a:latin typeface="Trebuchet MS"/>
                <a:cs typeface="Trebuchet MS"/>
              </a:rPr>
              <a:t>ACHIEVEMENT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197881" y="0"/>
            <a:ext cx="16090265" cy="10287000"/>
            <a:chOff x="2197881" y="0"/>
            <a:chExt cx="1609026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881" y="1028700"/>
              <a:ext cx="5657849" cy="82295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612286" y="5741593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505333" y="432104"/>
                  </a:moveTo>
                  <a:lnTo>
                    <a:pt x="500265" y="408381"/>
                  </a:lnTo>
                  <a:lnTo>
                    <a:pt x="499402" y="406831"/>
                  </a:lnTo>
                  <a:lnTo>
                    <a:pt x="498144" y="405536"/>
                  </a:lnTo>
                  <a:lnTo>
                    <a:pt x="484555" y="397408"/>
                  </a:lnTo>
                  <a:lnTo>
                    <a:pt x="484555" y="434568"/>
                  </a:lnTo>
                  <a:lnTo>
                    <a:pt x="479361" y="448056"/>
                  </a:lnTo>
                  <a:lnTo>
                    <a:pt x="472782" y="458152"/>
                  </a:lnTo>
                  <a:lnTo>
                    <a:pt x="469531" y="462127"/>
                  </a:lnTo>
                  <a:lnTo>
                    <a:pt x="426288" y="484390"/>
                  </a:lnTo>
                  <a:lnTo>
                    <a:pt x="378117" y="480326"/>
                  </a:lnTo>
                  <a:lnTo>
                    <a:pt x="330669" y="459803"/>
                  </a:lnTo>
                  <a:lnTo>
                    <a:pt x="289572" y="432701"/>
                  </a:lnTo>
                  <a:lnTo>
                    <a:pt x="248970" y="398195"/>
                  </a:lnTo>
                  <a:lnTo>
                    <a:pt x="214744" y="357543"/>
                  </a:lnTo>
                  <a:lnTo>
                    <a:pt x="187833" y="316369"/>
                  </a:lnTo>
                  <a:lnTo>
                    <a:pt x="167525" y="268897"/>
                  </a:lnTo>
                  <a:lnTo>
                    <a:pt x="163626" y="220827"/>
                  </a:lnTo>
                  <a:lnTo>
                    <a:pt x="185966" y="177825"/>
                  </a:lnTo>
                  <a:lnTo>
                    <a:pt x="190093" y="174459"/>
                  </a:lnTo>
                  <a:lnTo>
                    <a:pt x="200279" y="167868"/>
                  </a:lnTo>
                  <a:lnTo>
                    <a:pt x="213817" y="162699"/>
                  </a:lnTo>
                  <a:lnTo>
                    <a:pt x="227965" y="163639"/>
                  </a:lnTo>
                  <a:lnTo>
                    <a:pt x="266420" y="228523"/>
                  </a:lnTo>
                  <a:lnTo>
                    <a:pt x="265226" y="236131"/>
                  </a:lnTo>
                  <a:lnTo>
                    <a:pt x="236702" y="261289"/>
                  </a:lnTo>
                  <a:lnTo>
                    <a:pt x="229044" y="270929"/>
                  </a:lnTo>
                  <a:lnTo>
                    <a:pt x="225310" y="282244"/>
                  </a:lnTo>
                  <a:lnTo>
                    <a:pt x="225666" y="294144"/>
                  </a:lnTo>
                  <a:lnTo>
                    <a:pt x="230263" y="305562"/>
                  </a:lnTo>
                  <a:lnTo>
                    <a:pt x="262255" y="350761"/>
                  </a:lnTo>
                  <a:lnTo>
                    <a:pt x="296697" y="385356"/>
                  </a:lnTo>
                  <a:lnTo>
                    <a:pt x="338264" y="415340"/>
                  </a:lnTo>
                  <a:lnTo>
                    <a:pt x="365061" y="422579"/>
                  </a:lnTo>
                  <a:lnTo>
                    <a:pt x="376402" y="418896"/>
                  </a:lnTo>
                  <a:lnTo>
                    <a:pt x="386067" y="411276"/>
                  </a:lnTo>
                  <a:lnTo>
                    <a:pt x="392315" y="404241"/>
                  </a:lnTo>
                  <a:lnTo>
                    <a:pt x="411327" y="382854"/>
                  </a:lnTo>
                  <a:lnTo>
                    <a:pt x="418947" y="381673"/>
                  </a:lnTo>
                  <a:lnTo>
                    <a:pt x="483666" y="420420"/>
                  </a:lnTo>
                  <a:lnTo>
                    <a:pt x="483768" y="422173"/>
                  </a:lnTo>
                  <a:lnTo>
                    <a:pt x="483793" y="422579"/>
                  </a:lnTo>
                  <a:lnTo>
                    <a:pt x="484555" y="434568"/>
                  </a:lnTo>
                  <a:lnTo>
                    <a:pt x="484555" y="397408"/>
                  </a:lnTo>
                  <a:lnTo>
                    <a:pt x="458279" y="381673"/>
                  </a:lnTo>
                  <a:lnTo>
                    <a:pt x="435241" y="367893"/>
                  </a:lnTo>
                  <a:lnTo>
                    <a:pt x="423976" y="363601"/>
                  </a:lnTo>
                  <a:lnTo>
                    <a:pt x="412254" y="363397"/>
                  </a:lnTo>
                  <a:lnTo>
                    <a:pt x="401116" y="367118"/>
                  </a:lnTo>
                  <a:lnTo>
                    <a:pt x="391668" y="374586"/>
                  </a:lnTo>
                  <a:lnTo>
                    <a:pt x="366280" y="403148"/>
                  </a:lnTo>
                  <a:lnTo>
                    <a:pt x="358546" y="404241"/>
                  </a:lnTo>
                  <a:lnTo>
                    <a:pt x="324942" y="382079"/>
                  </a:lnTo>
                  <a:lnTo>
                    <a:pt x="293141" y="354457"/>
                  </a:lnTo>
                  <a:lnTo>
                    <a:pt x="265671" y="322554"/>
                  </a:lnTo>
                  <a:lnTo>
                    <a:pt x="243636" y="288861"/>
                  </a:lnTo>
                  <a:lnTo>
                    <a:pt x="244754" y="281114"/>
                  </a:lnTo>
                  <a:lnTo>
                    <a:pt x="273418" y="255854"/>
                  </a:lnTo>
                  <a:lnTo>
                    <a:pt x="280936" y="246430"/>
                  </a:lnTo>
                  <a:lnTo>
                    <a:pt x="284695" y="235318"/>
                  </a:lnTo>
                  <a:lnTo>
                    <a:pt x="284607" y="228523"/>
                  </a:lnTo>
                  <a:lnTo>
                    <a:pt x="284543" y="223583"/>
                  </a:lnTo>
                  <a:lnTo>
                    <a:pt x="280301" y="212305"/>
                  </a:lnTo>
                  <a:lnTo>
                    <a:pt x="250888" y="162699"/>
                  </a:lnTo>
                  <a:lnTo>
                    <a:pt x="242912" y="149237"/>
                  </a:lnTo>
                  <a:lnTo>
                    <a:pt x="241617" y="147967"/>
                  </a:lnTo>
                  <a:lnTo>
                    <a:pt x="240068" y="147104"/>
                  </a:lnTo>
                  <a:lnTo>
                    <a:pt x="216395" y="141947"/>
                  </a:lnTo>
                  <a:lnTo>
                    <a:pt x="194843" y="147967"/>
                  </a:lnTo>
                  <a:lnTo>
                    <a:pt x="178866" y="157607"/>
                  </a:lnTo>
                  <a:lnTo>
                    <a:pt x="171945" y="163283"/>
                  </a:lnTo>
                  <a:lnTo>
                    <a:pt x="146100" y="205625"/>
                  </a:lnTo>
                  <a:lnTo>
                    <a:pt x="143027" y="251675"/>
                  </a:lnTo>
                  <a:lnTo>
                    <a:pt x="156019" y="297865"/>
                  </a:lnTo>
                  <a:lnTo>
                    <a:pt x="178384" y="340639"/>
                  </a:lnTo>
                  <a:lnTo>
                    <a:pt x="203428" y="376389"/>
                  </a:lnTo>
                  <a:lnTo>
                    <a:pt x="234772" y="412572"/>
                  </a:lnTo>
                  <a:lnTo>
                    <a:pt x="294144" y="461149"/>
                  </a:lnTo>
                  <a:lnTo>
                    <a:pt x="350088" y="492137"/>
                  </a:lnTo>
                  <a:lnTo>
                    <a:pt x="412153" y="506056"/>
                  </a:lnTo>
                  <a:lnTo>
                    <a:pt x="431063" y="504431"/>
                  </a:lnTo>
                  <a:lnTo>
                    <a:pt x="449503" y="499224"/>
                  </a:lnTo>
                  <a:lnTo>
                    <a:pt x="467233" y="489978"/>
                  </a:lnTo>
                  <a:lnTo>
                    <a:pt x="474040" y="484390"/>
                  </a:lnTo>
                  <a:lnTo>
                    <a:pt x="483997" y="476237"/>
                  </a:lnTo>
                  <a:lnTo>
                    <a:pt x="489597" y="469455"/>
                  </a:lnTo>
                  <a:lnTo>
                    <a:pt x="499249" y="453605"/>
                  </a:lnTo>
                  <a:lnTo>
                    <a:pt x="505333" y="432104"/>
                  </a:lnTo>
                  <a:close/>
                </a:path>
                <a:path w="647700" h="1461770">
                  <a:moveTo>
                    <a:pt x="646963" y="1138008"/>
                  </a:moveTo>
                  <a:lnTo>
                    <a:pt x="643445" y="1090269"/>
                  </a:lnTo>
                  <a:lnTo>
                    <a:pt x="633247" y="1044676"/>
                  </a:lnTo>
                  <a:lnTo>
                    <a:pt x="624268" y="1021168"/>
                  </a:lnTo>
                  <a:lnTo>
                    <a:pt x="624268" y="1138008"/>
                  </a:lnTo>
                  <a:lnTo>
                    <a:pt x="620331" y="1186789"/>
                  </a:lnTo>
                  <a:lnTo>
                    <a:pt x="608926" y="1233068"/>
                  </a:lnTo>
                  <a:lnTo>
                    <a:pt x="590689" y="1276223"/>
                  </a:lnTo>
                  <a:lnTo>
                    <a:pt x="566216" y="1315643"/>
                  </a:lnTo>
                  <a:lnTo>
                    <a:pt x="536155" y="1350683"/>
                  </a:lnTo>
                  <a:lnTo>
                    <a:pt x="501103" y="1380756"/>
                  </a:lnTo>
                  <a:lnTo>
                    <a:pt x="461695" y="1405216"/>
                  </a:lnTo>
                  <a:lnTo>
                    <a:pt x="418541" y="1423466"/>
                  </a:lnTo>
                  <a:lnTo>
                    <a:pt x="372262" y="1434858"/>
                  </a:lnTo>
                  <a:lnTo>
                    <a:pt x="323481" y="1438795"/>
                  </a:lnTo>
                  <a:lnTo>
                    <a:pt x="274701" y="1434858"/>
                  </a:lnTo>
                  <a:lnTo>
                    <a:pt x="228422" y="1423466"/>
                  </a:lnTo>
                  <a:lnTo>
                    <a:pt x="185267" y="1405216"/>
                  </a:lnTo>
                  <a:lnTo>
                    <a:pt x="145859" y="1380756"/>
                  </a:lnTo>
                  <a:lnTo>
                    <a:pt x="110807" y="1350683"/>
                  </a:lnTo>
                  <a:lnTo>
                    <a:pt x="80733" y="1315643"/>
                  </a:lnTo>
                  <a:lnTo>
                    <a:pt x="56273" y="1276223"/>
                  </a:lnTo>
                  <a:lnTo>
                    <a:pt x="38036" y="1233068"/>
                  </a:lnTo>
                  <a:lnTo>
                    <a:pt x="26631" y="1186789"/>
                  </a:lnTo>
                  <a:lnTo>
                    <a:pt x="22694" y="1138008"/>
                  </a:lnTo>
                  <a:lnTo>
                    <a:pt x="26631" y="1089228"/>
                  </a:lnTo>
                  <a:lnTo>
                    <a:pt x="38036" y="1042949"/>
                  </a:lnTo>
                  <a:lnTo>
                    <a:pt x="56273" y="999794"/>
                  </a:lnTo>
                  <a:lnTo>
                    <a:pt x="80733" y="960386"/>
                  </a:lnTo>
                  <a:lnTo>
                    <a:pt x="110807" y="925334"/>
                  </a:lnTo>
                  <a:lnTo>
                    <a:pt x="145859" y="895273"/>
                  </a:lnTo>
                  <a:lnTo>
                    <a:pt x="185267" y="870800"/>
                  </a:lnTo>
                  <a:lnTo>
                    <a:pt x="228422" y="852563"/>
                  </a:lnTo>
                  <a:lnTo>
                    <a:pt x="274701" y="841159"/>
                  </a:lnTo>
                  <a:lnTo>
                    <a:pt x="323481" y="837222"/>
                  </a:lnTo>
                  <a:lnTo>
                    <a:pt x="372262" y="841159"/>
                  </a:lnTo>
                  <a:lnTo>
                    <a:pt x="418541" y="852563"/>
                  </a:lnTo>
                  <a:lnTo>
                    <a:pt x="461695" y="870800"/>
                  </a:lnTo>
                  <a:lnTo>
                    <a:pt x="501103" y="895273"/>
                  </a:lnTo>
                  <a:lnTo>
                    <a:pt x="536155" y="925334"/>
                  </a:lnTo>
                  <a:lnTo>
                    <a:pt x="566216" y="960386"/>
                  </a:lnTo>
                  <a:lnTo>
                    <a:pt x="590689" y="999794"/>
                  </a:lnTo>
                  <a:lnTo>
                    <a:pt x="608926" y="1042949"/>
                  </a:lnTo>
                  <a:lnTo>
                    <a:pt x="620331" y="1089228"/>
                  </a:lnTo>
                  <a:lnTo>
                    <a:pt x="620407" y="1090269"/>
                  </a:lnTo>
                  <a:lnTo>
                    <a:pt x="624268" y="1138008"/>
                  </a:lnTo>
                  <a:lnTo>
                    <a:pt x="624268" y="1021168"/>
                  </a:lnTo>
                  <a:lnTo>
                    <a:pt x="616851" y="1001750"/>
                  </a:lnTo>
                  <a:lnTo>
                    <a:pt x="594779" y="961986"/>
                  </a:lnTo>
                  <a:lnTo>
                    <a:pt x="567524" y="925893"/>
                  </a:lnTo>
                  <a:lnTo>
                    <a:pt x="535597" y="893965"/>
                  </a:lnTo>
                  <a:lnTo>
                    <a:pt x="499503" y="866711"/>
                  </a:lnTo>
                  <a:lnTo>
                    <a:pt x="459740" y="844638"/>
                  </a:lnTo>
                  <a:lnTo>
                    <a:pt x="416814" y="828255"/>
                  </a:lnTo>
                  <a:lnTo>
                    <a:pt x="371221" y="818045"/>
                  </a:lnTo>
                  <a:lnTo>
                    <a:pt x="323481" y="814539"/>
                  </a:lnTo>
                  <a:lnTo>
                    <a:pt x="275742" y="818045"/>
                  </a:lnTo>
                  <a:lnTo>
                    <a:pt x="230149" y="828255"/>
                  </a:lnTo>
                  <a:lnTo>
                    <a:pt x="187223" y="844638"/>
                  </a:lnTo>
                  <a:lnTo>
                    <a:pt x="147459" y="866711"/>
                  </a:lnTo>
                  <a:lnTo>
                    <a:pt x="111353" y="893965"/>
                  </a:lnTo>
                  <a:lnTo>
                    <a:pt x="79438" y="925893"/>
                  </a:lnTo>
                  <a:lnTo>
                    <a:pt x="52184" y="961986"/>
                  </a:lnTo>
                  <a:lnTo>
                    <a:pt x="30111" y="1001750"/>
                  </a:lnTo>
                  <a:lnTo>
                    <a:pt x="13716" y="1044676"/>
                  </a:lnTo>
                  <a:lnTo>
                    <a:pt x="3517" y="1090269"/>
                  </a:lnTo>
                  <a:lnTo>
                    <a:pt x="0" y="1138008"/>
                  </a:lnTo>
                  <a:lnTo>
                    <a:pt x="3517" y="1185760"/>
                  </a:lnTo>
                  <a:lnTo>
                    <a:pt x="13716" y="1231341"/>
                  </a:lnTo>
                  <a:lnTo>
                    <a:pt x="30111" y="1274267"/>
                  </a:lnTo>
                  <a:lnTo>
                    <a:pt x="52184" y="1314030"/>
                  </a:lnTo>
                  <a:lnTo>
                    <a:pt x="79438" y="1350137"/>
                  </a:lnTo>
                  <a:lnTo>
                    <a:pt x="111353" y="1382064"/>
                  </a:lnTo>
                  <a:lnTo>
                    <a:pt x="147459" y="1409306"/>
                  </a:lnTo>
                  <a:lnTo>
                    <a:pt x="187223" y="1431378"/>
                  </a:lnTo>
                  <a:lnTo>
                    <a:pt x="230149" y="1447774"/>
                  </a:lnTo>
                  <a:lnTo>
                    <a:pt x="275742" y="1457972"/>
                  </a:lnTo>
                  <a:lnTo>
                    <a:pt x="323481" y="1461490"/>
                  </a:lnTo>
                  <a:lnTo>
                    <a:pt x="371221" y="1457972"/>
                  </a:lnTo>
                  <a:lnTo>
                    <a:pt x="416814" y="1447774"/>
                  </a:lnTo>
                  <a:lnTo>
                    <a:pt x="440321" y="1438795"/>
                  </a:lnTo>
                  <a:lnTo>
                    <a:pt x="459740" y="1431378"/>
                  </a:lnTo>
                  <a:lnTo>
                    <a:pt x="499503" y="1409306"/>
                  </a:lnTo>
                  <a:lnTo>
                    <a:pt x="535597" y="1382064"/>
                  </a:lnTo>
                  <a:lnTo>
                    <a:pt x="567524" y="1350137"/>
                  </a:lnTo>
                  <a:lnTo>
                    <a:pt x="594779" y="1314030"/>
                  </a:lnTo>
                  <a:lnTo>
                    <a:pt x="616851" y="1274267"/>
                  </a:lnTo>
                  <a:lnTo>
                    <a:pt x="633247" y="1231341"/>
                  </a:lnTo>
                  <a:lnTo>
                    <a:pt x="643445" y="1185760"/>
                  </a:lnTo>
                  <a:lnTo>
                    <a:pt x="646963" y="1138008"/>
                  </a:lnTo>
                  <a:close/>
                </a:path>
                <a:path w="647700" h="1461770">
                  <a:moveTo>
                    <a:pt x="647687" y="323837"/>
                  </a:moveTo>
                  <a:lnTo>
                    <a:pt x="644169" y="276047"/>
                  </a:lnTo>
                  <a:lnTo>
                    <a:pt x="633945" y="230416"/>
                  </a:lnTo>
                  <a:lnTo>
                    <a:pt x="627481" y="213487"/>
                  </a:lnTo>
                  <a:lnTo>
                    <a:pt x="627481" y="323837"/>
                  </a:lnTo>
                  <a:lnTo>
                    <a:pt x="623506" y="373024"/>
                  </a:lnTo>
                  <a:lnTo>
                    <a:pt x="611974" y="419709"/>
                  </a:lnTo>
                  <a:lnTo>
                    <a:pt x="593547" y="463257"/>
                  </a:lnTo>
                  <a:lnTo>
                    <a:pt x="568820" y="503047"/>
                  </a:lnTo>
                  <a:lnTo>
                    <a:pt x="538454" y="538441"/>
                  </a:lnTo>
                  <a:lnTo>
                    <a:pt x="503059" y="568820"/>
                  </a:lnTo>
                  <a:lnTo>
                    <a:pt x="463270" y="593534"/>
                  </a:lnTo>
                  <a:lnTo>
                    <a:pt x="419722" y="611974"/>
                  </a:lnTo>
                  <a:lnTo>
                    <a:pt x="373037" y="623493"/>
                  </a:lnTo>
                  <a:lnTo>
                    <a:pt x="323850" y="627481"/>
                  </a:lnTo>
                  <a:lnTo>
                    <a:pt x="274637" y="623493"/>
                  </a:lnTo>
                  <a:lnTo>
                    <a:pt x="227965" y="611974"/>
                  </a:lnTo>
                  <a:lnTo>
                    <a:pt x="184416" y="593534"/>
                  </a:lnTo>
                  <a:lnTo>
                    <a:pt x="144627" y="568820"/>
                  </a:lnTo>
                  <a:lnTo>
                    <a:pt x="109232" y="538441"/>
                  </a:lnTo>
                  <a:lnTo>
                    <a:pt x="78867" y="503047"/>
                  </a:lnTo>
                  <a:lnTo>
                    <a:pt x="54152" y="463257"/>
                  </a:lnTo>
                  <a:lnTo>
                    <a:pt x="35712" y="419709"/>
                  </a:lnTo>
                  <a:lnTo>
                    <a:pt x="24193" y="373024"/>
                  </a:lnTo>
                  <a:lnTo>
                    <a:pt x="20205" y="323837"/>
                  </a:lnTo>
                  <a:lnTo>
                    <a:pt x="24193" y="274650"/>
                  </a:lnTo>
                  <a:lnTo>
                    <a:pt x="35712" y="227977"/>
                  </a:lnTo>
                  <a:lnTo>
                    <a:pt x="54152" y="184416"/>
                  </a:lnTo>
                  <a:lnTo>
                    <a:pt x="78867" y="144627"/>
                  </a:lnTo>
                  <a:lnTo>
                    <a:pt x="109245" y="109232"/>
                  </a:lnTo>
                  <a:lnTo>
                    <a:pt x="144640" y="78867"/>
                  </a:lnTo>
                  <a:lnTo>
                    <a:pt x="184429" y="54140"/>
                  </a:lnTo>
                  <a:lnTo>
                    <a:pt x="227977" y="35712"/>
                  </a:lnTo>
                  <a:lnTo>
                    <a:pt x="274662" y="24180"/>
                  </a:lnTo>
                  <a:lnTo>
                    <a:pt x="323850" y="20205"/>
                  </a:lnTo>
                  <a:lnTo>
                    <a:pt x="373037" y="24180"/>
                  </a:lnTo>
                  <a:lnTo>
                    <a:pt x="419722" y="35712"/>
                  </a:lnTo>
                  <a:lnTo>
                    <a:pt x="463270" y="54140"/>
                  </a:lnTo>
                  <a:lnTo>
                    <a:pt x="503059" y="78867"/>
                  </a:lnTo>
                  <a:lnTo>
                    <a:pt x="538454" y="109232"/>
                  </a:lnTo>
                  <a:lnTo>
                    <a:pt x="568820" y="144627"/>
                  </a:lnTo>
                  <a:lnTo>
                    <a:pt x="593547" y="184416"/>
                  </a:lnTo>
                  <a:lnTo>
                    <a:pt x="611974" y="227977"/>
                  </a:lnTo>
                  <a:lnTo>
                    <a:pt x="623506" y="274650"/>
                  </a:lnTo>
                  <a:lnTo>
                    <a:pt x="627481" y="323837"/>
                  </a:lnTo>
                  <a:lnTo>
                    <a:pt x="627481" y="213487"/>
                  </a:lnTo>
                  <a:lnTo>
                    <a:pt x="595439" y="147637"/>
                  </a:lnTo>
                  <a:lnTo>
                    <a:pt x="568147" y="111493"/>
                  </a:lnTo>
                  <a:lnTo>
                    <a:pt x="536194" y="79527"/>
                  </a:lnTo>
                  <a:lnTo>
                    <a:pt x="500049" y="52247"/>
                  </a:lnTo>
                  <a:lnTo>
                    <a:pt x="460235" y="30149"/>
                  </a:lnTo>
                  <a:lnTo>
                    <a:pt x="417271" y="13741"/>
                  </a:lnTo>
                  <a:lnTo>
                    <a:pt x="371640" y="3517"/>
                  </a:lnTo>
                  <a:lnTo>
                    <a:pt x="323850" y="0"/>
                  </a:lnTo>
                  <a:lnTo>
                    <a:pt x="276059" y="3517"/>
                  </a:lnTo>
                  <a:lnTo>
                    <a:pt x="230416" y="13741"/>
                  </a:lnTo>
                  <a:lnTo>
                    <a:pt x="187452" y="30149"/>
                  </a:lnTo>
                  <a:lnTo>
                    <a:pt x="147637" y="52247"/>
                  </a:lnTo>
                  <a:lnTo>
                    <a:pt x="111493" y="79527"/>
                  </a:lnTo>
                  <a:lnTo>
                    <a:pt x="79540" y="111493"/>
                  </a:lnTo>
                  <a:lnTo>
                    <a:pt x="52247" y="147637"/>
                  </a:lnTo>
                  <a:lnTo>
                    <a:pt x="30149" y="187439"/>
                  </a:lnTo>
                  <a:lnTo>
                    <a:pt x="13741" y="230416"/>
                  </a:lnTo>
                  <a:lnTo>
                    <a:pt x="3517" y="276047"/>
                  </a:lnTo>
                  <a:lnTo>
                    <a:pt x="0" y="323837"/>
                  </a:lnTo>
                  <a:lnTo>
                    <a:pt x="3517" y="371627"/>
                  </a:lnTo>
                  <a:lnTo>
                    <a:pt x="13741" y="417271"/>
                  </a:lnTo>
                  <a:lnTo>
                    <a:pt x="30149" y="460235"/>
                  </a:lnTo>
                  <a:lnTo>
                    <a:pt x="52247" y="500049"/>
                  </a:lnTo>
                  <a:lnTo>
                    <a:pt x="79527" y="536194"/>
                  </a:lnTo>
                  <a:lnTo>
                    <a:pt x="111493" y="568159"/>
                  </a:lnTo>
                  <a:lnTo>
                    <a:pt x="147637" y="595439"/>
                  </a:lnTo>
                  <a:lnTo>
                    <a:pt x="187439" y="617537"/>
                  </a:lnTo>
                  <a:lnTo>
                    <a:pt x="230416" y="633945"/>
                  </a:lnTo>
                  <a:lnTo>
                    <a:pt x="276059" y="644169"/>
                  </a:lnTo>
                  <a:lnTo>
                    <a:pt x="323850" y="647687"/>
                  </a:lnTo>
                  <a:lnTo>
                    <a:pt x="371640" y="644169"/>
                  </a:lnTo>
                  <a:lnTo>
                    <a:pt x="417271" y="633945"/>
                  </a:lnTo>
                  <a:lnTo>
                    <a:pt x="460248" y="617537"/>
                  </a:lnTo>
                  <a:lnTo>
                    <a:pt x="500062" y="595439"/>
                  </a:lnTo>
                  <a:lnTo>
                    <a:pt x="536194" y="568159"/>
                  </a:lnTo>
                  <a:lnTo>
                    <a:pt x="568159" y="536194"/>
                  </a:lnTo>
                  <a:lnTo>
                    <a:pt x="595439" y="500049"/>
                  </a:lnTo>
                  <a:lnTo>
                    <a:pt x="617537" y="460235"/>
                  </a:lnTo>
                  <a:lnTo>
                    <a:pt x="633945" y="417271"/>
                  </a:lnTo>
                  <a:lnTo>
                    <a:pt x="644169" y="371627"/>
                  </a:lnTo>
                  <a:lnTo>
                    <a:pt x="647687" y="323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89122" y="6775395"/>
              <a:ext cx="115148" cy="2084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781274" y="6887485"/>
              <a:ext cx="309245" cy="109220"/>
            </a:xfrm>
            <a:custGeom>
              <a:avLst/>
              <a:gdLst/>
              <a:ahLst/>
              <a:cxnLst/>
              <a:rect l="l" t="t" r="r" b="b"/>
              <a:pathLst>
                <a:path w="309244" h="109220">
                  <a:moveTo>
                    <a:pt x="298183" y="109207"/>
                  </a:moveTo>
                  <a:lnTo>
                    <a:pt x="292015" y="109193"/>
                  </a:lnTo>
                  <a:lnTo>
                    <a:pt x="16978" y="109193"/>
                  </a:lnTo>
                  <a:lnTo>
                    <a:pt x="10810" y="109207"/>
                  </a:lnTo>
                  <a:lnTo>
                    <a:pt x="5150" y="107517"/>
                  </a:lnTo>
                  <a:lnTo>
                    <a:pt x="0" y="104124"/>
                  </a:lnTo>
                  <a:lnTo>
                    <a:pt x="109435" y="0"/>
                  </a:lnTo>
                  <a:lnTo>
                    <a:pt x="154496" y="42888"/>
                  </a:lnTo>
                  <a:lnTo>
                    <a:pt x="199558" y="0"/>
                  </a:lnTo>
                  <a:lnTo>
                    <a:pt x="308993" y="104124"/>
                  </a:lnTo>
                  <a:lnTo>
                    <a:pt x="303842" y="107517"/>
                  </a:lnTo>
                  <a:lnTo>
                    <a:pt x="298183" y="10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7274" y="6775395"/>
              <a:ext cx="115148" cy="2084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6612286" y="6762508"/>
              <a:ext cx="647065" cy="1259205"/>
            </a:xfrm>
            <a:custGeom>
              <a:avLst/>
              <a:gdLst/>
              <a:ahLst/>
              <a:cxnLst/>
              <a:rect l="l" t="t" r="r" b="b"/>
              <a:pathLst>
                <a:path w="647065" h="1259204">
                  <a:moveTo>
                    <a:pt x="477977" y="5092"/>
                  </a:moveTo>
                  <a:lnTo>
                    <a:pt x="472821" y="1689"/>
                  </a:lnTo>
                  <a:lnTo>
                    <a:pt x="467169" y="0"/>
                  </a:lnTo>
                  <a:lnTo>
                    <a:pt x="460997" y="12"/>
                  </a:lnTo>
                  <a:lnTo>
                    <a:pt x="185966" y="12"/>
                  </a:lnTo>
                  <a:lnTo>
                    <a:pt x="179793" y="0"/>
                  </a:lnTo>
                  <a:lnTo>
                    <a:pt x="174129" y="1689"/>
                  </a:lnTo>
                  <a:lnTo>
                    <a:pt x="168986" y="5092"/>
                  </a:lnTo>
                  <a:lnTo>
                    <a:pt x="278422" y="109207"/>
                  </a:lnTo>
                  <a:lnTo>
                    <a:pt x="323481" y="152184"/>
                  </a:lnTo>
                  <a:lnTo>
                    <a:pt x="477977" y="5092"/>
                  </a:lnTo>
                  <a:close/>
                </a:path>
                <a:path w="647065" h="1259204">
                  <a:moveTo>
                    <a:pt x="519493" y="923963"/>
                  </a:moveTo>
                  <a:lnTo>
                    <a:pt x="518528" y="916800"/>
                  </a:lnTo>
                  <a:lnTo>
                    <a:pt x="517804" y="909561"/>
                  </a:lnTo>
                  <a:lnTo>
                    <a:pt x="516597" y="902487"/>
                  </a:lnTo>
                  <a:lnTo>
                    <a:pt x="507695" y="868692"/>
                  </a:lnTo>
                  <a:lnTo>
                    <a:pt x="505752" y="864476"/>
                  </a:lnTo>
                  <a:lnTo>
                    <a:pt x="505752" y="942479"/>
                  </a:lnTo>
                  <a:lnTo>
                    <a:pt x="502005" y="972654"/>
                  </a:lnTo>
                  <a:lnTo>
                    <a:pt x="493763" y="1000912"/>
                  </a:lnTo>
                  <a:lnTo>
                    <a:pt x="493674" y="1001090"/>
                  </a:lnTo>
                  <a:lnTo>
                    <a:pt x="481063" y="1027264"/>
                  </a:lnTo>
                  <a:lnTo>
                    <a:pt x="463981" y="1051661"/>
                  </a:lnTo>
                  <a:lnTo>
                    <a:pt x="453923" y="1046530"/>
                  </a:lnTo>
                  <a:lnTo>
                    <a:pt x="453923" y="1062774"/>
                  </a:lnTo>
                  <a:lnTo>
                    <a:pt x="430847" y="1082675"/>
                  </a:lnTo>
                  <a:lnTo>
                    <a:pt x="405511" y="1098194"/>
                  </a:lnTo>
                  <a:lnTo>
                    <a:pt x="377774" y="1109345"/>
                  </a:lnTo>
                  <a:lnTo>
                    <a:pt x="347535" y="1116126"/>
                  </a:lnTo>
                  <a:lnTo>
                    <a:pt x="350443" y="1113066"/>
                  </a:lnTo>
                  <a:lnTo>
                    <a:pt x="364350" y="1098435"/>
                  </a:lnTo>
                  <a:lnTo>
                    <a:pt x="379247" y="1079398"/>
                  </a:lnTo>
                  <a:lnTo>
                    <a:pt x="379349" y="1079233"/>
                  </a:lnTo>
                  <a:lnTo>
                    <a:pt x="392214" y="1059002"/>
                  </a:lnTo>
                  <a:lnTo>
                    <a:pt x="403212" y="1037348"/>
                  </a:lnTo>
                  <a:lnTo>
                    <a:pt x="416471" y="1042479"/>
                  </a:lnTo>
                  <a:lnTo>
                    <a:pt x="429374" y="1048448"/>
                  </a:lnTo>
                  <a:lnTo>
                    <a:pt x="441845" y="1055204"/>
                  </a:lnTo>
                  <a:lnTo>
                    <a:pt x="453923" y="1062774"/>
                  </a:lnTo>
                  <a:lnTo>
                    <a:pt x="453923" y="1046530"/>
                  </a:lnTo>
                  <a:lnTo>
                    <a:pt x="435749" y="1037259"/>
                  </a:lnTo>
                  <a:lnTo>
                    <a:pt x="409575" y="1023912"/>
                  </a:lnTo>
                  <a:lnTo>
                    <a:pt x="409663" y="1023581"/>
                  </a:lnTo>
                  <a:lnTo>
                    <a:pt x="410552" y="1020368"/>
                  </a:lnTo>
                  <a:lnTo>
                    <a:pt x="410667" y="1019962"/>
                  </a:lnTo>
                  <a:lnTo>
                    <a:pt x="412203" y="1014374"/>
                  </a:lnTo>
                  <a:lnTo>
                    <a:pt x="421627" y="974153"/>
                  </a:lnTo>
                  <a:lnTo>
                    <a:pt x="424294" y="953185"/>
                  </a:lnTo>
                  <a:lnTo>
                    <a:pt x="425602" y="942479"/>
                  </a:lnTo>
                  <a:lnTo>
                    <a:pt x="505752" y="942479"/>
                  </a:lnTo>
                  <a:lnTo>
                    <a:pt x="505752" y="864476"/>
                  </a:lnTo>
                  <a:lnTo>
                    <a:pt x="505739" y="928395"/>
                  </a:lnTo>
                  <a:lnTo>
                    <a:pt x="424789" y="928395"/>
                  </a:lnTo>
                  <a:lnTo>
                    <a:pt x="423075" y="905814"/>
                  </a:lnTo>
                  <a:lnTo>
                    <a:pt x="419493" y="883742"/>
                  </a:lnTo>
                  <a:lnTo>
                    <a:pt x="414020" y="862228"/>
                  </a:lnTo>
                  <a:lnTo>
                    <a:pt x="411111" y="854049"/>
                  </a:lnTo>
                  <a:lnTo>
                    <a:pt x="411111" y="928395"/>
                  </a:lnTo>
                  <a:lnTo>
                    <a:pt x="410629" y="928395"/>
                  </a:lnTo>
                  <a:lnTo>
                    <a:pt x="410629" y="942479"/>
                  </a:lnTo>
                  <a:lnTo>
                    <a:pt x="410502" y="951001"/>
                  </a:lnTo>
                  <a:lnTo>
                    <a:pt x="410413" y="957948"/>
                  </a:lnTo>
                  <a:lnTo>
                    <a:pt x="407162" y="979424"/>
                  </a:lnTo>
                  <a:lnTo>
                    <a:pt x="401828" y="1001903"/>
                  </a:lnTo>
                  <a:lnTo>
                    <a:pt x="395414" y="1020368"/>
                  </a:lnTo>
                  <a:lnTo>
                    <a:pt x="393877" y="1019962"/>
                  </a:lnTo>
                  <a:lnTo>
                    <a:pt x="390271" y="1019035"/>
                  </a:lnTo>
                  <a:lnTo>
                    <a:pt x="390271" y="1033081"/>
                  </a:lnTo>
                  <a:lnTo>
                    <a:pt x="378637" y="1055484"/>
                  </a:lnTo>
                  <a:lnTo>
                    <a:pt x="364858" y="1076286"/>
                  </a:lnTo>
                  <a:lnTo>
                    <a:pt x="348907" y="1095476"/>
                  </a:lnTo>
                  <a:lnTo>
                    <a:pt x="330796" y="1113066"/>
                  </a:lnTo>
                  <a:lnTo>
                    <a:pt x="330796" y="1023581"/>
                  </a:lnTo>
                  <a:lnTo>
                    <a:pt x="345897" y="1024483"/>
                  </a:lnTo>
                  <a:lnTo>
                    <a:pt x="360845" y="1026375"/>
                  </a:lnTo>
                  <a:lnTo>
                    <a:pt x="375640" y="1029233"/>
                  </a:lnTo>
                  <a:lnTo>
                    <a:pt x="390271" y="1033081"/>
                  </a:lnTo>
                  <a:lnTo>
                    <a:pt x="390271" y="1019035"/>
                  </a:lnTo>
                  <a:lnTo>
                    <a:pt x="379476" y="1016215"/>
                  </a:lnTo>
                  <a:lnTo>
                    <a:pt x="363359" y="1013117"/>
                  </a:lnTo>
                  <a:lnTo>
                    <a:pt x="347091" y="1011059"/>
                  </a:lnTo>
                  <a:lnTo>
                    <a:pt x="330644" y="1010069"/>
                  </a:lnTo>
                  <a:lnTo>
                    <a:pt x="330644" y="942479"/>
                  </a:lnTo>
                  <a:lnTo>
                    <a:pt x="410629" y="942479"/>
                  </a:lnTo>
                  <a:lnTo>
                    <a:pt x="410629" y="928395"/>
                  </a:lnTo>
                  <a:lnTo>
                    <a:pt x="330644" y="928395"/>
                  </a:lnTo>
                  <a:lnTo>
                    <a:pt x="330644" y="854202"/>
                  </a:lnTo>
                  <a:lnTo>
                    <a:pt x="346748" y="853122"/>
                  </a:lnTo>
                  <a:lnTo>
                    <a:pt x="346583" y="853122"/>
                  </a:lnTo>
                  <a:lnTo>
                    <a:pt x="362140" y="851204"/>
                  </a:lnTo>
                  <a:lnTo>
                    <a:pt x="377799" y="848296"/>
                  </a:lnTo>
                  <a:lnTo>
                    <a:pt x="393166" y="844384"/>
                  </a:lnTo>
                  <a:lnTo>
                    <a:pt x="400608" y="864755"/>
                  </a:lnTo>
                  <a:lnTo>
                    <a:pt x="406095" y="885545"/>
                  </a:lnTo>
                  <a:lnTo>
                    <a:pt x="409587" y="906754"/>
                  </a:lnTo>
                  <a:lnTo>
                    <a:pt x="411111" y="928395"/>
                  </a:lnTo>
                  <a:lnTo>
                    <a:pt x="411111" y="854049"/>
                  </a:lnTo>
                  <a:lnTo>
                    <a:pt x="407682" y="844384"/>
                  </a:lnTo>
                  <a:lnTo>
                    <a:pt x="406603" y="841324"/>
                  </a:lnTo>
                  <a:lnTo>
                    <a:pt x="408076" y="840600"/>
                  </a:lnTo>
                  <a:lnTo>
                    <a:pt x="434746" y="827481"/>
                  </a:lnTo>
                  <a:lnTo>
                    <a:pt x="478840" y="840041"/>
                  </a:lnTo>
                  <a:lnTo>
                    <a:pt x="501650" y="896848"/>
                  </a:lnTo>
                  <a:lnTo>
                    <a:pt x="505739" y="928395"/>
                  </a:lnTo>
                  <a:lnTo>
                    <a:pt x="505739" y="864450"/>
                  </a:lnTo>
                  <a:lnTo>
                    <a:pt x="493547" y="837971"/>
                  </a:lnTo>
                  <a:lnTo>
                    <a:pt x="477393" y="814933"/>
                  </a:lnTo>
                  <a:lnTo>
                    <a:pt x="474141" y="810310"/>
                  </a:lnTo>
                  <a:lnTo>
                    <a:pt x="449732" y="785964"/>
                  </a:lnTo>
                  <a:lnTo>
                    <a:pt x="449732" y="803986"/>
                  </a:lnTo>
                  <a:lnTo>
                    <a:pt x="438873" y="810679"/>
                  </a:lnTo>
                  <a:lnTo>
                    <a:pt x="425005" y="817829"/>
                  </a:lnTo>
                  <a:lnTo>
                    <a:pt x="411200" y="823950"/>
                  </a:lnTo>
                  <a:lnTo>
                    <a:pt x="400799" y="827481"/>
                  </a:lnTo>
                  <a:lnTo>
                    <a:pt x="400519" y="827481"/>
                  </a:lnTo>
                  <a:lnTo>
                    <a:pt x="389890" y="807808"/>
                  </a:lnTo>
                  <a:lnTo>
                    <a:pt x="387858" y="804748"/>
                  </a:lnTo>
                  <a:lnTo>
                    <a:pt x="387858" y="831748"/>
                  </a:lnTo>
                  <a:lnTo>
                    <a:pt x="373811" y="835266"/>
                  </a:lnTo>
                  <a:lnTo>
                    <a:pt x="359371" y="837971"/>
                  </a:lnTo>
                  <a:lnTo>
                    <a:pt x="345071" y="839724"/>
                  </a:lnTo>
                  <a:lnTo>
                    <a:pt x="330644" y="840600"/>
                  </a:lnTo>
                  <a:lnTo>
                    <a:pt x="330644" y="840041"/>
                  </a:lnTo>
                  <a:lnTo>
                    <a:pt x="330644" y="757809"/>
                  </a:lnTo>
                  <a:lnTo>
                    <a:pt x="347675" y="774141"/>
                  </a:lnTo>
                  <a:lnTo>
                    <a:pt x="362839" y="791933"/>
                  </a:lnTo>
                  <a:lnTo>
                    <a:pt x="362953" y="792111"/>
                  </a:lnTo>
                  <a:lnTo>
                    <a:pt x="376123" y="811161"/>
                  </a:lnTo>
                  <a:lnTo>
                    <a:pt x="387489" y="831748"/>
                  </a:lnTo>
                  <a:lnTo>
                    <a:pt x="387858" y="831748"/>
                  </a:lnTo>
                  <a:lnTo>
                    <a:pt x="387858" y="804748"/>
                  </a:lnTo>
                  <a:lnTo>
                    <a:pt x="377520" y="789127"/>
                  </a:lnTo>
                  <a:lnTo>
                    <a:pt x="363385" y="771436"/>
                  </a:lnTo>
                  <a:lnTo>
                    <a:pt x="350367" y="757720"/>
                  </a:lnTo>
                  <a:lnTo>
                    <a:pt x="347764" y="754989"/>
                  </a:lnTo>
                  <a:lnTo>
                    <a:pt x="347535" y="754748"/>
                  </a:lnTo>
                  <a:lnTo>
                    <a:pt x="376389" y="761123"/>
                  </a:lnTo>
                  <a:lnTo>
                    <a:pt x="402894" y="771436"/>
                  </a:lnTo>
                  <a:lnTo>
                    <a:pt x="427304" y="785723"/>
                  </a:lnTo>
                  <a:lnTo>
                    <a:pt x="449732" y="803986"/>
                  </a:lnTo>
                  <a:lnTo>
                    <a:pt x="449732" y="785964"/>
                  </a:lnTo>
                  <a:lnTo>
                    <a:pt x="449491" y="785723"/>
                  </a:lnTo>
                  <a:lnTo>
                    <a:pt x="424129" y="767397"/>
                  </a:lnTo>
                  <a:lnTo>
                    <a:pt x="398957" y="754748"/>
                  </a:lnTo>
                  <a:lnTo>
                    <a:pt x="396849" y="753681"/>
                  </a:lnTo>
                  <a:lnTo>
                    <a:pt x="367690" y="744613"/>
                  </a:lnTo>
                  <a:lnTo>
                    <a:pt x="336677" y="740181"/>
                  </a:lnTo>
                  <a:lnTo>
                    <a:pt x="316636" y="741159"/>
                  </a:lnTo>
                  <a:lnTo>
                    <a:pt x="316636" y="757720"/>
                  </a:lnTo>
                  <a:lnTo>
                    <a:pt x="316636" y="840041"/>
                  </a:lnTo>
                  <a:lnTo>
                    <a:pt x="316636" y="854036"/>
                  </a:lnTo>
                  <a:lnTo>
                    <a:pt x="316636" y="928395"/>
                  </a:lnTo>
                  <a:lnTo>
                    <a:pt x="316636" y="1023581"/>
                  </a:lnTo>
                  <a:lnTo>
                    <a:pt x="316636" y="1113066"/>
                  </a:lnTo>
                  <a:lnTo>
                    <a:pt x="299821" y="1096772"/>
                  </a:lnTo>
                  <a:lnTo>
                    <a:pt x="299821" y="1116126"/>
                  </a:lnTo>
                  <a:lnTo>
                    <a:pt x="269582" y="1109345"/>
                  </a:lnTo>
                  <a:lnTo>
                    <a:pt x="241871" y="1098194"/>
                  </a:lnTo>
                  <a:lnTo>
                    <a:pt x="216535" y="1082675"/>
                  </a:lnTo>
                  <a:lnTo>
                    <a:pt x="193446" y="1062774"/>
                  </a:lnTo>
                  <a:lnTo>
                    <a:pt x="205562" y="1055204"/>
                  </a:lnTo>
                  <a:lnTo>
                    <a:pt x="210299" y="1052626"/>
                  </a:lnTo>
                  <a:lnTo>
                    <a:pt x="218020" y="1048448"/>
                  </a:lnTo>
                  <a:lnTo>
                    <a:pt x="230822" y="1042479"/>
                  </a:lnTo>
                  <a:lnTo>
                    <a:pt x="244055" y="1037259"/>
                  </a:lnTo>
                  <a:lnTo>
                    <a:pt x="255130" y="1059002"/>
                  </a:lnTo>
                  <a:lnTo>
                    <a:pt x="268122" y="1079398"/>
                  </a:lnTo>
                  <a:lnTo>
                    <a:pt x="283019" y="1098435"/>
                  </a:lnTo>
                  <a:lnTo>
                    <a:pt x="299821" y="1116126"/>
                  </a:lnTo>
                  <a:lnTo>
                    <a:pt x="299821" y="1096772"/>
                  </a:lnTo>
                  <a:lnTo>
                    <a:pt x="298488" y="1095476"/>
                  </a:lnTo>
                  <a:lnTo>
                    <a:pt x="282498" y="1076286"/>
                  </a:lnTo>
                  <a:lnTo>
                    <a:pt x="268681" y="1055484"/>
                  </a:lnTo>
                  <a:lnTo>
                    <a:pt x="259194" y="1037259"/>
                  </a:lnTo>
                  <a:lnTo>
                    <a:pt x="259067" y="1037018"/>
                  </a:lnTo>
                  <a:lnTo>
                    <a:pt x="257009" y="1033081"/>
                  </a:lnTo>
                  <a:lnTo>
                    <a:pt x="271805" y="1029233"/>
                  </a:lnTo>
                  <a:lnTo>
                    <a:pt x="286753" y="1026375"/>
                  </a:lnTo>
                  <a:lnTo>
                    <a:pt x="301675" y="1024483"/>
                  </a:lnTo>
                  <a:lnTo>
                    <a:pt x="301866" y="1024483"/>
                  </a:lnTo>
                  <a:lnTo>
                    <a:pt x="316636" y="1023581"/>
                  </a:lnTo>
                  <a:lnTo>
                    <a:pt x="316636" y="928395"/>
                  </a:lnTo>
                  <a:lnTo>
                    <a:pt x="316560" y="942479"/>
                  </a:lnTo>
                  <a:lnTo>
                    <a:pt x="316560" y="1009586"/>
                  </a:lnTo>
                  <a:lnTo>
                    <a:pt x="291858" y="1012101"/>
                  </a:lnTo>
                  <a:lnTo>
                    <a:pt x="284454" y="1013117"/>
                  </a:lnTo>
                  <a:lnTo>
                    <a:pt x="284302" y="1013117"/>
                  </a:lnTo>
                  <a:lnTo>
                    <a:pt x="275844" y="1014641"/>
                  </a:lnTo>
                  <a:lnTo>
                    <a:pt x="268452" y="1016215"/>
                  </a:lnTo>
                  <a:lnTo>
                    <a:pt x="251536" y="1019962"/>
                  </a:lnTo>
                  <a:lnTo>
                    <a:pt x="245198" y="1001090"/>
                  </a:lnTo>
                  <a:lnTo>
                    <a:pt x="245160" y="1000912"/>
                  </a:lnTo>
                  <a:lnTo>
                    <a:pt x="240525" y="981875"/>
                  </a:lnTo>
                  <a:lnTo>
                    <a:pt x="238912" y="971410"/>
                  </a:lnTo>
                  <a:lnTo>
                    <a:pt x="238912" y="1024788"/>
                  </a:lnTo>
                  <a:lnTo>
                    <a:pt x="224586" y="1030478"/>
                  </a:lnTo>
                  <a:lnTo>
                    <a:pt x="210693" y="1037018"/>
                  </a:lnTo>
                  <a:lnTo>
                    <a:pt x="197231" y="1044409"/>
                  </a:lnTo>
                  <a:lnTo>
                    <a:pt x="184188" y="1052626"/>
                  </a:lnTo>
                  <a:lnTo>
                    <a:pt x="166649" y="1027760"/>
                  </a:lnTo>
                  <a:lnTo>
                    <a:pt x="153708" y="1001090"/>
                  </a:lnTo>
                  <a:lnTo>
                    <a:pt x="153657" y="1000912"/>
                  </a:lnTo>
                  <a:lnTo>
                    <a:pt x="145783" y="974153"/>
                  </a:lnTo>
                  <a:lnTo>
                    <a:pt x="145351" y="972654"/>
                  </a:lnTo>
                  <a:lnTo>
                    <a:pt x="145288" y="972159"/>
                  </a:lnTo>
                  <a:lnTo>
                    <a:pt x="141528" y="942479"/>
                  </a:lnTo>
                  <a:lnTo>
                    <a:pt x="222567" y="942479"/>
                  </a:lnTo>
                  <a:lnTo>
                    <a:pt x="224066" y="963625"/>
                  </a:lnTo>
                  <a:lnTo>
                    <a:pt x="227279" y="984364"/>
                  </a:lnTo>
                  <a:lnTo>
                    <a:pt x="232194" y="1004608"/>
                  </a:lnTo>
                  <a:lnTo>
                    <a:pt x="238912" y="1024788"/>
                  </a:lnTo>
                  <a:lnTo>
                    <a:pt x="238912" y="971410"/>
                  </a:lnTo>
                  <a:lnTo>
                    <a:pt x="237515" y="962342"/>
                  </a:lnTo>
                  <a:lnTo>
                    <a:pt x="236169" y="942479"/>
                  </a:lnTo>
                  <a:lnTo>
                    <a:pt x="316560" y="942479"/>
                  </a:lnTo>
                  <a:lnTo>
                    <a:pt x="316560" y="928395"/>
                  </a:lnTo>
                  <a:lnTo>
                    <a:pt x="236169" y="928395"/>
                  </a:lnTo>
                  <a:lnTo>
                    <a:pt x="237718" y="906754"/>
                  </a:lnTo>
                  <a:lnTo>
                    <a:pt x="237832" y="906018"/>
                  </a:lnTo>
                  <a:lnTo>
                    <a:pt x="237871" y="905814"/>
                  </a:lnTo>
                  <a:lnTo>
                    <a:pt x="241223" y="885545"/>
                  </a:lnTo>
                  <a:lnTo>
                    <a:pt x="246684" y="864755"/>
                  </a:lnTo>
                  <a:lnTo>
                    <a:pt x="254114" y="844384"/>
                  </a:lnTo>
                  <a:lnTo>
                    <a:pt x="269519" y="848296"/>
                  </a:lnTo>
                  <a:lnTo>
                    <a:pt x="285076" y="851204"/>
                  </a:lnTo>
                  <a:lnTo>
                    <a:pt x="300774" y="853122"/>
                  </a:lnTo>
                  <a:lnTo>
                    <a:pt x="316636" y="854036"/>
                  </a:lnTo>
                  <a:lnTo>
                    <a:pt x="316636" y="840041"/>
                  </a:lnTo>
                  <a:lnTo>
                    <a:pt x="306108" y="840041"/>
                  </a:lnTo>
                  <a:lnTo>
                    <a:pt x="290322" y="838250"/>
                  </a:lnTo>
                  <a:lnTo>
                    <a:pt x="273367" y="835266"/>
                  </a:lnTo>
                  <a:lnTo>
                    <a:pt x="259905" y="831748"/>
                  </a:lnTo>
                  <a:lnTo>
                    <a:pt x="262267" y="827481"/>
                  </a:lnTo>
                  <a:lnTo>
                    <a:pt x="271272" y="811161"/>
                  </a:lnTo>
                  <a:lnTo>
                    <a:pt x="284416" y="792111"/>
                  </a:lnTo>
                  <a:lnTo>
                    <a:pt x="299542" y="774306"/>
                  </a:lnTo>
                  <a:lnTo>
                    <a:pt x="316636" y="757720"/>
                  </a:lnTo>
                  <a:lnTo>
                    <a:pt x="316636" y="741159"/>
                  </a:lnTo>
                  <a:lnTo>
                    <a:pt x="298297" y="742061"/>
                  </a:lnTo>
                  <a:lnTo>
                    <a:pt x="298297" y="754989"/>
                  </a:lnTo>
                  <a:lnTo>
                    <a:pt x="283743" y="771893"/>
                  </a:lnTo>
                  <a:lnTo>
                    <a:pt x="257556" y="807986"/>
                  </a:lnTo>
                  <a:lnTo>
                    <a:pt x="251587" y="817829"/>
                  </a:lnTo>
                  <a:lnTo>
                    <a:pt x="245668" y="827481"/>
                  </a:lnTo>
                  <a:lnTo>
                    <a:pt x="240677" y="825576"/>
                  </a:lnTo>
                  <a:lnTo>
                    <a:pt x="240677" y="841324"/>
                  </a:lnTo>
                  <a:lnTo>
                    <a:pt x="233235" y="862482"/>
                  </a:lnTo>
                  <a:lnTo>
                    <a:pt x="227736" y="884047"/>
                  </a:lnTo>
                  <a:lnTo>
                    <a:pt x="224218" y="905814"/>
                  </a:lnTo>
                  <a:lnTo>
                    <a:pt x="224129" y="906754"/>
                  </a:lnTo>
                  <a:lnTo>
                    <a:pt x="222580" y="928395"/>
                  </a:lnTo>
                  <a:lnTo>
                    <a:pt x="141541" y="928395"/>
                  </a:lnTo>
                  <a:lnTo>
                    <a:pt x="145643" y="896848"/>
                  </a:lnTo>
                  <a:lnTo>
                    <a:pt x="154635" y="867410"/>
                  </a:lnTo>
                  <a:lnTo>
                    <a:pt x="168503" y="840041"/>
                  </a:lnTo>
                  <a:lnTo>
                    <a:pt x="187083" y="814933"/>
                  </a:lnTo>
                  <a:lnTo>
                    <a:pt x="240677" y="841324"/>
                  </a:lnTo>
                  <a:lnTo>
                    <a:pt x="240677" y="825576"/>
                  </a:lnTo>
                  <a:lnTo>
                    <a:pt x="197332" y="803986"/>
                  </a:lnTo>
                  <a:lnTo>
                    <a:pt x="197561" y="803986"/>
                  </a:lnTo>
                  <a:lnTo>
                    <a:pt x="219964" y="785723"/>
                  </a:lnTo>
                  <a:lnTo>
                    <a:pt x="244233" y="771436"/>
                  </a:lnTo>
                  <a:lnTo>
                    <a:pt x="270522" y="761123"/>
                  </a:lnTo>
                  <a:lnTo>
                    <a:pt x="270649" y="761123"/>
                  </a:lnTo>
                  <a:lnTo>
                    <a:pt x="298297" y="754989"/>
                  </a:lnTo>
                  <a:lnTo>
                    <a:pt x="298297" y="742061"/>
                  </a:lnTo>
                  <a:lnTo>
                    <a:pt x="291820" y="742365"/>
                  </a:lnTo>
                  <a:lnTo>
                    <a:pt x="249707" y="754189"/>
                  </a:lnTo>
                  <a:lnTo>
                    <a:pt x="211734" y="774738"/>
                  </a:lnTo>
                  <a:lnTo>
                    <a:pt x="179235" y="803122"/>
                  </a:lnTo>
                  <a:lnTo>
                    <a:pt x="153593" y="838441"/>
                  </a:lnTo>
                  <a:lnTo>
                    <a:pt x="136156" y="879792"/>
                  </a:lnTo>
                  <a:lnTo>
                    <a:pt x="127889" y="925309"/>
                  </a:lnTo>
                  <a:lnTo>
                    <a:pt x="130187" y="969187"/>
                  </a:lnTo>
                  <a:lnTo>
                    <a:pt x="142963" y="1011212"/>
                  </a:lnTo>
                  <a:lnTo>
                    <a:pt x="166166" y="1051344"/>
                  </a:lnTo>
                  <a:lnTo>
                    <a:pt x="219011" y="1101229"/>
                  </a:lnTo>
                  <a:lnTo>
                    <a:pt x="286943" y="1127709"/>
                  </a:lnTo>
                  <a:lnTo>
                    <a:pt x="302069" y="1129715"/>
                  </a:lnTo>
                  <a:lnTo>
                    <a:pt x="309638" y="1130681"/>
                  </a:lnTo>
                  <a:lnTo>
                    <a:pt x="312940" y="1131328"/>
                  </a:lnTo>
                  <a:lnTo>
                    <a:pt x="334340" y="1131328"/>
                  </a:lnTo>
                  <a:lnTo>
                    <a:pt x="341909" y="1130287"/>
                  </a:lnTo>
                  <a:lnTo>
                    <a:pt x="349465" y="1129563"/>
                  </a:lnTo>
                  <a:lnTo>
                    <a:pt x="398576" y="1116126"/>
                  </a:lnTo>
                  <a:lnTo>
                    <a:pt x="449897" y="1084897"/>
                  </a:lnTo>
                  <a:lnTo>
                    <a:pt x="480377" y="1051661"/>
                  </a:lnTo>
                  <a:lnTo>
                    <a:pt x="492734" y="1034262"/>
                  </a:lnTo>
                  <a:lnTo>
                    <a:pt x="515962" y="972159"/>
                  </a:lnTo>
                  <a:lnTo>
                    <a:pt x="517893" y="957948"/>
                  </a:lnTo>
                  <a:lnTo>
                    <a:pt x="518769" y="951001"/>
                  </a:lnTo>
                  <a:lnTo>
                    <a:pt x="519493" y="946899"/>
                  </a:lnTo>
                  <a:lnTo>
                    <a:pt x="519493" y="942479"/>
                  </a:lnTo>
                  <a:lnTo>
                    <a:pt x="519493" y="928395"/>
                  </a:lnTo>
                  <a:lnTo>
                    <a:pt x="519493" y="923963"/>
                  </a:lnTo>
                  <a:close/>
                </a:path>
                <a:path w="647065" h="1259204">
                  <a:moveTo>
                    <a:pt x="646963" y="935558"/>
                  </a:moveTo>
                  <a:lnTo>
                    <a:pt x="643445" y="887806"/>
                  </a:lnTo>
                  <a:lnTo>
                    <a:pt x="633247" y="842225"/>
                  </a:lnTo>
                  <a:lnTo>
                    <a:pt x="624268" y="818718"/>
                  </a:lnTo>
                  <a:lnTo>
                    <a:pt x="624268" y="935558"/>
                  </a:lnTo>
                  <a:lnTo>
                    <a:pt x="620331" y="984338"/>
                  </a:lnTo>
                  <a:lnTo>
                    <a:pt x="608926" y="1030605"/>
                  </a:lnTo>
                  <a:lnTo>
                    <a:pt x="590689" y="1073772"/>
                  </a:lnTo>
                  <a:lnTo>
                    <a:pt x="566216" y="1113180"/>
                  </a:lnTo>
                  <a:lnTo>
                    <a:pt x="536155" y="1148232"/>
                  </a:lnTo>
                  <a:lnTo>
                    <a:pt x="501103" y="1178293"/>
                  </a:lnTo>
                  <a:lnTo>
                    <a:pt x="461695" y="1202753"/>
                  </a:lnTo>
                  <a:lnTo>
                    <a:pt x="418541" y="1221003"/>
                  </a:lnTo>
                  <a:lnTo>
                    <a:pt x="372262" y="1232408"/>
                  </a:lnTo>
                  <a:lnTo>
                    <a:pt x="323481" y="1236345"/>
                  </a:lnTo>
                  <a:lnTo>
                    <a:pt x="274701" y="1232408"/>
                  </a:lnTo>
                  <a:lnTo>
                    <a:pt x="228422" y="1221003"/>
                  </a:lnTo>
                  <a:lnTo>
                    <a:pt x="185267" y="1202753"/>
                  </a:lnTo>
                  <a:lnTo>
                    <a:pt x="145859" y="1178293"/>
                  </a:lnTo>
                  <a:lnTo>
                    <a:pt x="110807" y="1148232"/>
                  </a:lnTo>
                  <a:lnTo>
                    <a:pt x="80733" y="1113180"/>
                  </a:lnTo>
                  <a:lnTo>
                    <a:pt x="56273" y="1073772"/>
                  </a:lnTo>
                  <a:lnTo>
                    <a:pt x="38036" y="1030605"/>
                  </a:lnTo>
                  <a:lnTo>
                    <a:pt x="26631" y="984338"/>
                  </a:lnTo>
                  <a:lnTo>
                    <a:pt x="22694" y="935558"/>
                  </a:lnTo>
                  <a:lnTo>
                    <a:pt x="26631" y="886777"/>
                  </a:lnTo>
                  <a:lnTo>
                    <a:pt x="38036" y="840498"/>
                  </a:lnTo>
                  <a:lnTo>
                    <a:pt x="56273" y="797344"/>
                  </a:lnTo>
                  <a:lnTo>
                    <a:pt x="80733" y="757923"/>
                  </a:lnTo>
                  <a:lnTo>
                    <a:pt x="110807" y="722884"/>
                  </a:lnTo>
                  <a:lnTo>
                    <a:pt x="145859" y="692810"/>
                  </a:lnTo>
                  <a:lnTo>
                    <a:pt x="185267" y="668350"/>
                  </a:lnTo>
                  <a:lnTo>
                    <a:pt x="228422" y="650100"/>
                  </a:lnTo>
                  <a:lnTo>
                    <a:pt x="274701" y="638708"/>
                  </a:lnTo>
                  <a:lnTo>
                    <a:pt x="323481" y="634771"/>
                  </a:lnTo>
                  <a:lnTo>
                    <a:pt x="372262" y="638708"/>
                  </a:lnTo>
                  <a:lnTo>
                    <a:pt x="418541" y="650100"/>
                  </a:lnTo>
                  <a:lnTo>
                    <a:pt x="461695" y="668350"/>
                  </a:lnTo>
                  <a:lnTo>
                    <a:pt x="501103" y="692810"/>
                  </a:lnTo>
                  <a:lnTo>
                    <a:pt x="536155" y="722884"/>
                  </a:lnTo>
                  <a:lnTo>
                    <a:pt x="566216" y="757923"/>
                  </a:lnTo>
                  <a:lnTo>
                    <a:pt x="590689" y="797344"/>
                  </a:lnTo>
                  <a:lnTo>
                    <a:pt x="608926" y="840498"/>
                  </a:lnTo>
                  <a:lnTo>
                    <a:pt x="620331" y="886777"/>
                  </a:lnTo>
                  <a:lnTo>
                    <a:pt x="620407" y="887806"/>
                  </a:lnTo>
                  <a:lnTo>
                    <a:pt x="624268" y="935558"/>
                  </a:lnTo>
                  <a:lnTo>
                    <a:pt x="624268" y="818718"/>
                  </a:lnTo>
                  <a:lnTo>
                    <a:pt x="616851" y="799299"/>
                  </a:lnTo>
                  <a:lnTo>
                    <a:pt x="594779" y="759523"/>
                  </a:lnTo>
                  <a:lnTo>
                    <a:pt x="567524" y="723430"/>
                  </a:lnTo>
                  <a:lnTo>
                    <a:pt x="535597" y="691502"/>
                  </a:lnTo>
                  <a:lnTo>
                    <a:pt x="499503" y="664248"/>
                  </a:lnTo>
                  <a:lnTo>
                    <a:pt x="459740" y="642175"/>
                  </a:lnTo>
                  <a:lnTo>
                    <a:pt x="440321" y="634771"/>
                  </a:lnTo>
                  <a:lnTo>
                    <a:pt x="416814" y="625792"/>
                  </a:lnTo>
                  <a:lnTo>
                    <a:pt x="371221" y="615594"/>
                  </a:lnTo>
                  <a:lnTo>
                    <a:pt x="323481" y="612076"/>
                  </a:lnTo>
                  <a:lnTo>
                    <a:pt x="275742" y="615594"/>
                  </a:lnTo>
                  <a:lnTo>
                    <a:pt x="230149" y="625792"/>
                  </a:lnTo>
                  <a:lnTo>
                    <a:pt x="187223" y="642175"/>
                  </a:lnTo>
                  <a:lnTo>
                    <a:pt x="147459" y="664248"/>
                  </a:lnTo>
                  <a:lnTo>
                    <a:pt x="111353" y="691502"/>
                  </a:lnTo>
                  <a:lnTo>
                    <a:pt x="79438" y="723430"/>
                  </a:lnTo>
                  <a:lnTo>
                    <a:pt x="52184" y="759523"/>
                  </a:lnTo>
                  <a:lnTo>
                    <a:pt x="30111" y="799299"/>
                  </a:lnTo>
                  <a:lnTo>
                    <a:pt x="13716" y="842225"/>
                  </a:lnTo>
                  <a:lnTo>
                    <a:pt x="3517" y="887806"/>
                  </a:lnTo>
                  <a:lnTo>
                    <a:pt x="0" y="935558"/>
                  </a:lnTo>
                  <a:lnTo>
                    <a:pt x="3517" y="983297"/>
                  </a:lnTo>
                  <a:lnTo>
                    <a:pt x="13716" y="1028890"/>
                  </a:lnTo>
                  <a:lnTo>
                    <a:pt x="30111" y="1071816"/>
                  </a:lnTo>
                  <a:lnTo>
                    <a:pt x="52184" y="1111580"/>
                  </a:lnTo>
                  <a:lnTo>
                    <a:pt x="79438" y="1147673"/>
                  </a:lnTo>
                  <a:lnTo>
                    <a:pt x="111353" y="1179601"/>
                  </a:lnTo>
                  <a:lnTo>
                    <a:pt x="147459" y="1206855"/>
                  </a:lnTo>
                  <a:lnTo>
                    <a:pt x="187223" y="1228928"/>
                  </a:lnTo>
                  <a:lnTo>
                    <a:pt x="230149" y="1245311"/>
                  </a:lnTo>
                  <a:lnTo>
                    <a:pt x="275742" y="1255522"/>
                  </a:lnTo>
                  <a:lnTo>
                    <a:pt x="323481" y="1259027"/>
                  </a:lnTo>
                  <a:lnTo>
                    <a:pt x="371221" y="1255522"/>
                  </a:lnTo>
                  <a:lnTo>
                    <a:pt x="416814" y="1245311"/>
                  </a:lnTo>
                  <a:lnTo>
                    <a:pt x="459740" y="1228928"/>
                  </a:lnTo>
                  <a:lnTo>
                    <a:pt x="499503" y="1206855"/>
                  </a:lnTo>
                  <a:lnTo>
                    <a:pt x="535597" y="1179601"/>
                  </a:lnTo>
                  <a:lnTo>
                    <a:pt x="567524" y="1147673"/>
                  </a:lnTo>
                  <a:lnTo>
                    <a:pt x="594779" y="1111580"/>
                  </a:lnTo>
                  <a:lnTo>
                    <a:pt x="616851" y="1071816"/>
                  </a:lnTo>
                  <a:lnTo>
                    <a:pt x="633247" y="1028890"/>
                  </a:lnTo>
                  <a:lnTo>
                    <a:pt x="643445" y="983297"/>
                  </a:lnTo>
                  <a:lnTo>
                    <a:pt x="646963" y="935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12167" y="8193034"/>
              <a:ext cx="647095" cy="64710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549636" y="3974350"/>
            <a:ext cx="572262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20" b="1" i="0">
                <a:latin typeface="Trebuchet MS"/>
                <a:cs typeface="Trebuchet MS"/>
              </a:rPr>
              <a:t>CONTACT</a:t>
            </a:r>
            <a:r>
              <a:rPr dirty="0" sz="7200" spc="-340" b="1" i="0">
                <a:latin typeface="Trebuchet MS"/>
                <a:cs typeface="Trebuchet MS"/>
              </a:rPr>
              <a:t> </a:t>
            </a:r>
            <a:r>
              <a:rPr dirty="0" sz="7200" spc="295" b="1" i="0">
                <a:latin typeface="Trebuchet MS"/>
                <a:cs typeface="Trebuchet MS"/>
              </a:rPr>
              <a:t>US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27322" y="5500234"/>
            <a:ext cx="5452110" cy="3226435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00"/>
              </a:spcBef>
            </a:pP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+123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456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7890</a:t>
            </a:r>
            <a:endParaRPr sz="3500">
              <a:latin typeface="Arial MT"/>
              <a:cs typeface="Arial MT"/>
            </a:endParaRPr>
          </a:p>
          <a:p>
            <a:pPr algn="r" marL="12700" marR="5080" indent="363855">
              <a:lnSpc>
                <a:spcPct val="150000"/>
              </a:lnSpc>
            </a:pP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  <a:hlinkClick r:id="rId8"/>
              </a:rPr>
              <a:t>hello@reallygreatsite.com</a:t>
            </a: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  <a:hlinkClick r:id="rId9"/>
              </a:rPr>
              <a:t>www.reallygreatsite.com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123</a:t>
            </a:r>
            <a:r>
              <a:rPr dirty="0" sz="35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70">
                <a:solidFill>
                  <a:srgbClr val="FFFFFF"/>
                </a:solidFill>
                <a:latin typeface="Arial MT"/>
                <a:cs typeface="Arial MT"/>
              </a:rPr>
              <a:t>Anywhere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St.,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35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7635" y="3770412"/>
            <a:ext cx="7372984" cy="2377440"/>
          </a:xfrm>
          <a:prstGeom prst="rect"/>
        </p:spPr>
        <p:txBody>
          <a:bodyPr wrap="square" lIns="0" tIns="261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60"/>
              </a:spcBef>
            </a:pPr>
            <a:r>
              <a:rPr dirty="0" sz="10000" spc="-125" b="1" i="0">
                <a:latin typeface="Trebuchet MS"/>
                <a:cs typeface="Trebuchet MS"/>
              </a:rPr>
              <a:t>THANK</a:t>
            </a:r>
            <a:r>
              <a:rPr dirty="0" sz="10000" spc="-615" b="1" i="0">
                <a:latin typeface="Trebuchet MS"/>
                <a:cs typeface="Trebuchet MS"/>
              </a:rPr>
              <a:t> </a:t>
            </a:r>
            <a:r>
              <a:rPr dirty="0" sz="10000" spc="-20" b="1" i="0">
                <a:latin typeface="Trebuchet MS"/>
                <a:cs typeface="Trebuchet MS"/>
              </a:rPr>
              <a:t>YOU!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3250" spc="-220" i="0">
                <a:latin typeface="Arial MT"/>
                <a:cs typeface="Arial MT"/>
              </a:rPr>
              <a:t>FOR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215" i="0">
                <a:latin typeface="Arial MT"/>
                <a:cs typeface="Arial MT"/>
              </a:rPr>
              <a:t>YOUR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10" i="0">
                <a:latin typeface="Arial MT"/>
                <a:cs typeface="Arial MT"/>
              </a:rPr>
              <a:t>ATTENTION</a:t>
            </a:r>
            <a:endParaRPr sz="3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DAG0DiCl4RY,BAF2rUUQIqY,0</cp:keywords>
  <dc:title>Blue and Green Modern Artificial Intelligence Presentation</dc:title>
  <dcterms:created xsi:type="dcterms:W3CDTF">2025-09-26T06:33:23Z</dcterms:created>
  <dcterms:modified xsi:type="dcterms:W3CDTF">2025-09-26T06:33:23Z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