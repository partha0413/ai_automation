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5"/>
    <p:sldMasterId id="2147483681" r:id="rId6"/>
  </p:sldMasterIdLst>
  <p:notesMasterIdLst>
    <p:notesMasterId r:id="rId7"/>
  </p:notesMasterIdLst>
  <p:sldIdLst>
    <p:sldId id="298" r:id="rId81"/>
    <p:sldId id="299" r:id="rId82"/>
    <p:sldId id="300" r:id="rId83"/>
    <p:sldId id="301" r:id="rId84"/>
    <p:sldId id="302" r:id="rId85"/>
    <p:sldId id="303" r:id="rId86"/>
    <p:sldId id="304" r:id="rId87"/>
  </p:sldIdLst>
  <p:sldSz cy="5143500" cx="9144000"/>
  <p:notesSz cx="6858000" cy="9144000"/>
  <p:embeddedFontLst>
    <p:embeddedFont>
      <p:font typeface="Raleway"/>
      <p:regular r:id="rId50"/>
      <p:bold r:id="rId51"/>
      <p:italic r:id="rId52"/>
      <p:boldItalic r:id="rId53"/>
    </p:embeddedFont>
    <p:embeddedFont>
      <p:font typeface="Raleway ExtraBold"/>
      <p:bold r:id="rId54"/>
      <p:boldItalic r:id="rId55"/>
    </p:embeddedFont>
    <p:embeddedFont>
      <p:font typeface="Proxima Nova"/>
      <p:regular r:id="rId56"/>
      <p:bold r:id="rId57"/>
      <p:italic r:id="rId58"/>
      <p:boldItalic r:id="rId59"/>
    </p:embeddedFont>
    <p:embeddedFont>
      <p:font typeface="Roboto Medium"/>
      <p:regular r:id="rId60"/>
      <p:bold r:id="rId61"/>
      <p:italic r:id="rId62"/>
      <p:boldItalic r:id="rId63"/>
    </p:embeddedFont>
    <p:embeddedFont>
      <p:font typeface="Amatic SC"/>
      <p:regular r:id="rId64"/>
      <p:bold r:id="rId65"/>
    </p:embeddedFont>
    <p:embeddedFont>
      <p:font typeface="Raleway Medium"/>
      <p:regular r:id="rId66"/>
      <p:bold r:id="rId67"/>
      <p:italic r:id="rId68"/>
      <p:boldItalic r:id="rId69"/>
    </p:embeddedFont>
    <p:embeddedFont>
      <p:font typeface="Proxima Nova Semibold"/>
      <p:regular r:id="rId70"/>
      <p:bold r:id="rId71"/>
      <p:boldItalic r:id="rId72"/>
    </p:embeddedFont>
    <p:embeddedFont>
      <p:font typeface="PT Sans"/>
      <p:regular r:id="rId73"/>
      <p:bold r:id="rId74"/>
      <p:italic r:id="rId75"/>
      <p:boldItalic r:id="rId76"/>
    </p:embeddedFont>
    <p:embeddedFont>
      <p:font typeface="Open Sans"/>
      <p:regular r:id="rId77"/>
      <p:bold r:id="rId78"/>
      <p:italic r:id="rId79"/>
      <p:boldItalic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69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42A0DB-1EB4-420B-BDE9-81CD6144BD03}">
  <a:tblStyle styleId="{8142A0DB-1EB4-420B-BDE9-81CD6144BD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93807B5-55CD-4B00-8C45-C24D8824549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97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50" Type="http://schemas.openxmlformats.org/officeDocument/2006/relationships/font" Target="fonts/Raleway-regular.fntdata"/><Relationship Id="rId51" Type="http://schemas.openxmlformats.org/officeDocument/2006/relationships/font" Target="fonts/Raleway-bold.fntdata"/><Relationship Id="rId52" Type="http://schemas.openxmlformats.org/officeDocument/2006/relationships/font" Target="fonts/Raleway-italic.fntdata"/><Relationship Id="rId53" Type="http://schemas.openxmlformats.org/officeDocument/2006/relationships/font" Target="fonts/Raleway-boldItalic.fntdata"/><Relationship Id="rId54" Type="http://schemas.openxmlformats.org/officeDocument/2006/relationships/font" Target="fonts/RalewayExtraBold-bold.fntdata"/><Relationship Id="rId55" Type="http://schemas.openxmlformats.org/officeDocument/2006/relationships/font" Target="fonts/RalewayExtraBold-boldItalic.fntdata"/><Relationship Id="rId56" Type="http://schemas.openxmlformats.org/officeDocument/2006/relationships/font" Target="fonts/ProximaNova-regular.fntdata"/><Relationship Id="rId57" Type="http://schemas.openxmlformats.org/officeDocument/2006/relationships/font" Target="fonts/ProximaNova-bold.fntdata"/><Relationship Id="rId58" Type="http://schemas.openxmlformats.org/officeDocument/2006/relationships/font" Target="fonts/ProximaNova-italic.fntdata"/><Relationship Id="rId59" Type="http://schemas.openxmlformats.org/officeDocument/2006/relationships/font" Target="fonts/ProximaNova-boldItalic.fntdata"/><Relationship Id="rId60" Type="http://schemas.openxmlformats.org/officeDocument/2006/relationships/font" Target="fonts/RobotoMedium-regular.fntdata"/><Relationship Id="rId61" Type="http://schemas.openxmlformats.org/officeDocument/2006/relationships/font" Target="fonts/RobotoMedium-bold.fntdata"/><Relationship Id="rId62" Type="http://schemas.openxmlformats.org/officeDocument/2006/relationships/font" Target="fonts/RobotoMedium-italic.fntdata"/><Relationship Id="rId63" Type="http://schemas.openxmlformats.org/officeDocument/2006/relationships/font" Target="fonts/RobotoMedium-boldItalic.fntdata"/><Relationship Id="rId64" Type="http://schemas.openxmlformats.org/officeDocument/2006/relationships/font" Target="fonts/AmaticSC-regular.fntdata"/><Relationship Id="rId65" Type="http://schemas.openxmlformats.org/officeDocument/2006/relationships/font" Target="fonts/AmaticSC-bold.fntdata"/><Relationship Id="rId66" Type="http://schemas.openxmlformats.org/officeDocument/2006/relationships/font" Target="fonts/RalewayMedium-regular.fntdata"/><Relationship Id="rId67" Type="http://schemas.openxmlformats.org/officeDocument/2006/relationships/font" Target="fonts/RalewayMedium-bold.fntdata"/><Relationship Id="rId68" Type="http://schemas.openxmlformats.org/officeDocument/2006/relationships/font" Target="fonts/RalewayMedium-italic.fntdata"/><Relationship Id="rId69" Type="http://schemas.openxmlformats.org/officeDocument/2006/relationships/font" Target="fonts/RalewayMedium-boldItalic.fntdata"/><Relationship Id="rId70" Type="http://schemas.openxmlformats.org/officeDocument/2006/relationships/font" Target="fonts/ProximaNovaSemibold-regular.fntdata"/><Relationship Id="rId71" Type="http://schemas.openxmlformats.org/officeDocument/2006/relationships/font" Target="fonts/ProximaNovaSemibold-bold.fntdata"/><Relationship Id="rId72" Type="http://schemas.openxmlformats.org/officeDocument/2006/relationships/font" Target="fonts/ProximaNovaSemibold-boldItalic.fntdata"/><Relationship Id="rId73" Type="http://schemas.openxmlformats.org/officeDocument/2006/relationships/font" Target="fonts/PTSans-regular.fntdata"/><Relationship Id="rId74" Type="http://schemas.openxmlformats.org/officeDocument/2006/relationships/font" Target="fonts/PTSans-bold.fntdata"/><Relationship Id="rId75" Type="http://schemas.openxmlformats.org/officeDocument/2006/relationships/font" Target="fonts/PTSans-italic.fntdata"/><Relationship Id="rId76" Type="http://schemas.openxmlformats.org/officeDocument/2006/relationships/font" Target="fonts/PTSans-boldItalic.fntdata"/><Relationship Id="rId77" Type="http://schemas.openxmlformats.org/officeDocument/2006/relationships/font" Target="fonts/OpenSans-regular.fntdata"/><Relationship Id="rId78" Type="http://schemas.openxmlformats.org/officeDocument/2006/relationships/font" Target="fonts/OpenSans-bold.fntdata"/><Relationship Id="rId79" Type="http://schemas.openxmlformats.org/officeDocument/2006/relationships/font" Target="fonts/OpenSans-italic.fntdata"/><Relationship Id="rId80" Type="http://schemas.openxmlformats.org/officeDocument/2006/relationships/font" Target="fonts/OpenSans-boldItalic.fntdata"/><Relationship Id="rId81" Type="http://schemas.openxmlformats.org/officeDocument/2006/relationships/slide" Target="slides/slide43.xml"/><Relationship Id="rId82" Type="http://schemas.openxmlformats.org/officeDocument/2006/relationships/slide" Target="slides/slide44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5" Type="http://schemas.openxmlformats.org/officeDocument/2006/relationships/slide" Target="slides/slide47.xml"/><Relationship Id="rId86" Type="http://schemas.openxmlformats.org/officeDocument/2006/relationships/slide" Target="slides/slide48.xml"/><Relationship Id="rId87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97050"/>
            <a:ext cx="6651600" cy="156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33324" y="3906950"/>
            <a:ext cx="6065400" cy="414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858075" y="1948525"/>
            <a:ext cx="3918900" cy="19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4963434" y="924863"/>
            <a:ext cx="954000" cy="954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/>
          <p:nvPr>
            <p:ph idx="3" type="pic"/>
          </p:nvPr>
        </p:nvSpPr>
        <p:spPr>
          <a:xfrm>
            <a:off x="1322338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" name="Google Shape;15;p3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16" name="Google Shape;16;p3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flipH="1" rot="10800000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flipH="1" rot="10800000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flipH="1" rot="10800000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1350150"/>
            <a:ext cx="2776200" cy="11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25" y="2469150"/>
            <a:ext cx="2776200" cy="13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628225" y="3279925"/>
            <a:ext cx="62676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subTitle"/>
          </p:nvPr>
        </p:nvSpPr>
        <p:spPr>
          <a:xfrm>
            <a:off x="1628225" y="1845299"/>
            <a:ext cx="62676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1628225" y="1588175"/>
            <a:ext cx="6267600" cy="3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4" type="subTitle"/>
          </p:nvPr>
        </p:nvSpPr>
        <p:spPr>
          <a:xfrm>
            <a:off x="1628225" y="3022850"/>
            <a:ext cx="6267600" cy="3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2" name="Google Shape;32;p5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33" name="Google Shape;33;p5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6" name="Google Shape;36;p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9" name="Google Shape;39;p6"/>
          <p:cNvGrpSpPr/>
          <p:nvPr/>
        </p:nvGrpSpPr>
        <p:grpSpPr>
          <a:xfrm>
            <a:off x="0" y="3429300"/>
            <a:ext cx="9141475" cy="1714200"/>
            <a:chOff x="0" y="3429300"/>
            <a:chExt cx="9141475" cy="1714200"/>
          </a:xfrm>
        </p:grpSpPr>
        <p:sp>
          <p:nvSpPr>
            <p:cNvPr id="40" name="Google Shape;40;p6"/>
            <p:cNvSpPr/>
            <p:nvPr/>
          </p:nvSpPr>
          <p:spPr>
            <a:xfrm flipH="1" rot="10800000">
              <a:off x="0" y="4286400"/>
              <a:ext cx="710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 flipH="1" rot="10800000">
              <a:off x="0" y="34293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flipH="1" rot="10800000">
              <a:off x="8430775" y="42864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8430775" y="4125900"/>
              <a:ext cx="710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4" name="Google Shape;44;p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713225" y="845825"/>
            <a:ext cx="4294800" cy="12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713225" y="2141075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48" name="Google Shape;48;p7"/>
          <p:cNvSpPr/>
          <p:nvPr>
            <p:ph idx="2" type="pic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9" name="Google Shape;49;p7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50" name="Google Shape;50;p7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6" name="Google Shape;56;p8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57" name="Google Shape;57;p8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58" name="Google Shape;58;p8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" name="Google Shape;59;p8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61" name="Google Shape;61;p8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6" name="Google Shape;66;p9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67" name="Google Shape;67;p9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0" name="Google Shape;70;p9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2617600" y="2118550"/>
            <a:ext cx="3908700" cy="101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subTitle"/>
          </p:nvPr>
        </p:nvSpPr>
        <p:spPr>
          <a:xfrm>
            <a:off x="2817525" y="3212000"/>
            <a:ext cx="3509100" cy="417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2" type="title"/>
          </p:nvPr>
        </p:nvSpPr>
        <p:spPr>
          <a:xfrm>
            <a:off x="720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3" type="title"/>
          </p:nvPr>
        </p:nvSpPr>
        <p:spPr>
          <a:xfrm>
            <a:off x="4572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4" type="title"/>
          </p:nvPr>
        </p:nvSpPr>
        <p:spPr>
          <a:xfrm>
            <a:off x="720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hasCustomPrompt="1" idx="5" type="title"/>
          </p:nvPr>
        </p:nvSpPr>
        <p:spPr>
          <a:xfrm>
            <a:off x="4572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6" type="title"/>
          </p:nvPr>
        </p:nvSpPr>
        <p:spPr>
          <a:xfrm>
            <a:off x="720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7" type="title"/>
          </p:nvPr>
        </p:nvSpPr>
        <p:spPr>
          <a:xfrm>
            <a:off x="4572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607100" y="1762373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1607100" y="2852736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9" type="subTitle"/>
          </p:nvPr>
        </p:nvSpPr>
        <p:spPr>
          <a:xfrm>
            <a:off x="1607100" y="3943098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3" type="subTitle"/>
          </p:nvPr>
        </p:nvSpPr>
        <p:spPr>
          <a:xfrm>
            <a:off x="5459100" y="1762373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4" type="subTitle"/>
          </p:nvPr>
        </p:nvSpPr>
        <p:spPr>
          <a:xfrm>
            <a:off x="5459100" y="2852736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5" type="subTitle"/>
          </p:nvPr>
        </p:nvSpPr>
        <p:spPr>
          <a:xfrm>
            <a:off x="5459100" y="3943098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92" name="Google Shape;92;p13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94" name="Google Shape;94;p13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97" name="Google Shape;97;p13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8" name="Google Shape;98;p13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3718663" y="959100"/>
            <a:ext cx="2872500" cy="1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" type="subTitle"/>
          </p:nvPr>
        </p:nvSpPr>
        <p:spPr>
          <a:xfrm>
            <a:off x="3718675" y="2167200"/>
            <a:ext cx="4142400" cy="20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grpSp>
        <p:nvGrpSpPr>
          <p:cNvPr id="102" name="Google Shape;102;p14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103" name="Google Shape;103;p14"/>
            <p:cNvSpPr/>
            <p:nvPr/>
          </p:nvSpPr>
          <p:spPr>
            <a:xfrm flipH="1" rot="10800000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 flipH="1" rot="10800000">
              <a:off x="843077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flipH="1" rot="10800000"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3997325" y="1045900"/>
            <a:ext cx="4433700" cy="142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" type="subTitle"/>
          </p:nvPr>
        </p:nvSpPr>
        <p:spPr>
          <a:xfrm>
            <a:off x="3997325" y="2430553"/>
            <a:ext cx="4433700" cy="14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" name="Google Shape;112;p15"/>
          <p:cNvSpPr/>
          <p:nvPr>
            <p:ph idx="2" type="pic"/>
          </p:nvPr>
        </p:nvSpPr>
        <p:spPr>
          <a:xfrm>
            <a:off x="713225" y="554676"/>
            <a:ext cx="2801100" cy="4049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3" name="Google Shape;113;p15"/>
          <p:cNvGrpSpPr/>
          <p:nvPr/>
        </p:nvGrpSpPr>
        <p:grpSpPr>
          <a:xfrm>
            <a:off x="0" y="0"/>
            <a:ext cx="713100" cy="5143500"/>
            <a:chOff x="0" y="0"/>
            <a:chExt cx="713100" cy="5143500"/>
          </a:xfrm>
        </p:grpSpPr>
        <p:sp>
          <p:nvSpPr>
            <p:cNvPr id="114" name="Google Shape;114;p15"/>
            <p:cNvSpPr/>
            <p:nvPr/>
          </p:nvSpPr>
          <p:spPr>
            <a:xfrm flipH="1" rot="10800000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 flipH="1" rot="10800000">
              <a:off x="0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17" name="Google Shape;117;p15"/>
          <p:cNvSpPr/>
          <p:nvPr/>
        </p:nvSpPr>
        <p:spPr>
          <a:xfrm flipH="1" rot="10800000">
            <a:off x="8430775" y="0"/>
            <a:ext cx="7131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26177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713225" y="539504"/>
            <a:ext cx="419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713225" y="1237654"/>
            <a:ext cx="4195500" cy="30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2" name="Google Shape;122;p16"/>
          <p:cNvGrpSpPr/>
          <p:nvPr/>
        </p:nvGrpSpPr>
        <p:grpSpPr>
          <a:xfrm>
            <a:off x="0" y="4662000"/>
            <a:ext cx="9144000" cy="481500"/>
            <a:chOff x="0" y="4662000"/>
            <a:chExt cx="9144000" cy="4815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6" name="Google Shape;126;p1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9" name="Google Shape;129;p17"/>
          <p:cNvGrpSpPr/>
          <p:nvPr/>
        </p:nvGrpSpPr>
        <p:grpSpPr>
          <a:xfrm>
            <a:off x="0" y="0"/>
            <a:ext cx="9144000" cy="481500"/>
            <a:chOff x="0" y="4662000"/>
            <a:chExt cx="9144000" cy="481500"/>
          </a:xfrm>
        </p:grpSpPr>
        <p:sp>
          <p:nvSpPr>
            <p:cNvPr id="130" name="Google Shape;130;p17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3" name="Google Shape;133;p17"/>
          <p:cNvSpPr/>
          <p:nvPr/>
        </p:nvSpPr>
        <p:spPr>
          <a:xfrm>
            <a:off x="713225" y="476431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>
            <a:off x="713225" y="1558450"/>
            <a:ext cx="69519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713225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31361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5749496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713225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31357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6" type="subTitle"/>
          </p:nvPr>
        </p:nvSpPr>
        <p:spPr>
          <a:xfrm>
            <a:off x="5749488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43" name="Google Shape;143;p18"/>
          <p:cNvGrpSpPr/>
          <p:nvPr/>
        </p:nvGrpSpPr>
        <p:grpSpPr>
          <a:xfrm>
            <a:off x="8795925" y="2411700"/>
            <a:ext cx="364500" cy="2731800"/>
            <a:chOff x="8795925" y="2411700"/>
            <a:chExt cx="364500" cy="2731800"/>
          </a:xfrm>
        </p:grpSpPr>
        <p:sp>
          <p:nvSpPr>
            <p:cNvPr id="144" name="Google Shape;144;p18"/>
            <p:cNvSpPr/>
            <p:nvPr/>
          </p:nvSpPr>
          <p:spPr>
            <a:xfrm flipH="1" rot="10800000">
              <a:off x="8795925" y="4286400"/>
              <a:ext cx="3645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 flipH="1" rot="10800000">
              <a:off x="8795925" y="3429300"/>
              <a:ext cx="3645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 flipH="1" rot="10800000">
              <a:off x="8795925" y="2572200"/>
              <a:ext cx="3645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8795925" y="2411700"/>
              <a:ext cx="3645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8" name="Google Shape;148;p1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1" type="subTitle"/>
          </p:nvPr>
        </p:nvSpPr>
        <p:spPr>
          <a:xfrm>
            <a:off x="713225" y="1659425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2" type="subTitle"/>
          </p:nvPr>
        </p:nvSpPr>
        <p:spPr>
          <a:xfrm>
            <a:off x="4698825" y="1659425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3" type="subTitle"/>
          </p:nvPr>
        </p:nvSpPr>
        <p:spPr>
          <a:xfrm>
            <a:off x="713225" y="3396200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4" type="subTitle"/>
          </p:nvPr>
        </p:nvSpPr>
        <p:spPr>
          <a:xfrm>
            <a:off x="4698825" y="3396200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5" type="subTitle"/>
          </p:nvPr>
        </p:nvSpPr>
        <p:spPr>
          <a:xfrm>
            <a:off x="713225" y="13384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6" type="subTitle"/>
          </p:nvPr>
        </p:nvSpPr>
        <p:spPr>
          <a:xfrm>
            <a:off x="713225" y="30752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7" type="subTitle"/>
          </p:nvPr>
        </p:nvSpPr>
        <p:spPr>
          <a:xfrm>
            <a:off x="4698825" y="13384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8" type="subTitle"/>
          </p:nvPr>
        </p:nvSpPr>
        <p:spPr>
          <a:xfrm>
            <a:off x="4698825" y="30752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59" name="Google Shape;159;p19"/>
          <p:cNvGrpSpPr/>
          <p:nvPr/>
        </p:nvGrpSpPr>
        <p:grpSpPr>
          <a:xfrm>
            <a:off x="0" y="3429300"/>
            <a:ext cx="9160425" cy="1714200"/>
            <a:chOff x="0" y="3429300"/>
            <a:chExt cx="9160425" cy="1714200"/>
          </a:xfrm>
        </p:grpSpPr>
        <p:grpSp>
          <p:nvGrpSpPr>
            <p:cNvPr id="160" name="Google Shape;160;p19"/>
            <p:cNvGrpSpPr/>
            <p:nvPr/>
          </p:nvGrpSpPr>
          <p:grpSpPr>
            <a:xfrm>
              <a:off x="8795925" y="3429300"/>
              <a:ext cx="364500" cy="1714200"/>
              <a:chOff x="8795925" y="3429300"/>
              <a:chExt cx="364500" cy="1714200"/>
            </a:xfrm>
          </p:grpSpPr>
          <p:sp>
            <p:nvSpPr>
              <p:cNvPr id="161" name="Google Shape;161;p19"/>
              <p:cNvSpPr/>
              <p:nvPr/>
            </p:nvSpPr>
            <p:spPr>
              <a:xfrm flipH="1" rot="10800000">
                <a:off x="8795925" y="4286400"/>
                <a:ext cx="364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2" name="Google Shape;162;p19"/>
              <p:cNvSpPr/>
              <p:nvPr/>
            </p:nvSpPr>
            <p:spPr>
              <a:xfrm flipH="1" rot="10800000">
                <a:off x="8795925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3" name="Google Shape;163;p19"/>
            <p:cNvGrpSpPr/>
            <p:nvPr/>
          </p:nvGrpSpPr>
          <p:grpSpPr>
            <a:xfrm>
              <a:off x="0" y="3429300"/>
              <a:ext cx="364500" cy="1714200"/>
              <a:chOff x="0" y="3429300"/>
              <a:chExt cx="364500" cy="1714200"/>
            </a:xfrm>
          </p:grpSpPr>
          <p:sp>
            <p:nvSpPr>
              <p:cNvPr id="164" name="Google Shape;164;p19"/>
              <p:cNvSpPr/>
              <p:nvPr/>
            </p:nvSpPr>
            <p:spPr>
              <a:xfrm flipH="1" rot="10800000">
                <a:off x="0" y="4286400"/>
                <a:ext cx="364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" name="Google Shape;165;p19"/>
              <p:cNvSpPr/>
              <p:nvPr/>
            </p:nvSpPr>
            <p:spPr>
              <a:xfrm flipH="1" rot="10800000">
                <a:off x="0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66" name="Google Shape;166;p19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" name="Google Shape;169;p20"/>
          <p:cNvSpPr txBox="1"/>
          <p:nvPr>
            <p:ph idx="1" type="subTitle"/>
          </p:nvPr>
        </p:nvSpPr>
        <p:spPr>
          <a:xfrm>
            <a:off x="71310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idx="2" type="subTitle"/>
          </p:nvPr>
        </p:nvSpPr>
        <p:spPr>
          <a:xfrm>
            <a:off x="345525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20"/>
          <p:cNvSpPr txBox="1"/>
          <p:nvPr>
            <p:ph idx="3" type="subTitle"/>
          </p:nvPr>
        </p:nvSpPr>
        <p:spPr>
          <a:xfrm>
            <a:off x="71310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20"/>
          <p:cNvSpPr txBox="1"/>
          <p:nvPr>
            <p:ph idx="4" type="subTitle"/>
          </p:nvPr>
        </p:nvSpPr>
        <p:spPr>
          <a:xfrm>
            <a:off x="345525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5" type="subTitle"/>
          </p:nvPr>
        </p:nvSpPr>
        <p:spPr>
          <a:xfrm>
            <a:off x="619740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6" type="subTitle"/>
          </p:nvPr>
        </p:nvSpPr>
        <p:spPr>
          <a:xfrm>
            <a:off x="619740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7" type="subTitle"/>
          </p:nvPr>
        </p:nvSpPr>
        <p:spPr>
          <a:xfrm>
            <a:off x="713100" y="1307112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6" name="Google Shape;176;p20"/>
          <p:cNvSpPr txBox="1"/>
          <p:nvPr>
            <p:ph idx="8" type="subTitle"/>
          </p:nvPr>
        </p:nvSpPr>
        <p:spPr>
          <a:xfrm>
            <a:off x="3457650" y="1307112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7" name="Google Shape;177;p20"/>
          <p:cNvSpPr txBox="1"/>
          <p:nvPr>
            <p:ph idx="9" type="subTitle"/>
          </p:nvPr>
        </p:nvSpPr>
        <p:spPr>
          <a:xfrm>
            <a:off x="6199800" y="1307112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8" name="Google Shape;178;p20"/>
          <p:cNvSpPr txBox="1"/>
          <p:nvPr>
            <p:ph idx="13" type="subTitle"/>
          </p:nvPr>
        </p:nvSpPr>
        <p:spPr>
          <a:xfrm>
            <a:off x="713100" y="3034188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9" name="Google Shape;179;p20"/>
          <p:cNvSpPr txBox="1"/>
          <p:nvPr>
            <p:ph idx="14" type="subTitle"/>
          </p:nvPr>
        </p:nvSpPr>
        <p:spPr>
          <a:xfrm>
            <a:off x="3457650" y="3034193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0" name="Google Shape;180;p20"/>
          <p:cNvSpPr txBox="1"/>
          <p:nvPr>
            <p:ph idx="15" type="subTitle"/>
          </p:nvPr>
        </p:nvSpPr>
        <p:spPr>
          <a:xfrm>
            <a:off x="6199800" y="3034193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81" name="Google Shape;181;p20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5" name="Google Shape;185;p20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hasCustomPrompt="1" type="title"/>
          </p:nvPr>
        </p:nvSpPr>
        <p:spPr>
          <a:xfrm>
            <a:off x="3287850" y="2064188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3287850" y="2746902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hasCustomPrompt="1" idx="2" type="title"/>
          </p:nvPr>
        </p:nvSpPr>
        <p:spPr>
          <a:xfrm>
            <a:off x="3287850" y="915175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1"/>
          <p:cNvSpPr txBox="1"/>
          <p:nvPr>
            <p:ph idx="3" type="subTitle"/>
          </p:nvPr>
        </p:nvSpPr>
        <p:spPr>
          <a:xfrm>
            <a:off x="3287850" y="1597879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hasCustomPrompt="1" idx="4" type="title"/>
          </p:nvPr>
        </p:nvSpPr>
        <p:spPr>
          <a:xfrm>
            <a:off x="3287850" y="3213200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21"/>
          <p:cNvSpPr txBox="1"/>
          <p:nvPr>
            <p:ph idx="5" type="subTitle"/>
          </p:nvPr>
        </p:nvSpPr>
        <p:spPr>
          <a:xfrm>
            <a:off x="3287850" y="3895925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193" name="Google Shape;193;p21"/>
          <p:cNvGrpSpPr/>
          <p:nvPr/>
        </p:nvGrpSpPr>
        <p:grpSpPr>
          <a:xfrm>
            <a:off x="3847050" y="378431"/>
            <a:ext cx="1449900" cy="4386056"/>
            <a:chOff x="3847050" y="378431"/>
            <a:chExt cx="1449900" cy="4386056"/>
          </a:xfrm>
        </p:grpSpPr>
        <p:sp>
          <p:nvSpPr>
            <p:cNvPr id="194" name="Google Shape;194;p21"/>
            <p:cNvSpPr/>
            <p:nvPr/>
          </p:nvSpPr>
          <p:spPr>
            <a:xfrm>
              <a:off x="3847050" y="378431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3847050" y="4603988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98" name="Google Shape;198;p22"/>
          <p:cNvGrpSpPr/>
          <p:nvPr/>
        </p:nvGrpSpPr>
        <p:grpSpPr>
          <a:xfrm>
            <a:off x="0" y="275063"/>
            <a:ext cx="9144000" cy="4868438"/>
            <a:chOff x="0" y="275063"/>
            <a:chExt cx="9144000" cy="4868438"/>
          </a:xfrm>
        </p:grpSpPr>
        <p:sp>
          <p:nvSpPr>
            <p:cNvPr id="199" name="Google Shape;199;p22"/>
            <p:cNvSpPr/>
            <p:nvPr/>
          </p:nvSpPr>
          <p:spPr>
            <a:xfrm>
              <a:off x="713225" y="275063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00" name="Google Shape;200;p22"/>
            <p:cNvGrpSpPr/>
            <p:nvPr/>
          </p:nvGrpSpPr>
          <p:grpSpPr>
            <a:xfrm>
              <a:off x="0" y="4822500"/>
              <a:ext cx="9144000" cy="321000"/>
              <a:chOff x="0" y="4822500"/>
              <a:chExt cx="9144000" cy="321000"/>
            </a:xfrm>
          </p:grpSpPr>
          <p:sp>
            <p:nvSpPr>
              <p:cNvPr id="201" name="Google Shape;201;p22"/>
              <p:cNvSpPr/>
              <p:nvPr/>
            </p:nvSpPr>
            <p:spPr>
              <a:xfrm>
                <a:off x="0" y="4983000"/>
                <a:ext cx="91440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2" name="Google Shape;202;p22"/>
              <p:cNvSpPr/>
              <p:nvPr/>
            </p:nvSpPr>
            <p:spPr>
              <a:xfrm>
                <a:off x="0" y="4822500"/>
                <a:ext cx="91440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03" name="Google Shape;203;p22"/>
          <p:cNvGrpSpPr/>
          <p:nvPr/>
        </p:nvGrpSpPr>
        <p:grpSpPr>
          <a:xfrm>
            <a:off x="8430775" y="0"/>
            <a:ext cx="713318" cy="857100"/>
            <a:chOff x="8430775" y="0"/>
            <a:chExt cx="713318" cy="857100"/>
          </a:xfrm>
        </p:grpSpPr>
        <p:sp>
          <p:nvSpPr>
            <p:cNvPr id="204" name="Google Shape;204;p22"/>
            <p:cNvSpPr/>
            <p:nvPr/>
          </p:nvSpPr>
          <p:spPr>
            <a:xfrm flipH="1" rot="10800000">
              <a:off x="8787393" y="0"/>
              <a:ext cx="356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 flipH="1" rot="10800000">
              <a:off x="8430775" y="0"/>
              <a:ext cx="356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8" name="Google Shape;208;p23"/>
          <p:cNvGrpSpPr/>
          <p:nvPr/>
        </p:nvGrpSpPr>
        <p:grpSpPr>
          <a:xfrm>
            <a:off x="-100" y="3429300"/>
            <a:ext cx="1433325" cy="1714200"/>
            <a:chOff x="-100" y="3429300"/>
            <a:chExt cx="1433325" cy="1714200"/>
          </a:xfrm>
        </p:grpSpPr>
        <p:sp>
          <p:nvSpPr>
            <p:cNvPr id="209" name="Google Shape;209;p23"/>
            <p:cNvSpPr/>
            <p:nvPr/>
          </p:nvSpPr>
          <p:spPr>
            <a:xfrm>
              <a:off x="72012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-10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-100" y="34293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12" name="Google Shape;212;p23"/>
          <p:cNvSpPr/>
          <p:nvPr/>
        </p:nvSpPr>
        <p:spPr>
          <a:xfrm>
            <a:off x="713000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5" name="Google Shape;215;p24"/>
          <p:cNvGrpSpPr/>
          <p:nvPr/>
        </p:nvGrpSpPr>
        <p:grpSpPr>
          <a:xfrm>
            <a:off x="0" y="0"/>
            <a:ext cx="9144000" cy="5160150"/>
            <a:chOff x="0" y="0"/>
            <a:chExt cx="9144000" cy="5160150"/>
          </a:xfrm>
        </p:grpSpPr>
        <p:grpSp>
          <p:nvGrpSpPr>
            <p:cNvPr id="216" name="Google Shape;216;p24"/>
            <p:cNvGrpSpPr/>
            <p:nvPr/>
          </p:nvGrpSpPr>
          <p:grpSpPr>
            <a:xfrm>
              <a:off x="0" y="3445950"/>
              <a:ext cx="568500" cy="1714200"/>
              <a:chOff x="0" y="3445950"/>
              <a:chExt cx="568500" cy="1714200"/>
            </a:xfrm>
          </p:grpSpPr>
          <p:sp>
            <p:nvSpPr>
              <p:cNvPr id="217" name="Google Shape;217;p24"/>
              <p:cNvSpPr/>
              <p:nvPr/>
            </p:nvSpPr>
            <p:spPr>
              <a:xfrm flipH="1" rot="10800000">
                <a:off x="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8" name="Google Shape;218;p24"/>
              <p:cNvSpPr/>
              <p:nvPr/>
            </p:nvSpPr>
            <p:spPr>
              <a:xfrm flipH="1" rot="10800000">
                <a:off x="0" y="344595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19" name="Google Shape;219;p24"/>
            <p:cNvGrpSpPr/>
            <p:nvPr/>
          </p:nvGrpSpPr>
          <p:grpSpPr>
            <a:xfrm>
              <a:off x="8575500" y="0"/>
              <a:ext cx="568500" cy="5160150"/>
              <a:chOff x="8575500" y="0"/>
              <a:chExt cx="568500" cy="5160150"/>
            </a:xfrm>
          </p:grpSpPr>
          <p:sp>
            <p:nvSpPr>
              <p:cNvPr id="220" name="Google Shape;220;p24"/>
              <p:cNvSpPr/>
              <p:nvPr/>
            </p:nvSpPr>
            <p:spPr>
              <a:xfrm flipH="1" rot="10800000">
                <a:off x="857550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1" name="Google Shape;221;p24"/>
              <p:cNvSpPr/>
              <p:nvPr/>
            </p:nvSpPr>
            <p:spPr>
              <a:xfrm flipH="1" rot="10800000">
                <a:off x="8575500" y="3445950"/>
                <a:ext cx="568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2" name="Google Shape;222;p24"/>
              <p:cNvSpPr/>
              <p:nvPr/>
            </p:nvSpPr>
            <p:spPr>
              <a:xfrm flipH="1" rot="10800000">
                <a:off x="8575500" y="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23" name="Google Shape;223;p24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6" name="Google Shape;226;p25"/>
          <p:cNvGrpSpPr/>
          <p:nvPr/>
        </p:nvGrpSpPr>
        <p:grpSpPr>
          <a:xfrm>
            <a:off x="0" y="0"/>
            <a:ext cx="9145075" cy="5143500"/>
            <a:chOff x="0" y="0"/>
            <a:chExt cx="9145075" cy="5143500"/>
          </a:xfrm>
        </p:grpSpPr>
        <p:sp>
          <p:nvSpPr>
            <p:cNvPr id="227" name="Google Shape;227;p25"/>
            <p:cNvSpPr/>
            <p:nvPr/>
          </p:nvSpPr>
          <p:spPr>
            <a:xfrm flipH="1" rot="10800000">
              <a:off x="0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8" name="Google Shape;228;p25"/>
            <p:cNvSpPr/>
            <p:nvPr/>
          </p:nvSpPr>
          <p:spPr>
            <a:xfrm flipH="1" rot="10800000">
              <a:off x="0" y="3429300"/>
              <a:ext cx="7143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25"/>
            <p:cNvSpPr/>
            <p:nvPr/>
          </p:nvSpPr>
          <p:spPr>
            <a:xfrm flipH="1" rot="10800000">
              <a:off x="0" y="257220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25"/>
            <p:cNvSpPr/>
            <p:nvPr/>
          </p:nvSpPr>
          <p:spPr>
            <a:xfrm flipH="1" rot="10800000">
              <a:off x="8430775" y="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" name="Google Shape;231;p25"/>
            <p:cNvSpPr/>
            <p:nvPr/>
          </p:nvSpPr>
          <p:spPr>
            <a:xfrm flipH="1" rot="10800000">
              <a:off x="8430775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2" name="Google Shape;232;p2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5" name="Google Shape;235;p26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36" name="Google Shape;236;p26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 flipH="1" rot="10800000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41" name="Google Shape;241;p2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44" name="Google Shape;244;p27"/>
          <p:cNvGrpSpPr/>
          <p:nvPr/>
        </p:nvGrpSpPr>
        <p:grpSpPr>
          <a:xfrm>
            <a:off x="0" y="3275875"/>
            <a:ext cx="9144000" cy="1863925"/>
            <a:chOff x="0" y="3275875"/>
            <a:chExt cx="9144000" cy="1863925"/>
          </a:xfrm>
        </p:grpSpPr>
        <p:sp>
          <p:nvSpPr>
            <p:cNvPr id="245" name="Google Shape;245;p27"/>
            <p:cNvSpPr/>
            <p:nvPr/>
          </p:nvSpPr>
          <p:spPr>
            <a:xfrm flipH="1" rot="10800000">
              <a:off x="0" y="4282700"/>
              <a:ext cx="708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46" name="Google Shape;246;p27"/>
            <p:cNvGrpSpPr/>
            <p:nvPr/>
          </p:nvGrpSpPr>
          <p:grpSpPr>
            <a:xfrm>
              <a:off x="8435700" y="3275875"/>
              <a:ext cx="708300" cy="1863925"/>
              <a:chOff x="8435700" y="3275875"/>
              <a:chExt cx="708300" cy="1863925"/>
            </a:xfrm>
          </p:grpSpPr>
          <p:sp>
            <p:nvSpPr>
              <p:cNvPr id="247" name="Google Shape;247;p27"/>
              <p:cNvSpPr/>
              <p:nvPr/>
            </p:nvSpPr>
            <p:spPr>
              <a:xfrm>
                <a:off x="8435700" y="3275875"/>
                <a:ext cx="7083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 flipH="1" rot="10800000">
                <a:off x="8435700" y="4282700"/>
                <a:ext cx="7083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 flipH="1" rot="10800000">
                <a:off x="8435700" y="3436375"/>
                <a:ext cx="7083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50" name="Google Shape;250;p27"/>
            <p:cNvSpPr/>
            <p:nvPr/>
          </p:nvSpPr>
          <p:spPr>
            <a:xfrm>
              <a:off x="0" y="4132975"/>
              <a:ext cx="7083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51" name="Google Shape;251;p27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4" name="Google Shape;254;p28"/>
          <p:cNvSpPr txBox="1"/>
          <p:nvPr>
            <p:ph idx="1" type="subTitle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55" name="Google Shape;255;p28"/>
          <p:cNvSpPr/>
          <p:nvPr>
            <p:ph idx="2" type="pic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6" name="Google Shape;256;p28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257" name="Google Shape;257;p28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/>
          <p:nvPr>
            <p:ph type="title"/>
          </p:nvPr>
        </p:nvSpPr>
        <p:spPr>
          <a:xfrm>
            <a:off x="4253750" y="769400"/>
            <a:ext cx="3955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idx="1" type="subTitle"/>
          </p:nvPr>
        </p:nvSpPr>
        <p:spPr>
          <a:xfrm>
            <a:off x="4253750" y="1859617"/>
            <a:ext cx="3684000" cy="12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4" name="Google Shape;264;p29"/>
          <p:cNvSpPr txBox="1"/>
          <p:nvPr/>
        </p:nvSpPr>
        <p:spPr>
          <a:xfrm>
            <a:off x="4253760" y="3320333"/>
            <a:ext cx="36840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 sz="1200" u="sng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267" name="Google Shape;267;p30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10800000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flipH="1" rot="10800000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flipH="1" rot="10800000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31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76" name="Google Shape;276;p31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 flipH="1" rot="10800000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81" name="Google Shape;281;p31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284" name="Google Shape;284;p32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Genspark AI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Genspark AI?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AI-powered data analytics platform</a:t>
            </a:r>
          </a:p>
          <a:p>
            <a:pPr/>
            <a:r>
              <a:t>Real-time insights from structured and unstructured data</a:t>
            </a:r>
          </a:p>
          <a:p>
            <a:pPr/>
            <a:r>
              <a:t>Built for enterprise scalability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Generative AI models</a:t>
            </a:r>
          </a:p>
          <a:p>
            <a:pPr/>
            <a:r>
              <a:t>Graph Neural Networks</a:t>
            </a:r>
          </a:p>
          <a:p>
            <a:pPr/>
            <a:r>
              <a:t>Edge Computing integration</a:t>
            </a:r>
          </a:p>
          <a:p>
            <a:pPr/>
            <a:r>
              <a:t>Automated data preprocessing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Use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Predictive maintenance</a:t>
            </a:r>
          </a:p>
          <a:p>
            <a:pPr/>
            <a:r>
              <a:t>Customer sentiment analysis</a:t>
            </a:r>
          </a:p>
          <a:p>
            <a:pPr/>
            <a:r>
              <a:t>Supply chain optimization</a:t>
            </a:r>
          </a:p>
          <a:p>
            <a:pPr/>
            <a:r>
              <a:t>Fraud detection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Businesses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Reduced operational costs</a:t>
            </a:r>
          </a:p>
          <a:p>
            <a:pPr/>
            <a:r>
              <a:t>Faster decision-making</a:t>
            </a:r>
          </a:p>
          <a:p>
            <a:pPr/>
            <a:r>
              <a:t>Enhanced data governance</a:t>
            </a:r>
          </a:p>
          <a:p>
            <a:pPr/>
            <a:r>
              <a:t>Seamless integration with existing stack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&amp;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API-first architecture</a:t>
            </a:r>
          </a:p>
          <a:p>
            <a:pPr/>
            <a:r>
              <a:t>Support for AWS, Azure, GCP</a:t>
            </a:r>
          </a:p>
          <a:p>
            <a:pPr/>
            <a:r>
              <a:t>Upcoming features: multilingual support, real-time streaming analytics</a:t>
            </a:r>
          </a:p>
          <a:p>
            <a:pPr/>
            <a:r>
              <a:t>Beta program invites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Any questions?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uccession Planning Project Proposal by Slidesgo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