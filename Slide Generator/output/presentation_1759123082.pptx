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000080"/>
                </a:solidFill>
              </a:defRPr>
            </a:pPr>
            <a:r>
              <a:t>Business Requirements Document (BRD) – AI-Powered eBook for Legislative Assemblies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4169E1"/>
                </a:solidFill>
              </a:defRPr>
            </a:pPr>
            <a:r>
              <a:t>Version Edition-2 (V2) – 11 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Purpose: Enable rapid access and analysis of legislative documents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Target Users: Legislative assembly staff and researchers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Key Capabilities: AI summarization, sentiment analysis, PDF navigation, Q&amp;A chatbot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Deliverables: Web platform with integrated AI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Produce concise summaries for rapid understanding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Enable modern PDF navigation and search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Assess and label document sentiment/tone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Provide natural language Q&amp;A with contextual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Functional Requirements –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AI-driven Summarization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PDF Flip &amp; Scroll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Sentiment &amp; Tone Analysis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Interactive Q&amp;A 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Performance: Sub‑3‑second response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Security: Auth &amp; role‑based permissions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Reliability: 99% uptime during sessions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Auditability: Log all user actions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Usability: Intuitive UI for non‑technical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Non-Functional Requirements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Scalability: Easily onboard more users &amp; documents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Backend: Python, FastAPI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Frontend: ReactJS, NextJS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AI/ML: TensorFlow, Hugging Face Transformers, GPT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Database: PostgreSQL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Deployment: Azure 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Resource Allocation – Roles &amp;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AI Developer – 2 persons, 3 months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Frontend Developer – 1 person, 3 months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Backend Developer – 1 person, 3 months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Project Manager – 1 person, 3 months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UI/UX Designer – 1 person, 1 month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Resource Allocation – Additional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DevOps Engineer – 1 person, 1 month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Tester – 1 person, 2 months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Contingency – Tools &amp; buffer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Milestones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Requirement Analysis &amp; UI/UX – Days 1–5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Core Development – Days 6–30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Integration &amp; Test – Days 31–45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Deployment &amp; Handover – Days 46–60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Support &amp; Additional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14 months post‑launch bug‑fix support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Hosting on Azure or equivalent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Payment terms: 20% start, 40% after dev, 30% post‑UAT, 10% post‑handover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Document Version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Version 2.0 – 2025-08-11 – Keerthika mathi – Edition–2 (V2)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000080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4169E1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