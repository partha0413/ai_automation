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EAEAEA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Key Concepts, Types, and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AI: building machines that reason, learn,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Combines computer science, data analytics, engineering, linguistics, neuroscience, philosophy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Business AI: ML &amp; deep learning for analytics, predictions, NLP, recommendations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Core principle: data-driven learning and pattern discovery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Algorithms guide analysis; ML trains on labeled/unlabeled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How AI Works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Deep learning uses multi‑layer neural networks mimicking brain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Continuous learning improves task performance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Examples: image recognition, language translation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AI learns from vast data sets beyond human capacity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Training involves exposure to labeled/unlabeled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Development Stages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Reactive machines – preprogrammed responses, no memory (e.g., IBM Deep Blue)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Limited memory – learns from new data via neural nets (most modern AI)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Theory of mind – hypothetical, emulates human emotions &amp; social reasoning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Self‑aware AI – mythical, conscious of its existence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All current AI is narrow (task‑specific)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AI Scope: Narrow vs General vs Super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Narrow AI: performs specific tasks (e.g., image classification, virtual assistants)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General Intelligence (AGI): human‑level reasoning, not yet existent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Superintelligence (ASI): surpasses human ability, future concept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Google Search &amp; predictive analytics are examples of narrow AI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Transition from narrow to AGI remains research challenge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Machine Learning Models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Supervised learning – maps inputs to outputs using 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Unsupervised learning – discovers patterns in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Semi‑supervised learning – mix of labeled &amp;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Reinforcement learning – learns by trial‑and‑error feedback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Training data fuels limited‑memory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Neural Network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Artificial neural networks mimic brain neurons (perceptrons)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Data flows through layers; deeper networks = deep learning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Training adjusts weights to improve accuracy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Outputs perform tasks like classification or pattern detection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Networks can have hundreds or thousands of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Common Neural Network Types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Feedforward NN – data moves one direction; often deep with backpropagation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Recurrent NN – handles sequences, retains memory of previous steps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Long Short‑Term Memory (LSTM) – advanced RNN with memory cells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Convolutional NN (CNN) – excels at image recognition via convolution &amp; pooling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Generative Adversarial NN (GAN) – two networks compete to improve output realism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D700"/>
                </a:solidFill>
              </a:defRPr>
            </a:pPr>
            <a:r>
              <a:t>Getting Started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Explore free beginner's intro to generative AI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Identify business problems suitable for narrow AI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Gather and label training data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Choose appropriate ML model (supervised, unsupervised, etc.)</a:t>
            </a:r>
          </a:p>
          <a:p>
            <a:pPr>
              <a:spcAft>
                <a:spcPts val="1200"/>
              </a:spcAft>
              <a:defRPr sz="2800">
                <a:solidFill>
                  <a:srgbClr val="EAEAEA"/>
                </a:solidFill>
              </a:defRPr>
            </a:pPr>
            <a:r>
              <a:t>•  Iterate, evaluate, and deploy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AEAE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Questions &amp; Further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