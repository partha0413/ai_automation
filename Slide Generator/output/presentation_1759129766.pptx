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EAEAEA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Fundamentals, Types, and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What is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builds computers/machines that reason, learn, act like humans.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Involves data at scale beyond human analysis.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Encompasses computer science, data analytics, statistics, engineering, linguistics, neuroscience, philosophy, and psychology.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For business, AI uses machine learning and deep learning for analytics, predictions, categorization, NLP, recommendations, and intelligent retrieval.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aims to automate tasks requiring human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How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Core principle: learning from vast data to find patterns.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Algorithms guide analysis and decision‑making.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Machine learning trains on labeled or unlabeled data for predictions or categorization.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Deep learning uses multi‑layer neural networks mimicking brain structure.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Continuous learning improves performance on tasks like image recognition and translation.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Development Stages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Reactive machines: respond to stimuli via preprogrammed rules, no memory (e.g., IBM Deep Blue).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Limited memory: modern AI uses memory and training data (e.g., deep learning models).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Theory of mind: hypothetical AI that understands emotions and social cues; not yet existent.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Self‑aware: speculative AI aware of its own existence; also not yet existent.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Scope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Narrow AI: performs specific tasks such as object classification, virtual assistants, Google Search.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General Intelligence (AGI): human‑level reasoning across domains; does not exist yet.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Superintelligence (ASI): surpasses human abilities in all areas; speculative.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Current AI landscape is dominated by narrow AI.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Transition from narrow AI to AGI/ASI remains a research goal.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Machine Learning Models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Supervised learning: maps inputs to outputs using labeled data (e.g., cat image classification).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Unsupervised learning: discovers patterns in unlabeled data; used for clustering and descriptive modeling.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Semi‑supervised learning: combines labeled and unlabeled data to improve performance.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Reinforcement learning: learns by trial‑and‑error with feedback; e.g., robotic hand picking a ball.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These models are core training approaches for AI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Common Neural Network Types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Feedforward Neural Networks: data flows one way; deep versions use backpropagation for error correction.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Recurrent Neural Networks (RNN): handle sequential data, retain memory of previous steps; used in NLP and speech.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Long Short‑Term Memory (LSTM): advanced RNN with memory cells for long‑range dependencies; excels in speech and prediction.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Convolutional Neural Networks (CNN): specialize in image recognition via convolution and pooling layers.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Generative Adversarial Networks (GAN): two networks (generator &amp; discriminator) compete, producing realistic synthetic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274320"/>
            <a:ext cx="155448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218920" y="27432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AEAEA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D700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FFD700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