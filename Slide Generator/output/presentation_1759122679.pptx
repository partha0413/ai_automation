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ECF0F1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1ABC9C"/>
                </a:solidFill>
              </a:defRPr>
            </a:pPr>
            <a:r>
              <a:t>Understanding the fundamentals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Definition: building machines that reason, learn, act like humans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Interdisciplinary: computer science, data analytics, neuroscience, philosophy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Operational level: machine learning &amp; deep learning technologies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Applications: predictions, forecasting, NLP, recommendations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Scope: exceeds human data analysis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How AI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Core principle: data-driven learning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Learning process: pattern recognition, adaptation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Algorithms: rules guiding analysis and decisions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Machine learning: training on labeled/unlabeled data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Deep learning: multi-layer neural networks mimicking brain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Getting Started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Explore free beginner’s introduction to generative AI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Understand basic concepts of machine learning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Practice with simple datasets and tools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Build foundational skills for advanced projects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Apply knowledge to real-world problems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AI Development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Reactive machines: preprogrammed, no memory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Limited memory: learns from new data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Theory of mind: emulates human decision-making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Self aware: mythical, self-conscious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Types of AI: Narrow vs General vs Superintelligence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Narrow AI: specialized tasks, e.g., image classification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Artificial General Intelligence (AGI): human-like cognition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Artificial Superintelligence (ASI): surpasses human capabilities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Current status: only narrow AI exists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Future potential: research and ethical considerations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Training Models in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Supervised learning: labeled input-output mapping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Unsupervised learning: pattern discovery in unlabeled data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Semi-supervised learning: mix of labeled and unlabeled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Reinforcement learning: learn by trial and 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Artificial Neural Networks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Neurons: computational nodes for data classification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Layers: input, hidden, output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Deep neural networks: &gt;3 layers for complex tasks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Training: backpropagation to reduce errors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Common types: feedforward, recurrent, CNN, 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Feedforward Neural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Data flows one way through layers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Deep feedforward: multiple hidden layers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Backpropagation: error correction algorithm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Applications: simple pattern recognition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Widely used in modern deep learning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Recurrent Neural Networks (RNN)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Process sequential data, e.g., time series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Maintain memory of previous states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Used in NLP, speech recognition, translation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Capture context in language models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Efficient for sequence labeling tasks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Long Short-Term Memory (LSTM)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Advanced RNN with memory cells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Remembers distant past inputs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Common in speech recognition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Used for long-range predictions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Improves over standard RNNs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Convolutional Neural Networks (CNN)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Image recognition with convolutional layers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Pooling layers reduce dimensionality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Feature extraction: edges, textures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Fully connected layers for classification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State-of-the-art in computer vision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Generative Adversarial Networks (GAN)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>
                <a:solidFill>
                  <a:srgbClr val="ECF0F1"/>
                </a:solidFill>
              </a:defRPr>
            </a:pPr>
            <a:r>
              <a:t>Two networks: generator and discriminator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Adversarial training improves output quality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Creates realistic images and art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Used for data augmentation</a:t>
            </a:r>
          </a:p>
          <a:p>
            <a:pPr>
              <a:defRPr sz="2800">
                <a:solidFill>
                  <a:srgbClr val="ECF0F1"/>
                </a:solidFill>
              </a:defRPr>
            </a:pPr>
            <a:r>
              <a:t>Competitive learning paradigm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CF0F1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1ABC9C"/>
                </a:solidFill>
              </a:defRPr>
            </a:pPr>
            <a:r>
              <a:t>Questions &amp; Further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