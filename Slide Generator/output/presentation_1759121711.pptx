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333333"/>
                </a:solidFill>
              </a:defRPr>
            </a:pPr>
            <a:r>
              <a:t>Artificial Intelligence: Foundations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777777"/>
                </a:solidFill>
              </a:defRPr>
            </a:pPr>
            <a:r>
              <a:t>An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Artificial intelligence is a field of science concerned with building computers and machines that can reason, learn, and act in ways that normally require human intelligence.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AI systems are designed to handle tasks that involve data at scales beyond human analytical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Interdisciplinary Nature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AI draws from computer science, data analytics, statistics, hardware and software engineering, linguistics, neuroscience, philosophy, and psychology.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This interdisciplinary foundation enables AI to model complex phenomena across multiple domains.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AI in Business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In business, AI technologies such as machine learning and deep learning power data analytics, predictions, forecasting, object categorization, natural language processing, and recommendation engines.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These tools enable intelligent data retrieval and enhance decision-making across industries.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How AI Works: The Data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AI learns by exposure to vast amounts of data, identifying patterns and relationships that humans may miss.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Algorithms guide the analysis and decision-making processes, forming the core of AI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Machine Learning &amp;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Machine learning trains algorithms on labeled or unlabeled data to make predictions or categorize information.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Deep learning, a subset of machine learning, employs multi‑layer artificial neural networks that mimic brain structure for continuous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AI Development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Reactive machines respond to stimuli based on preprogrammed rules and lack memory or learning capability.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Limited‑memory AI improves over time by incorporating new data, as seen in most modern systems.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Theory‑of‑mind AI, still theoretical, would emulate human cognition and emotional recognition.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Self‑aware AI, a hypothetical future, would possess consciousness and self‑recognition.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Types of AI: Narrow vs General vs Superintelligence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Current AI is narrow, performing only specific tasks defined by its training.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Artificial general intelligence would match human cognitive abilities across all domains, but it does not yet exist.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Artificial superintelligence would surpass human intelligence in every aspect, a speculative future possibility.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Learning Models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Supervised learning maps inputs to outputs using labeled data for tasks such as image classification.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Unsupervised learning discovers patterns in unlabeled data, grouping information without predefined labels.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Semi‑supervised learning blends labeled and unlabeled data to improve model performance.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Reinforcement learning teaches agents to perform tasks through trial and error, receiving positive or negative feedback.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Artificial Neural Networks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Feedforward neural networks process data in a single direction through multiple layers, often trained with backpropagation.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Recurrent neural networks handle sequential data by maintaining memory of previous inputs, useful for language and speech.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Long short‑term memory networks extend RNNs with memory cells to capture long‑range dependencies.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Convolutional neural networks specialize in image recognition by applying convolutional and pooling layers.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Generative adversarial networks pit a generator against a discriminator to produce realistic data such as images or 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Getting Started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Beginner resources include free introductory courses on generative AI.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Hands‑on practice with open‑source libraries can accelerate learning.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Staying updated with research papers and industry case studies keeps practitioners informed.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333333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777777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