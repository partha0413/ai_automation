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000">
                <a:solidFill>
                  <a:srgbClr val="ECF0F1"/>
                </a:solidFill>
              </a:defRPr>
            </a:pPr>
            <a:r>
              <a:t>Artificial Intelligence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1ABC9C"/>
                </a:solidFill>
              </a:defRPr>
            </a:pPr>
            <a:r>
              <a:t>Key concepts, types, and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What is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AI is a field of science focused on building machines that reason, learn, and act like humans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It spans disciplines such as computer science, data analytics, statistics, hardware/software engineering, linguistics, neuroscience, philosophy, and psychology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For business, AI comprises technologies based on machine learning and deep learning for analytics, predictions, categorization, NLP, recommendations, and intelligent retrieval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Core principle of AI revolves around data – systems learn from vast datasets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Learning uses algorithms that guide analysis and decision‑making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How AI Works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AI systems learn and improve through exposure to large amounts of data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They identify patterns and relationships that may be missed by humans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Algorithms are sets of rules that direct analysis and decisions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Machine learning trains algorithms on labeled or unlabeled data to predict or categorize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Deep learning employs multi‑layer artificial neural networks mimicking the brain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AI Development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Reactive machines – respond to stimuli with preprogrammed rules, no memory (e.g., IBM Deep Blue)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Limited memory – modern AI that improves with new data via neural networks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Theory of mind – hypothetical AI that emulates human emotions and social reasoning (not yet existent)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Self‑aware – mythical AI aware of its own existence and capabilities (not yet existent)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AI Types by Capability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Narrow AI – performs specific tasks based on programming and training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Example: Google Search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Example: Predictive analytics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Example: Virtual assistants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AI Types by Capability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Artificial General Intelligence (AGI) – human‑like sensing, thinking, acting (does not exist yet)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Artificial Superintelligence (ASI) – surpasses human abilities in all ways (future)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Machine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Supervised learning – maps inputs to outputs using 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Unsupervised learning – discovers patterns from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Semi‑supervised learning – combines labeled and unlabeled data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Reinforcement learning – learns by trial‑and‑error feedback loops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Training data is essential for limited‑memory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Common Neural Network Types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Feedforward Neural Networks – data flows one way through layers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Backpropagation – error‑correction algorithm for improving accuracy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Deep Feedforward networks – multiple hidden layers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Recurrent Neural Networks (RNN) – handle sequence or time‑series data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RNNs retain memory of previous layer outputs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Common Neural Network Types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Long Short‑Term Memory (LSTM) – advanced RNN with memory cells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Convolutional Neural Networks (CNN) – excel at image recognition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CNNs use convolutional and pooling layers to extract features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Generative Adversarial Networks (GAN) – two networks compete (generator vs discriminator)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GANs create realistic images and 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Getting Started with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Take the free beginner’s introduction to generative AI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Define a clear business problem or use case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Collect and label relevant training data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Select an appropriate model (e.g., supervised, unsupervised)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Iterate, evaluate performance, and refine the solution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046720"/>
            <a:ext cx="14630400" cy="1828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ECF0F1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ABC9C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