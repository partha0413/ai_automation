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LangChain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39C12"/>
                </a:solidFill>
              </a:defRPr>
            </a:pPr>
            <a:r>
              <a:t>Unlocking the Power of LLM-Powered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What is LangChain?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Open-source framework for building LLM applications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Provides abstractions for prompts, models, and memory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Enables chaining of multiple components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Supports multiple LLM providers (OpenAI, Anthropic, etc.)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Designed for rapid prototyping and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PromptTemplates for dynamic prompt creation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LLM wrappers to standardize model calls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Memory modules to retain context across turns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Chains to connect components sequentially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Agents for autonomous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Key Use Cases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Conversational agents and chatbots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Retrieval-augmented generation (RAG)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Data extraction and transformation pipelines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Automated report generation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Code assistance and debugging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Key Use Cases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Personalized recommendation engines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Knowledge base Q&amp;A systems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Workflow automation with LLMs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Multi-modal applications (text+image)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Enterprise document summarization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Architecture &amp;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Modular design for plug-and-play components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Compatibility with LangChain SDKs (Python, JS, etc.)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Integration with vector stores (FAISS, Pinecone)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Supports callbacks for monitoring and logging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Deployable on cloud, edge, or on-premise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Getting Started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Install via pip: pip install langchain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Follow the official quickstart tutorial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Explore example notebooks on GitHub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Join the community Discord and forums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Contribute to the project via pull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2801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39C12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F39C12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