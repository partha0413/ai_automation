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Agentic Compliance System -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39C12"/>
                </a:solidFill>
              </a:defRPr>
            </a:pPr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Intelligent Document Analysis using RAG &amp; OCR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Autonomous Task Execution with goal-oriented logic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Collaborative Human Oversight with human‑in‑the‑loop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Technical Architecture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Backend Framework: FastAPI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Frontend Framework: Next.js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Database: PostgreSQL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Vector Database: Pinecone or Weaviate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AI/ML Services: OpenAI GPT‑4o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Cloud Infrastructure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Option 1: Microsoft Azure Cloud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Option 2: Amazon Web Services (AWS)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Azure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Monthly Range: $292–$495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AWS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Standard (2 vCPU + EC2): $293–$355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High‑Performance (4 vCPU + RDS): $353–$445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OpenAI API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Embeddings: $0.13 per 1M tokens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LLM Input: $10.00 per 1M tokens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LLM Output: $30.00 per 1M tokens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Total per cycle: $40.13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Vector Database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Pinecone Starter: $70/month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Pinecone Standard: $120/month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Weaviate Cloud: $70–$120/month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Self‑hosted option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Scalability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Horizontal scaling support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Auto‑scaling capabilities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Database scaling options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Project phases with CI/CD for reliability and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Cloud Platform Selection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Detailed Technical Specification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Development Phase Planning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Security and Compliance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Support and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Ongoing support packages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Security updates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Feature enhancements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Cost variability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39C12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