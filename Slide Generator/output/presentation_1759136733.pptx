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333333"/>
                </a:solidFill>
              </a:defRPr>
            </a:pPr>
            <a:r>
              <a:t>Robotic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777777"/>
                </a:solidFill>
              </a:defRPr>
            </a:pPr>
            <a:r>
              <a:t>An Overview of Modern Robotics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What is Robotics?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Definition of robotics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Integration of mechanical, electrical, and software systems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Autonomous vs. teleoperated robots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Role in automation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Interdisciplinary nature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Historical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1950s: First industrial robot (Unimate)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1970s: Introduction of robotic arms in manufacturing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1980s: Emergence of mobile robots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1990s: Rise of humanoid prototypes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2000s: Expansion into service and medical fields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Key Components of Robots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Sensors (vision, tactile, proximity)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Actuators (motors, servos, hydraulics)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Control systems (embedded processors, AI algorithms)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Power sources (batteries, wired)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Communication interfaces (IoT, wireless)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Current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Manufacturing and assembly lines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Healthcare (surgery, rehabilitation)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Logistics (warehouse automation, drones)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Agriculture (precision farming, harvesting robots)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Consumer products (vacuum cleaners, toys)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Challenges &amp; Ethical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Technical limitations (battery life, perception)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Safety and reliability concerns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Job displacement and economic impact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Data privacy and security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Ethical dilemmas in autonomous decision‑making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Future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Collaborative robots (cobots) in workplaces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AI‑driven adaptive learning robots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Swarm robotics for large‑scale tasks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Soft robotics for delicate operations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Integration with augmented reality interfaces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333333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777777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777777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