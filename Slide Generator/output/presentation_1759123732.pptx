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39C12"/>
                </a:solidFill>
              </a:defRPr>
            </a:pPr>
            <a:r>
              <a:t>An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Definition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Field of science building machines that reason, learn,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Requires data scale beyond human analysis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Involves computer science, data analytics, stats, hardware, software, linguistics, neuroscience, philosophy, psychology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Business Applications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Machine learning &amp; deep learning core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Data analytics, predictions, forecasting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Object categorization, NLP, recommendations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Intelligent data retrieval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Wide range of industry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Core principle: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Learn via exposure to vast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Identify patterns humans miss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Algorithms guide analysis and decision-making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Training on labeled or unlabeled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Uses artificial neural networks with multiple layers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Mimics brain structure and function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Continuous learning &amp; adaptation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Tasks include image recognition, language translation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Improves performance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Getting Started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Take free beginner's introduction to generative AI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Explore online tutorials and courses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Build simple projects to apply concepts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Join AI communities for support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Continue learning to deepen expertise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Stages of AI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Reactive machines – preprogrammed rules, no memory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Limited memory – improve with new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Theory of mind – emulate human mind, not yet exist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Self-aware – mythical, aware of own existence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Progressive capability across stages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Types of AI by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Narrow AI – limited tasks based on training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Artificial General Intelligence (AGI) – human-like, not exist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Artificial Superintelligence (ASI) – superior to humans, not exist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Current AI falls under narrow category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Future goals aim toward AGI and 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Supervised learning – labeled data maps input to output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Unsupervised learning – pattern discovery from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Semi-supervised learning – mix of labeled and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Reinforcement learning – learn by doing, trial &amp; error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Each model suited to specific problem types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Artificial Neural Networks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System of artificial neurons (perceptrons)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Feed data through layers, output at final layer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Deep neural networks have &gt;3 layers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Training improves accuracy and performance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Used across many AI 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Common ANN Types – Feedforward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Data flows one way through layers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Deep feedforward with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Uses backpropagation for error correction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Powerful for many tasks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Widely implemented in practice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Common ANN Types – Recurrent &amp;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RNN processes time series or sequence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Has memory of previous layers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Used for NLP, speech, image captioning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LSTM extends RNN with memory cells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Improves long-term dependency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Common ANN Types – Convolutional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Used for image recognition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Convolutional layer extracts features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Pooling layer reduces dimensionality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Fully connected layer for classification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Effective for visual tasks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39C12"/>
                </a:solidFill>
              </a:defRPr>
            </a:pPr>
            <a:r>
              <a:t>Common ANN Types – Generative Adversarial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Two networks: generator and discriminator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Compete in a game to improve output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Enhances accuracy of generated data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Used to create realistic images and art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 Popular in creative AI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39C12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F39C12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