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7926" y="1426704"/>
            <a:ext cx="9747750" cy="290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7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91242" y="4102989"/>
            <a:ext cx="10305515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hyperlink" Target="mailto:hello@reallygreatsite.com" TargetMode="External"/><Relationship Id="rId5" Type="http://schemas.openxmlformats.org/officeDocument/2006/relationships/hyperlink" Target="http://www.reallygreatsite.com/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2660" y="-2135"/>
            <a:ext cx="18293080" cy="10292080"/>
            <a:chOff x="-2660" y="-2135"/>
            <a:chExt cx="18293080" cy="1029208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2660" y="-2135"/>
              <a:ext cx="18292797" cy="1029179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0041" y="349541"/>
              <a:ext cx="9587805" cy="958780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88602" y="3468098"/>
            <a:ext cx="10111105" cy="3282315"/>
          </a:xfrm>
          <a:prstGeom prst="rect"/>
        </p:spPr>
        <p:txBody>
          <a:bodyPr wrap="square" lIns="0" tIns="4222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25"/>
              </a:spcBef>
            </a:pPr>
            <a:r>
              <a:rPr dirty="0" sz="14900" spc="-2545"/>
              <a:t>TECH</a:t>
            </a:r>
            <a:r>
              <a:rPr dirty="0" sz="14900" spc="-905"/>
              <a:t> </a:t>
            </a:r>
            <a:r>
              <a:rPr dirty="0" sz="14900" spc="-2090"/>
              <a:t>COMPANY</a:t>
            </a:r>
            <a:endParaRPr sz="14900"/>
          </a:p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dirty="0" sz="3200" spc="70">
                <a:latin typeface="Lucida Sans Unicode"/>
                <a:cs typeface="Lucida Sans Unicode"/>
              </a:rPr>
              <a:t>P</a:t>
            </a:r>
            <a:r>
              <a:rPr dirty="0" sz="3200" spc="-270">
                <a:latin typeface="Lucida Sans Unicode"/>
                <a:cs typeface="Lucida Sans Unicode"/>
              </a:rPr>
              <a:t> </a:t>
            </a:r>
            <a:r>
              <a:rPr dirty="0" sz="3200" spc="-90">
                <a:latin typeface="Lucida Sans Unicode"/>
                <a:cs typeface="Lucida Sans Unicode"/>
              </a:rPr>
              <a:t>R</a:t>
            </a:r>
            <a:r>
              <a:rPr dirty="0" sz="3200" spc="-270">
                <a:latin typeface="Lucida Sans Unicode"/>
                <a:cs typeface="Lucida Sans Unicode"/>
              </a:rPr>
              <a:t> </a:t>
            </a:r>
            <a:r>
              <a:rPr dirty="0" sz="3200" spc="-110">
                <a:latin typeface="Lucida Sans Unicode"/>
                <a:cs typeface="Lucida Sans Unicode"/>
              </a:rPr>
              <a:t>E</a:t>
            </a:r>
            <a:r>
              <a:rPr dirty="0" sz="3200" spc="-265">
                <a:latin typeface="Lucida Sans Unicode"/>
                <a:cs typeface="Lucida Sans Unicode"/>
              </a:rPr>
              <a:t> </a:t>
            </a:r>
            <a:r>
              <a:rPr dirty="0" sz="3200" spc="135">
                <a:latin typeface="Lucida Sans Unicode"/>
                <a:cs typeface="Lucida Sans Unicode"/>
              </a:rPr>
              <a:t>S</a:t>
            </a:r>
            <a:r>
              <a:rPr dirty="0" sz="3200" spc="-270">
                <a:latin typeface="Lucida Sans Unicode"/>
                <a:cs typeface="Lucida Sans Unicode"/>
              </a:rPr>
              <a:t> </a:t>
            </a:r>
            <a:r>
              <a:rPr dirty="0" sz="3200" spc="-110">
                <a:latin typeface="Lucida Sans Unicode"/>
                <a:cs typeface="Lucida Sans Unicode"/>
              </a:rPr>
              <a:t>E</a:t>
            </a:r>
            <a:r>
              <a:rPr dirty="0" sz="3200" spc="-270">
                <a:latin typeface="Lucida Sans Unicode"/>
                <a:cs typeface="Lucida Sans Unicode"/>
              </a:rPr>
              <a:t> </a:t>
            </a:r>
            <a:r>
              <a:rPr dirty="0" sz="3200" spc="-125">
                <a:latin typeface="Lucida Sans Unicode"/>
                <a:cs typeface="Lucida Sans Unicode"/>
              </a:rPr>
              <a:t>N</a:t>
            </a:r>
            <a:r>
              <a:rPr dirty="0" sz="3200" spc="-265">
                <a:latin typeface="Lucida Sans Unicode"/>
                <a:cs typeface="Lucida Sans Unicode"/>
              </a:rPr>
              <a:t> </a:t>
            </a:r>
            <a:r>
              <a:rPr dirty="0" sz="3200" spc="-305">
                <a:latin typeface="Lucida Sans Unicode"/>
                <a:cs typeface="Lucida Sans Unicode"/>
              </a:rPr>
              <a:t>T</a:t>
            </a:r>
            <a:r>
              <a:rPr dirty="0" sz="3200" spc="-270">
                <a:latin typeface="Lucida Sans Unicode"/>
                <a:cs typeface="Lucida Sans Unicode"/>
              </a:rPr>
              <a:t> </a:t>
            </a:r>
            <a:r>
              <a:rPr dirty="0" sz="3200" spc="-75">
                <a:latin typeface="Lucida Sans Unicode"/>
                <a:cs typeface="Lucida Sans Unicode"/>
              </a:rPr>
              <a:t>A</a:t>
            </a:r>
            <a:r>
              <a:rPr dirty="0" sz="3200" spc="-270">
                <a:latin typeface="Lucida Sans Unicode"/>
                <a:cs typeface="Lucida Sans Unicode"/>
              </a:rPr>
              <a:t> </a:t>
            </a:r>
            <a:r>
              <a:rPr dirty="0" sz="3200" spc="-305">
                <a:latin typeface="Lucida Sans Unicode"/>
                <a:cs typeface="Lucida Sans Unicode"/>
              </a:rPr>
              <a:t>T</a:t>
            </a:r>
            <a:r>
              <a:rPr dirty="0" sz="3200" spc="-265">
                <a:latin typeface="Lucida Sans Unicode"/>
                <a:cs typeface="Lucida Sans Unicode"/>
              </a:rPr>
              <a:t> </a:t>
            </a:r>
            <a:r>
              <a:rPr dirty="0" sz="3200" spc="-145">
                <a:latin typeface="Lucida Sans Unicode"/>
                <a:cs typeface="Lucida Sans Unicode"/>
              </a:rPr>
              <a:t>I</a:t>
            </a:r>
            <a:r>
              <a:rPr dirty="0" sz="3200" spc="-270">
                <a:latin typeface="Lucida Sans Unicode"/>
                <a:cs typeface="Lucida Sans Unicode"/>
              </a:rPr>
              <a:t> </a:t>
            </a:r>
            <a:r>
              <a:rPr dirty="0" sz="3200">
                <a:latin typeface="Lucida Sans Unicode"/>
                <a:cs typeface="Lucida Sans Unicode"/>
              </a:rPr>
              <a:t>O</a:t>
            </a:r>
            <a:r>
              <a:rPr dirty="0" sz="3200" spc="-270">
                <a:latin typeface="Lucida Sans Unicode"/>
                <a:cs typeface="Lucida Sans Unicode"/>
              </a:rPr>
              <a:t> </a:t>
            </a:r>
            <a:r>
              <a:rPr dirty="0" sz="3200" spc="-50">
                <a:latin typeface="Lucida Sans Unicode"/>
                <a:cs typeface="Lucida Sans Unicode"/>
              </a:rPr>
              <a:t>N</a:t>
            </a:r>
            <a:endParaRPr sz="3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659559" y="1648479"/>
            <a:ext cx="8629015" cy="8638540"/>
            <a:chOff x="9659559" y="1648479"/>
            <a:chExt cx="8629015" cy="86385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33587" y="5806884"/>
              <a:ext cx="4854411" cy="44801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9559" y="1648479"/>
              <a:ext cx="7052816" cy="6588552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3450678" cy="731646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827926" y="3940092"/>
            <a:ext cx="6666230" cy="1854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7600"/>
              </a:lnSpc>
              <a:spcBef>
                <a:spcPts val="95"/>
              </a:spcBef>
            </a:pP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550" spc="5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65">
                <a:solidFill>
                  <a:srgbClr val="FFFFFF"/>
                </a:solidFill>
                <a:latin typeface="Lucida Sans Unicode"/>
                <a:cs typeface="Lucida Sans Unicode"/>
              </a:rPr>
              <a:t>presentation</a:t>
            </a:r>
            <a:r>
              <a:rPr dirty="0" sz="2550" spc="5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2550" spc="5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32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550" spc="5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60">
                <a:solidFill>
                  <a:srgbClr val="FFFFFF"/>
                </a:solidFill>
                <a:latin typeface="Lucida Sans Unicode"/>
                <a:cs typeface="Lucida Sans Unicode"/>
              </a:rPr>
              <a:t>formal</a:t>
            </a:r>
            <a:r>
              <a:rPr dirty="0" sz="2550" spc="5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2550" spc="5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FFFFFF"/>
                </a:solidFill>
                <a:latin typeface="Lucida Sans Unicode"/>
                <a:cs typeface="Lucida Sans Unicode"/>
              </a:rPr>
              <a:t>informal </a:t>
            </a:r>
            <a:r>
              <a:rPr dirty="0" sz="2550" spc="110">
                <a:solidFill>
                  <a:srgbClr val="FFFFFF"/>
                </a:solidFill>
                <a:latin typeface="Lucida Sans Unicode"/>
                <a:cs typeface="Lucida Sans Unicode"/>
              </a:rPr>
              <a:t>communication</a:t>
            </a:r>
            <a:r>
              <a:rPr dirty="0" sz="2550" spc="14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114">
                <a:solidFill>
                  <a:srgbClr val="FFFFFF"/>
                </a:solidFill>
                <a:latin typeface="Lucida Sans Unicode"/>
                <a:cs typeface="Lucida Sans Unicode"/>
              </a:rPr>
              <a:t>method</a:t>
            </a:r>
            <a:r>
              <a:rPr dirty="0" sz="2550" spc="14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85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2550" spc="14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-10">
                <a:solidFill>
                  <a:srgbClr val="FFFFFF"/>
                </a:solidFill>
                <a:latin typeface="Lucida Sans Unicode"/>
                <a:cs typeface="Lucida Sans Unicode"/>
              </a:rPr>
              <a:t>involves </a:t>
            </a:r>
            <a:r>
              <a:rPr dirty="0" sz="2550" spc="95">
                <a:solidFill>
                  <a:srgbClr val="FFFFFF"/>
                </a:solidFill>
                <a:latin typeface="Lucida Sans Unicode"/>
                <a:cs typeface="Lucida Sans Unicode"/>
              </a:rPr>
              <a:t>conveying</a:t>
            </a:r>
            <a:r>
              <a:rPr dirty="0" sz="2550" spc="17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information,</a:t>
            </a:r>
            <a:r>
              <a:rPr dirty="0" sz="2550" spc="175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ideas,</a:t>
            </a:r>
            <a:r>
              <a:rPr dirty="0" sz="2550" spc="17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2550" spc="170">
                <a:solidFill>
                  <a:srgbClr val="FFFFFF"/>
                </a:solidFill>
                <a:latin typeface="Lucida Sans Unicode"/>
                <a:cs typeface="Lucida Sans Unicode"/>
              </a:rPr>
              <a:t>   </a:t>
            </a:r>
            <a:r>
              <a:rPr dirty="0" sz="2550" spc="27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dirty="0" sz="2550" spc="165">
                <a:solidFill>
                  <a:srgbClr val="FFFFFF"/>
                </a:solidFill>
                <a:latin typeface="Lucida Sans Unicode"/>
                <a:cs typeface="Lucida Sans Unicode"/>
              </a:rPr>
              <a:t>message</a:t>
            </a:r>
            <a:r>
              <a:rPr dirty="0" sz="25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5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9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dirty="0" sz="25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75">
                <a:solidFill>
                  <a:srgbClr val="FFFFFF"/>
                </a:solidFill>
                <a:latin typeface="Lucida Sans Unicode"/>
                <a:cs typeface="Lucida Sans Unicode"/>
              </a:rPr>
              <a:t>audience.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27926" y="2143732"/>
            <a:ext cx="6616700" cy="15093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645"/>
              <a:t>TECH</a:t>
            </a:r>
            <a:r>
              <a:rPr dirty="0" spc="-585"/>
              <a:t> </a:t>
            </a:r>
            <a:r>
              <a:rPr dirty="0" spc="-1350"/>
              <a:t>COMPANY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827926" y="7542108"/>
            <a:ext cx="262255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90" i="1">
                <a:solidFill>
                  <a:srgbClr val="FFFFFF"/>
                </a:solidFill>
                <a:latin typeface="Verdana"/>
                <a:cs typeface="Verdana"/>
              </a:rPr>
              <a:t>RIMBERIO</a:t>
            </a:r>
            <a:r>
              <a:rPr dirty="0" sz="2100" spc="-11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 i="1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6789420" cy="10276840"/>
            <a:chOff x="0" y="0"/>
            <a:chExt cx="6789420" cy="102768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23075" cy="4383292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8576" y="1030250"/>
              <a:ext cx="4930833" cy="9246142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17122" y="4900272"/>
            <a:ext cx="4370877" cy="538672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449897" y="4290970"/>
            <a:ext cx="5852795" cy="4197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252470" algn="l"/>
                <a:tab pos="5168265" algn="l"/>
              </a:tabLst>
            </a:pPr>
            <a:r>
              <a:rPr dirty="0" sz="2550" spc="100">
                <a:solidFill>
                  <a:srgbClr val="FFFFFF"/>
                </a:solidFill>
                <a:latin typeface="Lucida Sans Unicode"/>
                <a:cs typeface="Lucida Sans Unicode"/>
              </a:rPr>
              <a:t>communication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105">
                <a:solidFill>
                  <a:srgbClr val="FFFFFF"/>
                </a:solidFill>
                <a:latin typeface="Lucida Sans Unicode"/>
                <a:cs typeface="Lucida Sans Unicode"/>
              </a:rPr>
              <a:t>method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65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449897" y="3770676"/>
            <a:ext cx="7789545" cy="939800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630"/>
              </a:spcBef>
              <a:tabLst>
                <a:tab pos="585470" algn="l"/>
                <a:tab pos="3044825" algn="l"/>
                <a:tab pos="3661410" algn="l"/>
                <a:tab pos="4248150" algn="l"/>
                <a:tab pos="5694045" algn="l"/>
                <a:tab pos="6391275" algn="l"/>
              </a:tabLst>
            </a:pPr>
            <a:r>
              <a:rPr dirty="0" sz="2550" spc="-5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55">
                <a:solidFill>
                  <a:srgbClr val="FFFFFF"/>
                </a:solidFill>
                <a:latin typeface="Lucida Sans Unicode"/>
                <a:cs typeface="Lucida Sans Unicode"/>
              </a:rPr>
              <a:t>presentation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-25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27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50">
                <a:solidFill>
                  <a:srgbClr val="FFFFFF"/>
                </a:solidFill>
                <a:latin typeface="Lucida Sans Unicode"/>
                <a:cs typeface="Lucida Sans Unicode"/>
              </a:rPr>
              <a:t>formal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-25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-10">
                <a:solidFill>
                  <a:srgbClr val="FFFFFF"/>
                </a:solidFill>
                <a:latin typeface="Lucida Sans Unicode"/>
                <a:cs typeface="Lucida Sans Unicode"/>
              </a:rPr>
              <a:t>informal</a:t>
            </a:r>
            <a:endParaRPr sz="2550">
              <a:latin typeface="Lucida Sans Unicode"/>
              <a:cs typeface="Lucida Sans Unicode"/>
            </a:endParaRPr>
          </a:p>
          <a:p>
            <a:pPr algn="r" marR="5080">
              <a:lnSpc>
                <a:spcPct val="100000"/>
              </a:lnSpc>
              <a:spcBef>
                <a:spcPts val="540"/>
              </a:spcBef>
            </a:pPr>
            <a:r>
              <a:rPr dirty="0" sz="2550" spc="-10">
                <a:solidFill>
                  <a:srgbClr val="FFFFFF"/>
                </a:solidFill>
                <a:latin typeface="Lucida Sans Unicode"/>
                <a:cs typeface="Lucida Sans Unicode"/>
              </a:rPr>
              <a:t>involves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449897" y="4685076"/>
            <a:ext cx="7789545" cy="2311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7600"/>
              </a:lnSpc>
              <a:spcBef>
                <a:spcPts val="95"/>
              </a:spcBef>
            </a:pPr>
            <a:r>
              <a:rPr dirty="0" sz="2550" spc="95">
                <a:solidFill>
                  <a:srgbClr val="FFFFFF"/>
                </a:solidFill>
                <a:latin typeface="Lucida Sans Unicode"/>
                <a:cs typeface="Lucida Sans Unicode"/>
              </a:rPr>
              <a:t>conveying</a:t>
            </a:r>
            <a:r>
              <a:rPr dirty="0" sz="2550" spc="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information,</a:t>
            </a:r>
            <a:r>
              <a:rPr dirty="0" sz="2550" spc="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ideas,</a:t>
            </a:r>
            <a:r>
              <a:rPr dirty="0" sz="2550" spc="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2550" spc="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32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550" spc="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65">
                <a:solidFill>
                  <a:srgbClr val="FFFFFF"/>
                </a:solidFill>
                <a:latin typeface="Lucida Sans Unicode"/>
                <a:cs typeface="Lucida Sans Unicode"/>
              </a:rPr>
              <a:t>message</a:t>
            </a:r>
            <a:r>
              <a:rPr dirty="0" sz="2550" spc="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5">
                <a:solidFill>
                  <a:srgbClr val="FFFFFF"/>
                </a:solidFill>
                <a:latin typeface="Lucida Sans Unicode"/>
                <a:cs typeface="Lucida Sans Unicode"/>
              </a:rPr>
              <a:t>to </a:t>
            </a:r>
            <a:r>
              <a:rPr dirty="0" sz="2550" spc="19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dirty="0" sz="2550" spc="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5">
                <a:solidFill>
                  <a:srgbClr val="FFFFFF"/>
                </a:solidFill>
                <a:latin typeface="Lucida Sans Unicode"/>
                <a:cs typeface="Lucida Sans Unicode"/>
              </a:rPr>
              <a:t>audience.</a:t>
            </a:r>
            <a:r>
              <a:rPr dirty="0" sz="2550" spc="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r>
              <a:rPr dirty="0" sz="255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often</a:t>
            </a:r>
            <a:r>
              <a:rPr dirty="0" sz="255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95">
                <a:solidFill>
                  <a:srgbClr val="FFFFFF"/>
                </a:solidFill>
                <a:latin typeface="Lucida Sans Unicode"/>
                <a:cs typeface="Lucida Sans Unicode"/>
              </a:rPr>
              <a:t>employs</a:t>
            </a:r>
            <a:r>
              <a:rPr dirty="0" sz="255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50">
                <a:solidFill>
                  <a:srgbClr val="FFFFFF"/>
                </a:solidFill>
                <a:latin typeface="Lucida Sans Unicode"/>
                <a:cs typeface="Lucida Sans Unicode"/>
              </a:rPr>
              <a:t>visual</a:t>
            </a:r>
            <a:r>
              <a:rPr dirty="0" sz="255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95">
                <a:solidFill>
                  <a:srgbClr val="FFFFFF"/>
                </a:solidFill>
                <a:latin typeface="Lucida Sans Unicode"/>
                <a:cs typeface="Lucida Sans Unicode"/>
              </a:rPr>
              <a:t>aids</a:t>
            </a:r>
            <a:r>
              <a:rPr dirty="0" sz="255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0">
                <a:solidFill>
                  <a:srgbClr val="FFFFFF"/>
                </a:solidFill>
                <a:latin typeface="Lucida Sans Unicode"/>
                <a:cs typeface="Lucida Sans Unicode"/>
              </a:rPr>
              <a:t>such </a:t>
            </a:r>
            <a:r>
              <a:rPr dirty="0" sz="2550" spc="175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2550" spc="63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slides,</a:t>
            </a:r>
            <a:r>
              <a:rPr dirty="0" sz="2550" spc="62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charts,</a:t>
            </a:r>
            <a:r>
              <a:rPr dirty="0" sz="2550" spc="63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45">
                <a:solidFill>
                  <a:srgbClr val="FFFFFF"/>
                </a:solidFill>
                <a:latin typeface="Lucida Sans Unicode"/>
                <a:cs typeface="Lucida Sans Unicode"/>
              </a:rPr>
              <a:t>graphs,</a:t>
            </a:r>
            <a:r>
              <a:rPr dirty="0" sz="2550" spc="63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2550" spc="62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80">
                <a:solidFill>
                  <a:srgbClr val="FFFFFF"/>
                </a:solidFill>
                <a:latin typeface="Lucida Sans Unicode"/>
                <a:cs typeface="Lucida Sans Unicode"/>
              </a:rPr>
              <a:t>multimedia </a:t>
            </a:r>
            <a:r>
              <a:rPr dirty="0" sz="2550" spc="90">
                <a:solidFill>
                  <a:srgbClr val="FFFFFF"/>
                </a:solidFill>
                <a:latin typeface="Lucida Sans Unicode"/>
                <a:cs typeface="Lucida Sans Unicode"/>
              </a:rPr>
              <a:t>elements</a:t>
            </a:r>
            <a:r>
              <a:rPr dirty="0" sz="2550" spc="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550" spc="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45">
                <a:solidFill>
                  <a:srgbClr val="FFFFFF"/>
                </a:solidFill>
                <a:latin typeface="Lucida Sans Unicode"/>
                <a:cs typeface="Lucida Sans Unicode"/>
              </a:rPr>
              <a:t>support</a:t>
            </a:r>
            <a:r>
              <a:rPr dirty="0" sz="2550" spc="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7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50" spc="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55">
                <a:solidFill>
                  <a:srgbClr val="FFFFFF"/>
                </a:solidFill>
                <a:latin typeface="Lucida Sans Unicode"/>
                <a:cs typeface="Lucida Sans Unicode"/>
              </a:rPr>
              <a:t>enhance</a:t>
            </a:r>
            <a:r>
              <a:rPr dirty="0" sz="2550" spc="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7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550" spc="2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40">
                <a:solidFill>
                  <a:srgbClr val="FFFFFF"/>
                </a:solidFill>
                <a:latin typeface="Lucida Sans Unicode"/>
                <a:cs typeface="Lucida Sans Unicode"/>
              </a:rPr>
              <a:t>spoken </a:t>
            </a:r>
            <a:r>
              <a:rPr dirty="0" sz="2550" spc="-10">
                <a:solidFill>
                  <a:srgbClr val="FFFFFF"/>
                </a:solidFill>
                <a:latin typeface="Lucida Sans Unicode"/>
                <a:cs typeface="Lucida Sans Unicode"/>
              </a:rPr>
              <a:t>content.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934173" y="1894879"/>
            <a:ext cx="4305300" cy="15093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500"/>
              <a:t>ABOUT</a:t>
            </a:r>
            <a:r>
              <a:rPr dirty="0" spc="-580"/>
              <a:t> </a:t>
            </a:r>
            <a:r>
              <a:rPr dirty="0" spc="-1035"/>
              <a:t>US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3616590" y="7929975"/>
            <a:ext cx="262255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90" i="1">
                <a:solidFill>
                  <a:srgbClr val="FFFFFF"/>
                </a:solidFill>
                <a:latin typeface="Verdana"/>
                <a:cs typeface="Verdana"/>
              </a:rPr>
              <a:t>RIMBERIO</a:t>
            </a:r>
            <a:r>
              <a:rPr dirty="0" sz="2100" spc="-11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 i="1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32784"/>
            <a:ext cx="3919787" cy="385322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3425" y="542925"/>
            <a:ext cx="9201149" cy="920114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7600"/>
              </a:lnSpc>
              <a:spcBef>
                <a:spcPts val="95"/>
              </a:spcBef>
            </a:pPr>
            <a:r>
              <a:rPr dirty="0"/>
              <a:t>A</a:t>
            </a:r>
            <a:r>
              <a:rPr dirty="0" spc="-85"/>
              <a:t> </a:t>
            </a:r>
            <a:r>
              <a:rPr dirty="0" spc="65"/>
              <a:t>presentation</a:t>
            </a:r>
            <a:r>
              <a:rPr dirty="0" spc="-80"/>
              <a:t> </a:t>
            </a:r>
            <a:r>
              <a:rPr dirty="0"/>
              <a:t>is</a:t>
            </a:r>
            <a:r>
              <a:rPr dirty="0" spc="-80"/>
              <a:t> </a:t>
            </a:r>
            <a:r>
              <a:rPr dirty="0" spc="320"/>
              <a:t>a</a:t>
            </a:r>
            <a:r>
              <a:rPr dirty="0" spc="-80"/>
              <a:t> </a:t>
            </a:r>
            <a:r>
              <a:rPr dirty="0" spc="60"/>
              <a:t>formal</a:t>
            </a:r>
            <a:r>
              <a:rPr dirty="0" spc="-80"/>
              <a:t> </a:t>
            </a:r>
            <a:r>
              <a:rPr dirty="0"/>
              <a:t>or</a:t>
            </a:r>
            <a:r>
              <a:rPr dirty="0" spc="-80"/>
              <a:t> </a:t>
            </a:r>
            <a:r>
              <a:rPr dirty="0"/>
              <a:t>informal</a:t>
            </a:r>
            <a:r>
              <a:rPr dirty="0" spc="-80"/>
              <a:t> </a:t>
            </a:r>
            <a:r>
              <a:rPr dirty="0" spc="110"/>
              <a:t>communication</a:t>
            </a:r>
            <a:r>
              <a:rPr dirty="0" spc="-80"/>
              <a:t> </a:t>
            </a:r>
            <a:r>
              <a:rPr dirty="0" spc="105"/>
              <a:t>method </a:t>
            </a:r>
            <a:r>
              <a:rPr dirty="0" spc="85"/>
              <a:t>that</a:t>
            </a:r>
            <a:r>
              <a:rPr dirty="0" spc="-30"/>
              <a:t> </a:t>
            </a:r>
            <a:r>
              <a:rPr dirty="0"/>
              <a:t>involves</a:t>
            </a:r>
            <a:r>
              <a:rPr dirty="0" spc="-25"/>
              <a:t> </a:t>
            </a:r>
            <a:r>
              <a:rPr dirty="0" spc="95"/>
              <a:t>conveying</a:t>
            </a:r>
            <a:r>
              <a:rPr dirty="0" spc="-25"/>
              <a:t> </a:t>
            </a:r>
            <a:r>
              <a:rPr dirty="0"/>
              <a:t>information,</a:t>
            </a:r>
            <a:r>
              <a:rPr dirty="0" spc="-30"/>
              <a:t> </a:t>
            </a:r>
            <a:r>
              <a:rPr dirty="0"/>
              <a:t>ideas,</a:t>
            </a:r>
            <a:r>
              <a:rPr dirty="0" spc="-25"/>
              <a:t> </a:t>
            </a:r>
            <a:r>
              <a:rPr dirty="0"/>
              <a:t>or</a:t>
            </a:r>
            <a:r>
              <a:rPr dirty="0" spc="-25"/>
              <a:t> </a:t>
            </a:r>
            <a:r>
              <a:rPr dirty="0" spc="320"/>
              <a:t>a</a:t>
            </a:r>
            <a:r>
              <a:rPr dirty="0" spc="-25"/>
              <a:t> </a:t>
            </a:r>
            <a:r>
              <a:rPr dirty="0" spc="165"/>
              <a:t>message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 spc="165"/>
              <a:t>an </a:t>
            </a:r>
            <a:r>
              <a:rPr dirty="0" spc="85"/>
              <a:t>audience.</a:t>
            </a:r>
            <a:r>
              <a:rPr dirty="0" spc="-100"/>
              <a:t> </a:t>
            </a:r>
            <a:r>
              <a:rPr dirty="0" spc="-35"/>
              <a:t>It</a:t>
            </a:r>
            <a:r>
              <a:rPr dirty="0" spc="-95"/>
              <a:t> </a:t>
            </a:r>
            <a:r>
              <a:rPr dirty="0"/>
              <a:t>often</a:t>
            </a:r>
            <a:r>
              <a:rPr dirty="0" spc="-95"/>
              <a:t> </a:t>
            </a:r>
            <a:r>
              <a:rPr dirty="0" spc="95"/>
              <a:t>employs</a:t>
            </a:r>
            <a:r>
              <a:rPr dirty="0" spc="-95"/>
              <a:t> </a:t>
            </a:r>
            <a:r>
              <a:rPr dirty="0" spc="50"/>
              <a:t>visual</a:t>
            </a:r>
            <a:r>
              <a:rPr dirty="0" spc="-95"/>
              <a:t> </a:t>
            </a:r>
            <a:r>
              <a:rPr dirty="0" spc="95"/>
              <a:t>aids</a:t>
            </a:r>
            <a:r>
              <a:rPr dirty="0" spc="-95"/>
              <a:t> </a:t>
            </a:r>
            <a:r>
              <a:rPr dirty="0" spc="100"/>
              <a:t>such</a:t>
            </a:r>
            <a:r>
              <a:rPr dirty="0" spc="-95"/>
              <a:t> </a:t>
            </a:r>
            <a:r>
              <a:rPr dirty="0" spc="175"/>
              <a:t>as</a:t>
            </a:r>
            <a:r>
              <a:rPr dirty="0" spc="-95"/>
              <a:t> </a:t>
            </a:r>
            <a:r>
              <a:rPr dirty="0" spc="-20"/>
              <a:t>slides,</a:t>
            </a:r>
            <a:r>
              <a:rPr dirty="0" spc="-95"/>
              <a:t> </a:t>
            </a:r>
            <a:r>
              <a:rPr dirty="0" spc="-10"/>
              <a:t>charts, </a:t>
            </a:r>
            <a:r>
              <a:rPr dirty="0" spc="45"/>
              <a:t>graphs,</a:t>
            </a:r>
            <a:r>
              <a:rPr dirty="0" spc="-105"/>
              <a:t> </a:t>
            </a:r>
            <a:r>
              <a:rPr dirty="0"/>
              <a:t>or</a:t>
            </a:r>
            <a:r>
              <a:rPr dirty="0" spc="-100"/>
              <a:t> </a:t>
            </a:r>
            <a:r>
              <a:rPr dirty="0" spc="90"/>
              <a:t>multimedia</a:t>
            </a:r>
            <a:r>
              <a:rPr dirty="0" spc="-105"/>
              <a:t> </a:t>
            </a:r>
            <a:r>
              <a:rPr dirty="0" spc="90"/>
              <a:t>elements</a:t>
            </a:r>
            <a:r>
              <a:rPr dirty="0" spc="-100"/>
              <a:t> </a:t>
            </a:r>
            <a:r>
              <a:rPr dirty="0"/>
              <a:t>to</a:t>
            </a:r>
            <a:r>
              <a:rPr dirty="0" spc="-105"/>
              <a:t> </a:t>
            </a:r>
            <a:r>
              <a:rPr dirty="0" spc="45"/>
              <a:t>support</a:t>
            </a:r>
            <a:r>
              <a:rPr dirty="0" spc="-100"/>
              <a:t> </a:t>
            </a:r>
            <a:r>
              <a:rPr dirty="0" spc="170"/>
              <a:t>and</a:t>
            </a:r>
            <a:r>
              <a:rPr dirty="0" spc="-100"/>
              <a:t> </a:t>
            </a:r>
            <a:r>
              <a:rPr dirty="0" spc="155"/>
              <a:t>enhance</a:t>
            </a:r>
            <a:r>
              <a:rPr dirty="0" spc="-105"/>
              <a:t> </a:t>
            </a:r>
            <a:r>
              <a:rPr dirty="0" spc="45"/>
              <a:t>the </a:t>
            </a:r>
            <a:r>
              <a:rPr dirty="0" spc="50"/>
              <a:t>spoken</a:t>
            </a:r>
            <a:r>
              <a:rPr dirty="0" spc="-114"/>
              <a:t> </a:t>
            </a:r>
            <a:r>
              <a:rPr dirty="0" spc="-10"/>
              <a:t>content.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12126" y="2158452"/>
            <a:ext cx="2863850" cy="15093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65"/>
              <a:t>VISION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832560" y="7527387"/>
            <a:ext cx="262255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90" i="1">
                <a:solidFill>
                  <a:srgbClr val="FFFFFF"/>
                </a:solidFill>
                <a:latin typeface="Verdana"/>
                <a:cs typeface="Verdana"/>
              </a:rPr>
              <a:t>RIMBERIO</a:t>
            </a:r>
            <a:r>
              <a:rPr dirty="0" sz="2100" spc="-11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 i="1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83217" y="0"/>
            <a:ext cx="3504783" cy="31368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53" y="657224"/>
            <a:ext cx="2975793" cy="41020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3425" y="542925"/>
            <a:ext cx="9201149" cy="920114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7600"/>
              </a:lnSpc>
              <a:spcBef>
                <a:spcPts val="95"/>
              </a:spcBef>
            </a:pPr>
            <a:r>
              <a:rPr dirty="0"/>
              <a:t>A</a:t>
            </a:r>
            <a:r>
              <a:rPr dirty="0" spc="-85"/>
              <a:t> </a:t>
            </a:r>
            <a:r>
              <a:rPr dirty="0" spc="65"/>
              <a:t>presentation</a:t>
            </a:r>
            <a:r>
              <a:rPr dirty="0" spc="-80"/>
              <a:t> </a:t>
            </a:r>
            <a:r>
              <a:rPr dirty="0"/>
              <a:t>is</a:t>
            </a:r>
            <a:r>
              <a:rPr dirty="0" spc="-80"/>
              <a:t> </a:t>
            </a:r>
            <a:r>
              <a:rPr dirty="0" spc="320"/>
              <a:t>a</a:t>
            </a:r>
            <a:r>
              <a:rPr dirty="0" spc="-80"/>
              <a:t> </a:t>
            </a:r>
            <a:r>
              <a:rPr dirty="0" spc="60"/>
              <a:t>formal</a:t>
            </a:r>
            <a:r>
              <a:rPr dirty="0" spc="-80"/>
              <a:t> </a:t>
            </a:r>
            <a:r>
              <a:rPr dirty="0"/>
              <a:t>or</a:t>
            </a:r>
            <a:r>
              <a:rPr dirty="0" spc="-80"/>
              <a:t> </a:t>
            </a:r>
            <a:r>
              <a:rPr dirty="0"/>
              <a:t>informal</a:t>
            </a:r>
            <a:r>
              <a:rPr dirty="0" spc="-80"/>
              <a:t> </a:t>
            </a:r>
            <a:r>
              <a:rPr dirty="0" spc="110"/>
              <a:t>communication</a:t>
            </a:r>
            <a:r>
              <a:rPr dirty="0" spc="-80"/>
              <a:t> </a:t>
            </a:r>
            <a:r>
              <a:rPr dirty="0" spc="105"/>
              <a:t>method </a:t>
            </a:r>
            <a:r>
              <a:rPr dirty="0" spc="85"/>
              <a:t>that</a:t>
            </a:r>
            <a:r>
              <a:rPr dirty="0" spc="-30"/>
              <a:t> </a:t>
            </a:r>
            <a:r>
              <a:rPr dirty="0"/>
              <a:t>involves</a:t>
            </a:r>
            <a:r>
              <a:rPr dirty="0" spc="-25"/>
              <a:t> </a:t>
            </a:r>
            <a:r>
              <a:rPr dirty="0" spc="95"/>
              <a:t>conveying</a:t>
            </a:r>
            <a:r>
              <a:rPr dirty="0" spc="-25"/>
              <a:t> </a:t>
            </a:r>
            <a:r>
              <a:rPr dirty="0"/>
              <a:t>information,</a:t>
            </a:r>
            <a:r>
              <a:rPr dirty="0" spc="-30"/>
              <a:t> </a:t>
            </a:r>
            <a:r>
              <a:rPr dirty="0"/>
              <a:t>ideas,</a:t>
            </a:r>
            <a:r>
              <a:rPr dirty="0" spc="-25"/>
              <a:t> </a:t>
            </a:r>
            <a:r>
              <a:rPr dirty="0"/>
              <a:t>or</a:t>
            </a:r>
            <a:r>
              <a:rPr dirty="0" spc="-25"/>
              <a:t> </a:t>
            </a:r>
            <a:r>
              <a:rPr dirty="0" spc="320"/>
              <a:t>a</a:t>
            </a:r>
            <a:r>
              <a:rPr dirty="0" spc="-25"/>
              <a:t> </a:t>
            </a:r>
            <a:r>
              <a:rPr dirty="0" spc="165"/>
              <a:t>message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 spc="165"/>
              <a:t>an </a:t>
            </a:r>
            <a:r>
              <a:rPr dirty="0" spc="85"/>
              <a:t>audience.</a:t>
            </a:r>
            <a:r>
              <a:rPr dirty="0" spc="-100"/>
              <a:t> </a:t>
            </a:r>
            <a:r>
              <a:rPr dirty="0" spc="-35"/>
              <a:t>It</a:t>
            </a:r>
            <a:r>
              <a:rPr dirty="0" spc="-95"/>
              <a:t> </a:t>
            </a:r>
            <a:r>
              <a:rPr dirty="0"/>
              <a:t>often</a:t>
            </a:r>
            <a:r>
              <a:rPr dirty="0" spc="-95"/>
              <a:t> </a:t>
            </a:r>
            <a:r>
              <a:rPr dirty="0" spc="95"/>
              <a:t>employs</a:t>
            </a:r>
            <a:r>
              <a:rPr dirty="0" spc="-95"/>
              <a:t> </a:t>
            </a:r>
            <a:r>
              <a:rPr dirty="0" spc="50"/>
              <a:t>visual</a:t>
            </a:r>
            <a:r>
              <a:rPr dirty="0" spc="-95"/>
              <a:t> </a:t>
            </a:r>
            <a:r>
              <a:rPr dirty="0" spc="95"/>
              <a:t>aids</a:t>
            </a:r>
            <a:r>
              <a:rPr dirty="0" spc="-95"/>
              <a:t> </a:t>
            </a:r>
            <a:r>
              <a:rPr dirty="0" spc="100"/>
              <a:t>such</a:t>
            </a:r>
            <a:r>
              <a:rPr dirty="0" spc="-95"/>
              <a:t> </a:t>
            </a:r>
            <a:r>
              <a:rPr dirty="0" spc="175"/>
              <a:t>as</a:t>
            </a:r>
            <a:r>
              <a:rPr dirty="0" spc="-95"/>
              <a:t> </a:t>
            </a:r>
            <a:r>
              <a:rPr dirty="0" spc="-20"/>
              <a:t>slides,</a:t>
            </a:r>
            <a:r>
              <a:rPr dirty="0" spc="-95"/>
              <a:t> </a:t>
            </a:r>
            <a:r>
              <a:rPr dirty="0" spc="-10"/>
              <a:t>charts, </a:t>
            </a:r>
            <a:r>
              <a:rPr dirty="0" spc="45"/>
              <a:t>graphs,</a:t>
            </a:r>
            <a:r>
              <a:rPr dirty="0" spc="-105"/>
              <a:t> </a:t>
            </a:r>
            <a:r>
              <a:rPr dirty="0"/>
              <a:t>or</a:t>
            </a:r>
            <a:r>
              <a:rPr dirty="0" spc="-100"/>
              <a:t> </a:t>
            </a:r>
            <a:r>
              <a:rPr dirty="0" spc="90"/>
              <a:t>multimedia</a:t>
            </a:r>
            <a:r>
              <a:rPr dirty="0" spc="-105"/>
              <a:t> </a:t>
            </a:r>
            <a:r>
              <a:rPr dirty="0" spc="90"/>
              <a:t>elements</a:t>
            </a:r>
            <a:r>
              <a:rPr dirty="0" spc="-100"/>
              <a:t> </a:t>
            </a:r>
            <a:r>
              <a:rPr dirty="0"/>
              <a:t>to</a:t>
            </a:r>
            <a:r>
              <a:rPr dirty="0" spc="-105"/>
              <a:t> </a:t>
            </a:r>
            <a:r>
              <a:rPr dirty="0" spc="45"/>
              <a:t>support</a:t>
            </a:r>
            <a:r>
              <a:rPr dirty="0" spc="-100"/>
              <a:t> </a:t>
            </a:r>
            <a:r>
              <a:rPr dirty="0" spc="170"/>
              <a:t>and</a:t>
            </a:r>
            <a:r>
              <a:rPr dirty="0" spc="-100"/>
              <a:t> </a:t>
            </a:r>
            <a:r>
              <a:rPr dirty="0" spc="155"/>
              <a:t>enhance</a:t>
            </a:r>
            <a:r>
              <a:rPr dirty="0" spc="-105"/>
              <a:t> </a:t>
            </a:r>
            <a:r>
              <a:rPr dirty="0" spc="45"/>
              <a:t>the </a:t>
            </a:r>
            <a:r>
              <a:rPr dirty="0" spc="50"/>
              <a:t>spoken</a:t>
            </a:r>
            <a:r>
              <a:rPr dirty="0" spc="-114"/>
              <a:t> </a:t>
            </a:r>
            <a:r>
              <a:rPr dirty="0" spc="-10"/>
              <a:t>content.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34400" y="2158452"/>
            <a:ext cx="3619500" cy="15093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905"/>
              <a:t>MISSION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832560" y="7527387"/>
            <a:ext cx="262255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90" i="1">
                <a:solidFill>
                  <a:srgbClr val="FFFFFF"/>
                </a:solidFill>
                <a:latin typeface="Verdana"/>
                <a:cs typeface="Verdana"/>
              </a:rPr>
              <a:t>RIMBERIO</a:t>
            </a:r>
            <a:r>
              <a:rPr dirty="0" sz="2100" spc="-11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 i="1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58586" y="5658899"/>
            <a:ext cx="3129411" cy="41020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07796" y="0"/>
            <a:ext cx="10427335" cy="7043420"/>
            <a:chOff x="207796" y="0"/>
            <a:chExt cx="10427335" cy="70434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796" y="0"/>
              <a:ext cx="8115299" cy="43473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9980" y="4061800"/>
              <a:ext cx="2981295" cy="298129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609980" y="4061801"/>
              <a:ext cx="2981325" cy="2981325"/>
            </a:xfrm>
            <a:custGeom>
              <a:avLst/>
              <a:gdLst/>
              <a:ahLst/>
              <a:cxnLst/>
              <a:rect l="l" t="t" r="r" b="b"/>
              <a:pathLst>
                <a:path w="2981325" h="2981325">
                  <a:moveTo>
                    <a:pt x="2385036" y="2981296"/>
                  </a:moveTo>
                  <a:lnTo>
                    <a:pt x="596259" y="2981296"/>
                  </a:lnTo>
                  <a:lnTo>
                    <a:pt x="547379" y="2979318"/>
                  </a:lnTo>
                  <a:lnTo>
                    <a:pt x="499584" y="2973487"/>
                  </a:lnTo>
                  <a:lnTo>
                    <a:pt x="453026" y="2963957"/>
                  </a:lnTo>
                  <a:lnTo>
                    <a:pt x="407860" y="2950882"/>
                  </a:lnTo>
                  <a:lnTo>
                    <a:pt x="364239" y="2934415"/>
                  </a:lnTo>
                  <a:lnTo>
                    <a:pt x="322318" y="2914710"/>
                  </a:lnTo>
                  <a:lnTo>
                    <a:pt x="282250" y="2891922"/>
                  </a:lnTo>
                  <a:lnTo>
                    <a:pt x="244189" y="2866203"/>
                  </a:lnTo>
                  <a:lnTo>
                    <a:pt x="208289" y="2837709"/>
                  </a:lnTo>
                  <a:lnTo>
                    <a:pt x="174703" y="2806592"/>
                  </a:lnTo>
                  <a:lnTo>
                    <a:pt x="143586" y="2773006"/>
                  </a:lnTo>
                  <a:lnTo>
                    <a:pt x="115092" y="2737106"/>
                  </a:lnTo>
                  <a:lnTo>
                    <a:pt x="89373" y="2699045"/>
                  </a:lnTo>
                  <a:lnTo>
                    <a:pt x="66585" y="2658977"/>
                  </a:lnTo>
                  <a:lnTo>
                    <a:pt x="46880" y="2617056"/>
                  </a:lnTo>
                  <a:lnTo>
                    <a:pt x="30414" y="2573435"/>
                  </a:lnTo>
                  <a:lnTo>
                    <a:pt x="17338" y="2528269"/>
                  </a:lnTo>
                  <a:lnTo>
                    <a:pt x="7808" y="2481712"/>
                  </a:lnTo>
                  <a:lnTo>
                    <a:pt x="1977" y="2433916"/>
                  </a:lnTo>
                  <a:lnTo>
                    <a:pt x="0" y="2385036"/>
                  </a:lnTo>
                  <a:lnTo>
                    <a:pt x="0" y="596259"/>
                  </a:lnTo>
                  <a:lnTo>
                    <a:pt x="1945" y="548170"/>
                  </a:lnTo>
                  <a:lnTo>
                    <a:pt x="7808" y="499584"/>
                  </a:lnTo>
                  <a:lnTo>
                    <a:pt x="17338" y="453026"/>
                  </a:lnTo>
                  <a:lnTo>
                    <a:pt x="30414" y="407860"/>
                  </a:lnTo>
                  <a:lnTo>
                    <a:pt x="46880" y="364239"/>
                  </a:lnTo>
                  <a:lnTo>
                    <a:pt x="66585" y="322318"/>
                  </a:lnTo>
                  <a:lnTo>
                    <a:pt x="89373" y="282250"/>
                  </a:lnTo>
                  <a:lnTo>
                    <a:pt x="115092" y="244189"/>
                  </a:lnTo>
                  <a:lnTo>
                    <a:pt x="143586" y="208289"/>
                  </a:lnTo>
                  <a:lnTo>
                    <a:pt x="174703" y="174704"/>
                  </a:lnTo>
                  <a:lnTo>
                    <a:pt x="208289" y="143587"/>
                  </a:lnTo>
                  <a:lnTo>
                    <a:pt x="244189" y="115092"/>
                  </a:lnTo>
                  <a:lnTo>
                    <a:pt x="282250" y="89373"/>
                  </a:lnTo>
                  <a:lnTo>
                    <a:pt x="322318" y="66585"/>
                  </a:lnTo>
                  <a:lnTo>
                    <a:pt x="364239" y="46880"/>
                  </a:lnTo>
                  <a:lnTo>
                    <a:pt x="407860" y="30414"/>
                  </a:lnTo>
                  <a:lnTo>
                    <a:pt x="453026" y="17338"/>
                  </a:lnTo>
                  <a:lnTo>
                    <a:pt x="499584" y="7808"/>
                  </a:lnTo>
                  <a:lnTo>
                    <a:pt x="547379" y="1977"/>
                  </a:lnTo>
                  <a:lnTo>
                    <a:pt x="596259" y="0"/>
                  </a:lnTo>
                  <a:lnTo>
                    <a:pt x="2385036" y="0"/>
                  </a:lnTo>
                  <a:lnTo>
                    <a:pt x="2433916" y="1977"/>
                  </a:lnTo>
                  <a:lnTo>
                    <a:pt x="2481712" y="7808"/>
                  </a:lnTo>
                  <a:lnTo>
                    <a:pt x="2487257" y="8943"/>
                  </a:lnTo>
                  <a:lnTo>
                    <a:pt x="596259" y="8943"/>
                  </a:lnTo>
                  <a:lnTo>
                    <a:pt x="548170" y="10895"/>
                  </a:lnTo>
                  <a:lnTo>
                    <a:pt x="501138" y="16646"/>
                  </a:lnTo>
                  <a:lnTo>
                    <a:pt x="455314" y="26047"/>
                  </a:lnTo>
                  <a:lnTo>
                    <a:pt x="410851" y="38942"/>
                  </a:lnTo>
                  <a:lnTo>
                    <a:pt x="367901" y="55181"/>
                  </a:lnTo>
                  <a:lnTo>
                    <a:pt x="326617" y="74611"/>
                  </a:lnTo>
                  <a:lnTo>
                    <a:pt x="287151" y="97079"/>
                  </a:lnTo>
                  <a:lnTo>
                    <a:pt x="249656" y="122433"/>
                  </a:lnTo>
                  <a:lnTo>
                    <a:pt x="214284" y="150520"/>
                  </a:lnTo>
                  <a:lnTo>
                    <a:pt x="181188" y="181188"/>
                  </a:lnTo>
                  <a:lnTo>
                    <a:pt x="150520" y="214284"/>
                  </a:lnTo>
                  <a:lnTo>
                    <a:pt x="122433" y="249656"/>
                  </a:lnTo>
                  <a:lnTo>
                    <a:pt x="97079" y="287151"/>
                  </a:lnTo>
                  <a:lnTo>
                    <a:pt x="74611" y="326617"/>
                  </a:lnTo>
                  <a:lnTo>
                    <a:pt x="55181" y="367901"/>
                  </a:lnTo>
                  <a:lnTo>
                    <a:pt x="38942" y="410851"/>
                  </a:lnTo>
                  <a:lnTo>
                    <a:pt x="26047" y="455314"/>
                  </a:lnTo>
                  <a:lnTo>
                    <a:pt x="16646" y="501138"/>
                  </a:lnTo>
                  <a:lnTo>
                    <a:pt x="10991" y="547379"/>
                  </a:lnTo>
                  <a:lnTo>
                    <a:pt x="10895" y="548170"/>
                  </a:lnTo>
                  <a:lnTo>
                    <a:pt x="8943" y="596259"/>
                  </a:lnTo>
                  <a:lnTo>
                    <a:pt x="8943" y="2385036"/>
                  </a:lnTo>
                  <a:lnTo>
                    <a:pt x="10895" y="2433125"/>
                  </a:lnTo>
                  <a:lnTo>
                    <a:pt x="16646" y="2480157"/>
                  </a:lnTo>
                  <a:lnTo>
                    <a:pt x="26047" y="2525981"/>
                  </a:lnTo>
                  <a:lnTo>
                    <a:pt x="38942" y="2570444"/>
                  </a:lnTo>
                  <a:lnTo>
                    <a:pt x="55181" y="2613394"/>
                  </a:lnTo>
                  <a:lnTo>
                    <a:pt x="74611" y="2654679"/>
                  </a:lnTo>
                  <a:lnTo>
                    <a:pt x="97079" y="2694144"/>
                  </a:lnTo>
                  <a:lnTo>
                    <a:pt x="122433" y="2731640"/>
                  </a:lnTo>
                  <a:lnTo>
                    <a:pt x="150520" y="2767011"/>
                  </a:lnTo>
                  <a:lnTo>
                    <a:pt x="181188" y="2800107"/>
                  </a:lnTo>
                  <a:lnTo>
                    <a:pt x="214284" y="2830775"/>
                  </a:lnTo>
                  <a:lnTo>
                    <a:pt x="249656" y="2858862"/>
                  </a:lnTo>
                  <a:lnTo>
                    <a:pt x="287151" y="2884216"/>
                  </a:lnTo>
                  <a:lnTo>
                    <a:pt x="326617" y="2906684"/>
                  </a:lnTo>
                  <a:lnTo>
                    <a:pt x="367901" y="2926114"/>
                  </a:lnTo>
                  <a:lnTo>
                    <a:pt x="410851" y="2942353"/>
                  </a:lnTo>
                  <a:lnTo>
                    <a:pt x="455314" y="2955249"/>
                  </a:lnTo>
                  <a:lnTo>
                    <a:pt x="501138" y="2964649"/>
                  </a:lnTo>
                  <a:lnTo>
                    <a:pt x="548170" y="2970401"/>
                  </a:lnTo>
                  <a:lnTo>
                    <a:pt x="596259" y="2972352"/>
                  </a:lnTo>
                  <a:lnTo>
                    <a:pt x="2487257" y="2972352"/>
                  </a:lnTo>
                  <a:lnTo>
                    <a:pt x="2481712" y="2973487"/>
                  </a:lnTo>
                  <a:lnTo>
                    <a:pt x="2433916" y="2979318"/>
                  </a:lnTo>
                  <a:lnTo>
                    <a:pt x="2385036" y="2981296"/>
                  </a:lnTo>
                  <a:close/>
                </a:path>
                <a:path w="2981325" h="2981325">
                  <a:moveTo>
                    <a:pt x="2487257" y="2972352"/>
                  </a:moveTo>
                  <a:lnTo>
                    <a:pt x="2385036" y="2972352"/>
                  </a:lnTo>
                  <a:lnTo>
                    <a:pt x="2433125" y="2970401"/>
                  </a:lnTo>
                  <a:lnTo>
                    <a:pt x="2480157" y="2964649"/>
                  </a:lnTo>
                  <a:lnTo>
                    <a:pt x="2525981" y="2955249"/>
                  </a:lnTo>
                  <a:lnTo>
                    <a:pt x="2570444" y="2942353"/>
                  </a:lnTo>
                  <a:lnTo>
                    <a:pt x="2613394" y="2926114"/>
                  </a:lnTo>
                  <a:lnTo>
                    <a:pt x="2654679" y="2906684"/>
                  </a:lnTo>
                  <a:lnTo>
                    <a:pt x="2694144" y="2884216"/>
                  </a:lnTo>
                  <a:lnTo>
                    <a:pt x="2731640" y="2858862"/>
                  </a:lnTo>
                  <a:lnTo>
                    <a:pt x="2767011" y="2830775"/>
                  </a:lnTo>
                  <a:lnTo>
                    <a:pt x="2800107" y="2800107"/>
                  </a:lnTo>
                  <a:lnTo>
                    <a:pt x="2830775" y="2767011"/>
                  </a:lnTo>
                  <a:lnTo>
                    <a:pt x="2858862" y="2731640"/>
                  </a:lnTo>
                  <a:lnTo>
                    <a:pt x="2884216" y="2694144"/>
                  </a:lnTo>
                  <a:lnTo>
                    <a:pt x="2906684" y="2654679"/>
                  </a:lnTo>
                  <a:lnTo>
                    <a:pt x="2926114" y="2613394"/>
                  </a:lnTo>
                  <a:lnTo>
                    <a:pt x="2942353" y="2570444"/>
                  </a:lnTo>
                  <a:lnTo>
                    <a:pt x="2955249" y="2525981"/>
                  </a:lnTo>
                  <a:lnTo>
                    <a:pt x="2964649" y="2480157"/>
                  </a:lnTo>
                  <a:lnTo>
                    <a:pt x="2970304" y="2433916"/>
                  </a:lnTo>
                  <a:lnTo>
                    <a:pt x="2970401" y="2433125"/>
                  </a:lnTo>
                  <a:lnTo>
                    <a:pt x="2972352" y="2385036"/>
                  </a:lnTo>
                  <a:lnTo>
                    <a:pt x="2972352" y="596259"/>
                  </a:lnTo>
                  <a:lnTo>
                    <a:pt x="2970401" y="548170"/>
                  </a:lnTo>
                  <a:lnTo>
                    <a:pt x="2964649" y="501138"/>
                  </a:lnTo>
                  <a:lnTo>
                    <a:pt x="2955249" y="455314"/>
                  </a:lnTo>
                  <a:lnTo>
                    <a:pt x="2942353" y="410851"/>
                  </a:lnTo>
                  <a:lnTo>
                    <a:pt x="2926114" y="367901"/>
                  </a:lnTo>
                  <a:lnTo>
                    <a:pt x="2906684" y="326617"/>
                  </a:lnTo>
                  <a:lnTo>
                    <a:pt x="2884216" y="287151"/>
                  </a:lnTo>
                  <a:lnTo>
                    <a:pt x="2858862" y="249656"/>
                  </a:lnTo>
                  <a:lnTo>
                    <a:pt x="2830775" y="214284"/>
                  </a:lnTo>
                  <a:lnTo>
                    <a:pt x="2800107" y="181188"/>
                  </a:lnTo>
                  <a:lnTo>
                    <a:pt x="2767011" y="150520"/>
                  </a:lnTo>
                  <a:lnTo>
                    <a:pt x="2731640" y="122433"/>
                  </a:lnTo>
                  <a:lnTo>
                    <a:pt x="2694144" y="97079"/>
                  </a:lnTo>
                  <a:lnTo>
                    <a:pt x="2654679" y="74611"/>
                  </a:lnTo>
                  <a:lnTo>
                    <a:pt x="2613394" y="55181"/>
                  </a:lnTo>
                  <a:lnTo>
                    <a:pt x="2570444" y="38942"/>
                  </a:lnTo>
                  <a:lnTo>
                    <a:pt x="2525981" y="26047"/>
                  </a:lnTo>
                  <a:lnTo>
                    <a:pt x="2480157" y="16646"/>
                  </a:lnTo>
                  <a:lnTo>
                    <a:pt x="2433125" y="10895"/>
                  </a:lnTo>
                  <a:lnTo>
                    <a:pt x="2385036" y="8943"/>
                  </a:lnTo>
                  <a:lnTo>
                    <a:pt x="2487257" y="8943"/>
                  </a:lnTo>
                  <a:lnTo>
                    <a:pt x="2528269" y="17338"/>
                  </a:lnTo>
                  <a:lnTo>
                    <a:pt x="2573435" y="30414"/>
                  </a:lnTo>
                  <a:lnTo>
                    <a:pt x="2617056" y="46880"/>
                  </a:lnTo>
                  <a:lnTo>
                    <a:pt x="2658977" y="66585"/>
                  </a:lnTo>
                  <a:lnTo>
                    <a:pt x="2699045" y="89373"/>
                  </a:lnTo>
                  <a:lnTo>
                    <a:pt x="2737106" y="115092"/>
                  </a:lnTo>
                  <a:lnTo>
                    <a:pt x="2773006" y="143587"/>
                  </a:lnTo>
                  <a:lnTo>
                    <a:pt x="2806592" y="174704"/>
                  </a:lnTo>
                  <a:lnTo>
                    <a:pt x="2837709" y="208289"/>
                  </a:lnTo>
                  <a:lnTo>
                    <a:pt x="2866203" y="244189"/>
                  </a:lnTo>
                  <a:lnTo>
                    <a:pt x="2891922" y="282250"/>
                  </a:lnTo>
                  <a:lnTo>
                    <a:pt x="2914710" y="322318"/>
                  </a:lnTo>
                  <a:lnTo>
                    <a:pt x="2934415" y="364239"/>
                  </a:lnTo>
                  <a:lnTo>
                    <a:pt x="2950882" y="407860"/>
                  </a:lnTo>
                  <a:lnTo>
                    <a:pt x="2963957" y="453026"/>
                  </a:lnTo>
                  <a:lnTo>
                    <a:pt x="2973487" y="499584"/>
                  </a:lnTo>
                  <a:lnTo>
                    <a:pt x="2979318" y="547379"/>
                  </a:lnTo>
                  <a:lnTo>
                    <a:pt x="2981296" y="596259"/>
                  </a:lnTo>
                  <a:lnTo>
                    <a:pt x="2981296" y="2385036"/>
                  </a:lnTo>
                  <a:lnTo>
                    <a:pt x="2979350" y="2433125"/>
                  </a:lnTo>
                  <a:lnTo>
                    <a:pt x="2973487" y="2481712"/>
                  </a:lnTo>
                  <a:lnTo>
                    <a:pt x="2963957" y="2528269"/>
                  </a:lnTo>
                  <a:lnTo>
                    <a:pt x="2950882" y="2573435"/>
                  </a:lnTo>
                  <a:lnTo>
                    <a:pt x="2934415" y="2617056"/>
                  </a:lnTo>
                  <a:lnTo>
                    <a:pt x="2914710" y="2658977"/>
                  </a:lnTo>
                  <a:lnTo>
                    <a:pt x="2891922" y="2699045"/>
                  </a:lnTo>
                  <a:lnTo>
                    <a:pt x="2866203" y="2737106"/>
                  </a:lnTo>
                  <a:lnTo>
                    <a:pt x="2837709" y="2773006"/>
                  </a:lnTo>
                  <a:lnTo>
                    <a:pt x="2806592" y="2806592"/>
                  </a:lnTo>
                  <a:lnTo>
                    <a:pt x="2773006" y="2837709"/>
                  </a:lnTo>
                  <a:lnTo>
                    <a:pt x="2737106" y="2866203"/>
                  </a:lnTo>
                  <a:lnTo>
                    <a:pt x="2699045" y="2891922"/>
                  </a:lnTo>
                  <a:lnTo>
                    <a:pt x="2658977" y="2914710"/>
                  </a:lnTo>
                  <a:lnTo>
                    <a:pt x="2617056" y="2934415"/>
                  </a:lnTo>
                  <a:lnTo>
                    <a:pt x="2573435" y="2950882"/>
                  </a:lnTo>
                  <a:lnTo>
                    <a:pt x="2528269" y="2963957"/>
                  </a:lnTo>
                  <a:lnTo>
                    <a:pt x="2487257" y="29723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53351" y="4061800"/>
              <a:ext cx="2981295" cy="298129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653351" y="4061801"/>
              <a:ext cx="2981325" cy="2981325"/>
            </a:xfrm>
            <a:custGeom>
              <a:avLst/>
              <a:gdLst/>
              <a:ahLst/>
              <a:cxnLst/>
              <a:rect l="l" t="t" r="r" b="b"/>
              <a:pathLst>
                <a:path w="2981325" h="2981325">
                  <a:moveTo>
                    <a:pt x="2385036" y="2981296"/>
                  </a:moveTo>
                  <a:lnTo>
                    <a:pt x="596259" y="2981296"/>
                  </a:lnTo>
                  <a:lnTo>
                    <a:pt x="547379" y="2979318"/>
                  </a:lnTo>
                  <a:lnTo>
                    <a:pt x="499584" y="2973487"/>
                  </a:lnTo>
                  <a:lnTo>
                    <a:pt x="453026" y="2963957"/>
                  </a:lnTo>
                  <a:lnTo>
                    <a:pt x="407860" y="2950882"/>
                  </a:lnTo>
                  <a:lnTo>
                    <a:pt x="364239" y="2934415"/>
                  </a:lnTo>
                  <a:lnTo>
                    <a:pt x="322318" y="2914710"/>
                  </a:lnTo>
                  <a:lnTo>
                    <a:pt x="282250" y="2891922"/>
                  </a:lnTo>
                  <a:lnTo>
                    <a:pt x="244189" y="2866203"/>
                  </a:lnTo>
                  <a:lnTo>
                    <a:pt x="208289" y="2837709"/>
                  </a:lnTo>
                  <a:lnTo>
                    <a:pt x="174704" y="2806592"/>
                  </a:lnTo>
                  <a:lnTo>
                    <a:pt x="143587" y="2773006"/>
                  </a:lnTo>
                  <a:lnTo>
                    <a:pt x="115092" y="2737106"/>
                  </a:lnTo>
                  <a:lnTo>
                    <a:pt x="89374" y="2699045"/>
                  </a:lnTo>
                  <a:lnTo>
                    <a:pt x="66585" y="2658977"/>
                  </a:lnTo>
                  <a:lnTo>
                    <a:pt x="46881" y="2617056"/>
                  </a:lnTo>
                  <a:lnTo>
                    <a:pt x="30414" y="2573435"/>
                  </a:lnTo>
                  <a:lnTo>
                    <a:pt x="17338" y="2528269"/>
                  </a:lnTo>
                  <a:lnTo>
                    <a:pt x="7808" y="2481712"/>
                  </a:lnTo>
                  <a:lnTo>
                    <a:pt x="1977" y="2433916"/>
                  </a:lnTo>
                  <a:lnTo>
                    <a:pt x="0" y="2385036"/>
                  </a:lnTo>
                  <a:lnTo>
                    <a:pt x="0" y="596259"/>
                  </a:lnTo>
                  <a:lnTo>
                    <a:pt x="1945" y="548170"/>
                  </a:lnTo>
                  <a:lnTo>
                    <a:pt x="7808" y="499584"/>
                  </a:lnTo>
                  <a:lnTo>
                    <a:pt x="17338" y="453026"/>
                  </a:lnTo>
                  <a:lnTo>
                    <a:pt x="30414" y="407860"/>
                  </a:lnTo>
                  <a:lnTo>
                    <a:pt x="46881" y="364239"/>
                  </a:lnTo>
                  <a:lnTo>
                    <a:pt x="66585" y="322318"/>
                  </a:lnTo>
                  <a:lnTo>
                    <a:pt x="89374" y="282250"/>
                  </a:lnTo>
                  <a:lnTo>
                    <a:pt x="115092" y="244189"/>
                  </a:lnTo>
                  <a:lnTo>
                    <a:pt x="143587" y="208289"/>
                  </a:lnTo>
                  <a:lnTo>
                    <a:pt x="174704" y="174704"/>
                  </a:lnTo>
                  <a:lnTo>
                    <a:pt x="208289" y="143587"/>
                  </a:lnTo>
                  <a:lnTo>
                    <a:pt x="244189" y="115092"/>
                  </a:lnTo>
                  <a:lnTo>
                    <a:pt x="282250" y="89373"/>
                  </a:lnTo>
                  <a:lnTo>
                    <a:pt x="322318" y="66585"/>
                  </a:lnTo>
                  <a:lnTo>
                    <a:pt x="364239" y="46880"/>
                  </a:lnTo>
                  <a:lnTo>
                    <a:pt x="407860" y="30414"/>
                  </a:lnTo>
                  <a:lnTo>
                    <a:pt x="453026" y="17338"/>
                  </a:lnTo>
                  <a:lnTo>
                    <a:pt x="499584" y="7808"/>
                  </a:lnTo>
                  <a:lnTo>
                    <a:pt x="547379" y="1977"/>
                  </a:lnTo>
                  <a:lnTo>
                    <a:pt x="596259" y="0"/>
                  </a:lnTo>
                  <a:lnTo>
                    <a:pt x="2385036" y="0"/>
                  </a:lnTo>
                  <a:lnTo>
                    <a:pt x="2433916" y="1977"/>
                  </a:lnTo>
                  <a:lnTo>
                    <a:pt x="2481712" y="7808"/>
                  </a:lnTo>
                  <a:lnTo>
                    <a:pt x="2487258" y="8943"/>
                  </a:lnTo>
                  <a:lnTo>
                    <a:pt x="596259" y="8943"/>
                  </a:lnTo>
                  <a:lnTo>
                    <a:pt x="548170" y="10895"/>
                  </a:lnTo>
                  <a:lnTo>
                    <a:pt x="501138" y="16646"/>
                  </a:lnTo>
                  <a:lnTo>
                    <a:pt x="455314" y="26047"/>
                  </a:lnTo>
                  <a:lnTo>
                    <a:pt x="410851" y="38942"/>
                  </a:lnTo>
                  <a:lnTo>
                    <a:pt x="367901" y="55181"/>
                  </a:lnTo>
                  <a:lnTo>
                    <a:pt x="326616" y="74611"/>
                  </a:lnTo>
                  <a:lnTo>
                    <a:pt x="287151" y="97079"/>
                  </a:lnTo>
                  <a:lnTo>
                    <a:pt x="249655" y="122433"/>
                  </a:lnTo>
                  <a:lnTo>
                    <a:pt x="214284" y="150520"/>
                  </a:lnTo>
                  <a:lnTo>
                    <a:pt x="181188" y="181188"/>
                  </a:lnTo>
                  <a:lnTo>
                    <a:pt x="150520" y="214284"/>
                  </a:lnTo>
                  <a:lnTo>
                    <a:pt x="122433" y="249656"/>
                  </a:lnTo>
                  <a:lnTo>
                    <a:pt x="97079" y="287151"/>
                  </a:lnTo>
                  <a:lnTo>
                    <a:pt x="74611" y="326617"/>
                  </a:lnTo>
                  <a:lnTo>
                    <a:pt x="55181" y="367901"/>
                  </a:lnTo>
                  <a:lnTo>
                    <a:pt x="38942" y="410851"/>
                  </a:lnTo>
                  <a:lnTo>
                    <a:pt x="26047" y="455314"/>
                  </a:lnTo>
                  <a:lnTo>
                    <a:pt x="16647" y="501138"/>
                  </a:lnTo>
                  <a:lnTo>
                    <a:pt x="10991" y="547379"/>
                  </a:lnTo>
                  <a:lnTo>
                    <a:pt x="10895" y="548170"/>
                  </a:lnTo>
                  <a:lnTo>
                    <a:pt x="8943" y="596259"/>
                  </a:lnTo>
                  <a:lnTo>
                    <a:pt x="8943" y="2385036"/>
                  </a:lnTo>
                  <a:lnTo>
                    <a:pt x="10895" y="2433125"/>
                  </a:lnTo>
                  <a:lnTo>
                    <a:pt x="16647" y="2480157"/>
                  </a:lnTo>
                  <a:lnTo>
                    <a:pt x="26047" y="2525981"/>
                  </a:lnTo>
                  <a:lnTo>
                    <a:pt x="38942" y="2570444"/>
                  </a:lnTo>
                  <a:lnTo>
                    <a:pt x="55181" y="2613394"/>
                  </a:lnTo>
                  <a:lnTo>
                    <a:pt x="74611" y="2654679"/>
                  </a:lnTo>
                  <a:lnTo>
                    <a:pt x="97079" y="2694144"/>
                  </a:lnTo>
                  <a:lnTo>
                    <a:pt x="122433" y="2731640"/>
                  </a:lnTo>
                  <a:lnTo>
                    <a:pt x="150520" y="2767011"/>
                  </a:lnTo>
                  <a:lnTo>
                    <a:pt x="181188" y="2800107"/>
                  </a:lnTo>
                  <a:lnTo>
                    <a:pt x="214284" y="2830775"/>
                  </a:lnTo>
                  <a:lnTo>
                    <a:pt x="249655" y="2858862"/>
                  </a:lnTo>
                  <a:lnTo>
                    <a:pt x="287151" y="2884216"/>
                  </a:lnTo>
                  <a:lnTo>
                    <a:pt x="326616" y="2906684"/>
                  </a:lnTo>
                  <a:lnTo>
                    <a:pt x="367901" y="2926114"/>
                  </a:lnTo>
                  <a:lnTo>
                    <a:pt x="410851" y="2942353"/>
                  </a:lnTo>
                  <a:lnTo>
                    <a:pt x="455314" y="2955249"/>
                  </a:lnTo>
                  <a:lnTo>
                    <a:pt x="501138" y="2964649"/>
                  </a:lnTo>
                  <a:lnTo>
                    <a:pt x="548170" y="2970401"/>
                  </a:lnTo>
                  <a:lnTo>
                    <a:pt x="596259" y="2972352"/>
                  </a:lnTo>
                  <a:lnTo>
                    <a:pt x="2487257" y="2972352"/>
                  </a:lnTo>
                  <a:lnTo>
                    <a:pt x="2481712" y="2973487"/>
                  </a:lnTo>
                  <a:lnTo>
                    <a:pt x="2433916" y="2979318"/>
                  </a:lnTo>
                  <a:lnTo>
                    <a:pt x="2385036" y="2981296"/>
                  </a:lnTo>
                  <a:close/>
                </a:path>
                <a:path w="2981325" h="2981325">
                  <a:moveTo>
                    <a:pt x="2487257" y="2972352"/>
                  </a:moveTo>
                  <a:lnTo>
                    <a:pt x="2385036" y="2972352"/>
                  </a:lnTo>
                  <a:lnTo>
                    <a:pt x="2433125" y="2970401"/>
                  </a:lnTo>
                  <a:lnTo>
                    <a:pt x="2480157" y="2964649"/>
                  </a:lnTo>
                  <a:lnTo>
                    <a:pt x="2525981" y="2955249"/>
                  </a:lnTo>
                  <a:lnTo>
                    <a:pt x="2570445" y="2942353"/>
                  </a:lnTo>
                  <a:lnTo>
                    <a:pt x="2613394" y="2926114"/>
                  </a:lnTo>
                  <a:lnTo>
                    <a:pt x="2654679" y="2906684"/>
                  </a:lnTo>
                  <a:lnTo>
                    <a:pt x="2694145" y="2884216"/>
                  </a:lnTo>
                  <a:lnTo>
                    <a:pt x="2731640" y="2858862"/>
                  </a:lnTo>
                  <a:lnTo>
                    <a:pt x="2767011" y="2830775"/>
                  </a:lnTo>
                  <a:lnTo>
                    <a:pt x="2800107" y="2800107"/>
                  </a:lnTo>
                  <a:lnTo>
                    <a:pt x="2830775" y="2767011"/>
                  </a:lnTo>
                  <a:lnTo>
                    <a:pt x="2858862" y="2731640"/>
                  </a:lnTo>
                  <a:lnTo>
                    <a:pt x="2884216" y="2694144"/>
                  </a:lnTo>
                  <a:lnTo>
                    <a:pt x="2906684" y="2654679"/>
                  </a:lnTo>
                  <a:lnTo>
                    <a:pt x="2926114" y="2613394"/>
                  </a:lnTo>
                  <a:lnTo>
                    <a:pt x="2942353" y="2570444"/>
                  </a:lnTo>
                  <a:lnTo>
                    <a:pt x="2955248" y="2525981"/>
                  </a:lnTo>
                  <a:lnTo>
                    <a:pt x="2964649" y="2480157"/>
                  </a:lnTo>
                  <a:lnTo>
                    <a:pt x="2970304" y="2433916"/>
                  </a:lnTo>
                  <a:lnTo>
                    <a:pt x="2972352" y="2385036"/>
                  </a:lnTo>
                  <a:lnTo>
                    <a:pt x="2972352" y="596259"/>
                  </a:lnTo>
                  <a:lnTo>
                    <a:pt x="2970400" y="548170"/>
                  </a:lnTo>
                  <a:lnTo>
                    <a:pt x="2964649" y="501138"/>
                  </a:lnTo>
                  <a:lnTo>
                    <a:pt x="2955248" y="455314"/>
                  </a:lnTo>
                  <a:lnTo>
                    <a:pt x="2942353" y="410851"/>
                  </a:lnTo>
                  <a:lnTo>
                    <a:pt x="2926114" y="367901"/>
                  </a:lnTo>
                  <a:lnTo>
                    <a:pt x="2906684" y="326617"/>
                  </a:lnTo>
                  <a:lnTo>
                    <a:pt x="2884216" y="287151"/>
                  </a:lnTo>
                  <a:lnTo>
                    <a:pt x="2858862" y="249656"/>
                  </a:lnTo>
                  <a:lnTo>
                    <a:pt x="2830775" y="214284"/>
                  </a:lnTo>
                  <a:lnTo>
                    <a:pt x="2800107" y="181188"/>
                  </a:lnTo>
                  <a:lnTo>
                    <a:pt x="2767011" y="150520"/>
                  </a:lnTo>
                  <a:lnTo>
                    <a:pt x="2731640" y="122433"/>
                  </a:lnTo>
                  <a:lnTo>
                    <a:pt x="2694145" y="97079"/>
                  </a:lnTo>
                  <a:lnTo>
                    <a:pt x="2654679" y="74611"/>
                  </a:lnTo>
                  <a:lnTo>
                    <a:pt x="2613394" y="55181"/>
                  </a:lnTo>
                  <a:lnTo>
                    <a:pt x="2570445" y="38942"/>
                  </a:lnTo>
                  <a:lnTo>
                    <a:pt x="2525981" y="26047"/>
                  </a:lnTo>
                  <a:lnTo>
                    <a:pt x="2480157" y="16646"/>
                  </a:lnTo>
                  <a:lnTo>
                    <a:pt x="2433125" y="10895"/>
                  </a:lnTo>
                  <a:lnTo>
                    <a:pt x="2385036" y="8943"/>
                  </a:lnTo>
                  <a:lnTo>
                    <a:pt x="2487258" y="8943"/>
                  </a:lnTo>
                  <a:lnTo>
                    <a:pt x="2528269" y="17338"/>
                  </a:lnTo>
                  <a:lnTo>
                    <a:pt x="2573435" y="30414"/>
                  </a:lnTo>
                  <a:lnTo>
                    <a:pt x="2617056" y="46880"/>
                  </a:lnTo>
                  <a:lnTo>
                    <a:pt x="2658977" y="66585"/>
                  </a:lnTo>
                  <a:lnTo>
                    <a:pt x="2699045" y="89373"/>
                  </a:lnTo>
                  <a:lnTo>
                    <a:pt x="2737106" y="115092"/>
                  </a:lnTo>
                  <a:lnTo>
                    <a:pt x="2773006" y="143587"/>
                  </a:lnTo>
                  <a:lnTo>
                    <a:pt x="2806592" y="174704"/>
                  </a:lnTo>
                  <a:lnTo>
                    <a:pt x="2837709" y="208289"/>
                  </a:lnTo>
                  <a:lnTo>
                    <a:pt x="2866203" y="244189"/>
                  </a:lnTo>
                  <a:lnTo>
                    <a:pt x="2891922" y="282250"/>
                  </a:lnTo>
                  <a:lnTo>
                    <a:pt x="2914710" y="322318"/>
                  </a:lnTo>
                  <a:lnTo>
                    <a:pt x="2934415" y="364239"/>
                  </a:lnTo>
                  <a:lnTo>
                    <a:pt x="2950882" y="407860"/>
                  </a:lnTo>
                  <a:lnTo>
                    <a:pt x="2963957" y="453026"/>
                  </a:lnTo>
                  <a:lnTo>
                    <a:pt x="2973487" y="499584"/>
                  </a:lnTo>
                  <a:lnTo>
                    <a:pt x="2979318" y="547379"/>
                  </a:lnTo>
                  <a:lnTo>
                    <a:pt x="2981296" y="596259"/>
                  </a:lnTo>
                  <a:lnTo>
                    <a:pt x="2981296" y="2385036"/>
                  </a:lnTo>
                  <a:lnTo>
                    <a:pt x="2979350" y="2433125"/>
                  </a:lnTo>
                  <a:lnTo>
                    <a:pt x="2973487" y="2481712"/>
                  </a:lnTo>
                  <a:lnTo>
                    <a:pt x="2963957" y="2528269"/>
                  </a:lnTo>
                  <a:lnTo>
                    <a:pt x="2950882" y="2573435"/>
                  </a:lnTo>
                  <a:lnTo>
                    <a:pt x="2934415" y="2617056"/>
                  </a:lnTo>
                  <a:lnTo>
                    <a:pt x="2914710" y="2658977"/>
                  </a:lnTo>
                  <a:lnTo>
                    <a:pt x="2891922" y="2699045"/>
                  </a:lnTo>
                  <a:lnTo>
                    <a:pt x="2866203" y="2737106"/>
                  </a:lnTo>
                  <a:lnTo>
                    <a:pt x="2837709" y="2773006"/>
                  </a:lnTo>
                  <a:lnTo>
                    <a:pt x="2806592" y="2806592"/>
                  </a:lnTo>
                  <a:lnTo>
                    <a:pt x="2773006" y="2837709"/>
                  </a:lnTo>
                  <a:lnTo>
                    <a:pt x="2737106" y="2866203"/>
                  </a:lnTo>
                  <a:lnTo>
                    <a:pt x="2699045" y="2891922"/>
                  </a:lnTo>
                  <a:lnTo>
                    <a:pt x="2658977" y="2914710"/>
                  </a:lnTo>
                  <a:lnTo>
                    <a:pt x="2617056" y="2934415"/>
                  </a:lnTo>
                  <a:lnTo>
                    <a:pt x="2573435" y="2950882"/>
                  </a:lnTo>
                  <a:lnTo>
                    <a:pt x="2528269" y="2963957"/>
                  </a:lnTo>
                  <a:lnTo>
                    <a:pt x="2487257" y="29723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12696722" y="2089340"/>
            <a:ext cx="4777105" cy="4954270"/>
            <a:chOff x="12696722" y="2089340"/>
            <a:chExt cx="4777105" cy="4954270"/>
          </a:xfrm>
        </p:grpSpPr>
        <p:sp>
          <p:nvSpPr>
            <p:cNvPr id="9" name="object 9" descr=""/>
            <p:cNvSpPr/>
            <p:nvPr/>
          </p:nvSpPr>
          <p:spPr>
            <a:xfrm>
              <a:off x="14522724" y="2089340"/>
              <a:ext cx="2950845" cy="2962910"/>
            </a:xfrm>
            <a:custGeom>
              <a:avLst/>
              <a:gdLst/>
              <a:ahLst/>
              <a:cxnLst/>
              <a:rect l="l" t="t" r="r" b="b"/>
              <a:pathLst>
                <a:path w="2950844" h="2962910">
                  <a:moveTo>
                    <a:pt x="1276153" y="71790"/>
                  </a:moveTo>
                  <a:lnTo>
                    <a:pt x="1219561" y="71790"/>
                  </a:lnTo>
                  <a:lnTo>
                    <a:pt x="1472316" y="0"/>
                  </a:lnTo>
                  <a:lnTo>
                    <a:pt x="1474110" y="0"/>
                  </a:lnTo>
                  <a:lnTo>
                    <a:pt x="1588793" y="15592"/>
                  </a:lnTo>
                  <a:lnTo>
                    <a:pt x="1473971" y="15592"/>
                  </a:lnTo>
                  <a:lnTo>
                    <a:pt x="1276153" y="71790"/>
                  </a:lnTo>
                  <a:close/>
                </a:path>
                <a:path w="2950844" h="2962910">
                  <a:moveTo>
                    <a:pt x="2002129" y="71790"/>
                  </a:moveTo>
                  <a:lnTo>
                    <a:pt x="1887342" y="71790"/>
                  </a:lnTo>
                  <a:lnTo>
                    <a:pt x="1473971" y="15592"/>
                  </a:lnTo>
                  <a:lnTo>
                    <a:pt x="1588793" y="15592"/>
                  </a:lnTo>
                  <a:lnTo>
                    <a:pt x="2002129" y="71790"/>
                  </a:lnTo>
                  <a:close/>
                </a:path>
                <a:path w="2950844" h="2962910">
                  <a:moveTo>
                    <a:pt x="1489679" y="2962598"/>
                  </a:moveTo>
                  <a:lnTo>
                    <a:pt x="1485600" y="2962598"/>
                  </a:lnTo>
                  <a:lnTo>
                    <a:pt x="947741" y="2878974"/>
                  </a:lnTo>
                  <a:lnTo>
                    <a:pt x="946673" y="2878572"/>
                  </a:lnTo>
                  <a:lnTo>
                    <a:pt x="602522" y="2646695"/>
                  </a:lnTo>
                  <a:lnTo>
                    <a:pt x="601996" y="2646231"/>
                  </a:lnTo>
                  <a:lnTo>
                    <a:pt x="601516" y="2645690"/>
                  </a:lnTo>
                  <a:lnTo>
                    <a:pt x="304518" y="2383184"/>
                  </a:lnTo>
                  <a:lnTo>
                    <a:pt x="303930" y="2382441"/>
                  </a:lnTo>
                  <a:lnTo>
                    <a:pt x="50835" y="1900496"/>
                  </a:lnTo>
                  <a:lnTo>
                    <a:pt x="50804" y="1900326"/>
                  </a:lnTo>
                  <a:lnTo>
                    <a:pt x="50680" y="1900140"/>
                  </a:lnTo>
                  <a:lnTo>
                    <a:pt x="50572" y="1899892"/>
                  </a:lnTo>
                  <a:lnTo>
                    <a:pt x="50510" y="1899351"/>
                  </a:lnTo>
                  <a:lnTo>
                    <a:pt x="50386" y="1898949"/>
                  </a:lnTo>
                  <a:lnTo>
                    <a:pt x="50170" y="1898609"/>
                  </a:lnTo>
                  <a:lnTo>
                    <a:pt x="181" y="1585628"/>
                  </a:lnTo>
                  <a:lnTo>
                    <a:pt x="77" y="1584979"/>
                  </a:lnTo>
                  <a:lnTo>
                    <a:pt x="0" y="1583339"/>
                  </a:lnTo>
                  <a:lnTo>
                    <a:pt x="34157" y="964262"/>
                  </a:lnTo>
                  <a:lnTo>
                    <a:pt x="34184" y="963767"/>
                  </a:lnTo>
                  <a:lnTo>
                    <a:pt x="34308" y="963551"/>
                  </a:lnTo>
                  <a:lnTo>
                    <a:pt x="34416" y="962855"/>
                  </a:lnTo>
                  <a:lnTo>
                    <a:pt x="34493" y="962437"/>
                  </a:lnTo>
                  <a:lnTo>
                    <a:pt x="34710" y="961803"/>
                  </a:lnTo>
                  <a:lnTo>
                    <a:pt x="34834" y="961354"/>
                  </a:lnTo>
                  <a:lnTo>
                    <a:pt x="34973" y="961014"/>
                  </a:lnTo>
                  <a:lnTo>
                    <a:pt x="35205" y="960735"/>
                  </a:lnTo>
                  <a:lnTo>
                    <a:pt x="35546" y="960194"/>
                  </a:lnTo>
                  <a:lnTo>
                    <a:pt x="569880" y="266527"/>
                  </a:lnTo>
                  <a:lnTo>
                    <a:pt x="579310" y="254693"/>
                  </a:lnTo>
                  <a:lnTo>
                    <a:pt x="580285" y="253873"/>
                  </a:lnTo>
                  <a:lnTo>
                    <a:pt x="581027" y="253440"/>
                  </a:lnTo>
                  <a:lnTo>
                    <a:pt x="582049" y="253069"/>
                  </a:lnTo>
                  <a:lnTo>
                    <a:pt x="582218" y="252837"/>
                  </a:lnTo>
                  <a:lnTo>
                    <a:pt x="582374" y="252837"/>
                  </a:lnTo>
                  <a:lnTo>
                    <a:pt x="1201981" y="76771"/>
                  </a:lnTo>
                  <a:lnTo>
                    <a:pt x="1208720" y="72718"/>
                  </a:lnTo>
                  <a:lnTo>
                    <a:pt x="1209804" y="72130"/>
                  </a:lnTo>
                  <a:lnTo>
                    <a:pt x="1210957" y="71790"/>
                  </a:lnTo>
                  <a:lnTo>
                    <a:pt x="2002298" y="71790"/>
                  </a:lnTo>
                  <a:lnTo>
                    <a:pt x="2004272" y="72130"/>
                  </a:lnTo>
                  <a:lnTo>
                    <a:pt x="2005510" y="72718"/>
                  </a:lnTo>
                  <a:lnTo>
                    <a:pt x="2006516" y="73538"/>
                  </a:lnTo>
                  <a:lnTo>
                    <a:pt x="2023769" y="87259"/>
                  </a:lnTo>
                  <a:lnTo>
                    <a:pt x="1245605" y="87259"/>
                  </a:lnTo>
                  <a:lnTo>
                    <a:pt x="1252987" y="90894"/>
                  </a:lnTo>
                  <a:lnTo>
                    <a:pt x="1217967" y="90894"/>
                  </a:lnTo>
                  <a:lnTo>
                    <a:pt x="1217062" y="95303"/>
                  </a:lnTo>
                  <a:lnTo>
                    <a:pt x="1201254" y="95303"/>
                  </a:lnTo>
                  <a:lnTo>
                    <a:pt x="1181674" y="107136"/>
                  </a:lnTo>
                  <a:lnTo>
                    <a:pt x="1151764" y="107136"/>
                  </a:lnTo>
                  <a:lnTo>
                    <a:pt x="590792" y="266527"/>
                  </a:lnTo>
                  <a:lnTo>
                    <a:pt x="582496" y="296397"/>
                  </a:lnTo>
                  <a:lnTo>
                    <a:pt x="566419" y="296397"/>
                  </a:lnTo>
                  <a:lnTo>
                    <a:pt x="115103" y="882092"/>
                  </a:lnTo>
                  <a:lnTo>
                    <a:pt x="137247" y="882092"/>
                  </a:lnTo>
                  <a:lnTo>
                    <a:pt x="53141" y="964262"/>
                  </a:lnTo>
                  <a:lnTo>
                    <a:pt x="72877" y="982222"/>
                  </a:lnTo>
                  <a:lnTo>
                    <a:pt x="49922" y="982222"/>
                  </a:lnTo>
                  <a:lnTo>
                    <a:pt x="53263" y="1178784"/>
                  </a:lnTo>
                  <a:lnTo>
                    <a:pt x="53267" y="1179000"/>
                  </a:lnTo>
                  <a:lnTo>
                    <a:pt x="37774" y="1179000"/>
                  </a:lnTo>
                  <a:lnTo>
                    <a:pt x="15460" y="1583339"/>
                  </a:lnTo>
                  <a:lnTo>
                    <a:pt x="48112" y="1787852"/>
                  </a:lnTo>
                  <a:lnTo>
                    <a:pt x="63615" y="1787852"/>
                  </a:lnTo>
                  <a:lnTo>
                    <a:pt x="64840" y="1859921"/>
                  </a:lnTo>
                  <a:lnTo>
                    <a:pt x="81612" y="1859921"/>
                  </a:lnTo>
                  <a:lnTo>
                    <a:pt x="68059" y="1892313"/>
                  </a:lnTo>
                  <a:lnTo>
                    <a:pt x="126635" y="1912268"/>
                  </a:lnTo>
                  <a:lnTo>
                    <a:pt x="78659" y="1912268"/>
                  </a:lnTo>
                  <a:lnTo>
                    <a:pt x="130783" y="1982790"/>
                  </a:lnTo>
                  <a:lnTo>
                    <a:pt x="111529" y="1982790"/>
                  </a:lnTo>
                  <a:lnTo>
                    <a:pt x="316527" y="2373145"/>
                  </a:lnTo>
                  <a:lnTo>
                    <a:pt x="557552" y="2586243"/>
                  </a:lnTo>
                  <a:lnTo>
                    <a:pt x="576802" y="2586243"/>
                  </a:lnTo>
                  <a:lnTo>
                    <a:pt x="595667" y="2611767"/>
                  </a:lnTo>
                  <a:lnTo>
                    <a:pt x="611273" y="2611767"/>
                  </a:lnTo>
                  <a:lnTo>
                    <a:pt x="613819" y="2630731"/>
                  </a:lnTo>
                  <a:lnTo>
                    <a:pt x="670885" y="2630731"/>
                  </a:lnTo>
                  <a:lnTo>
                    <a:pt x="632761" y="2641467"/>
                  </a:lnTo>
                  <a:lnTo>
                    <a:pt x="708454" y="2668506"/>
                  </a:lnTo>
                  <a:lnTo>
                    <a:pt x="662519" y="2668506"/>
                  </a:lnTo>
                  <a:lnTo>
                    <a:pt x="952925" y="2864109"/>
                  </a:lnTo>
                  <a:lnTo>
                    <a:pt x="1408249" y="2934894"/>
                  </a:lnTo>
                  <a:lnTo>
                    <a:pt x="1454171" y="2934894"/>
                  </a:lnTo>
                  <a:lnTo>
                    <a:pt x="1472532" y="2941453"/>
                  </a:lnTo>
                  <a:lnTo>
                    <a:pt x="1489739" y="2941453"/>
                  </a:lnTo>
                  <a:lnTo>
                    <a:pt x="1490669" y="2943371"/>
                  </a:lnTo>
                  <a:lnTo>
                    <a:pt x="1555484" y="2943371"/>
                  </a:lnTo>
                  <a:lnTo>
                    <a:pt x="1489679" y="2962598"/>
                  </a:lnTo>
                  <a:close/>
                </a:path>
                <a:path w="2950844" h="2962910">
                  <a:moveTo>
                    <a:pt x="1959160" y="430991"/>
                  </a:moveTo>
                  <a:lnTo>
                    <a:pt x="1943532" y="430991"/>
                  </a:lnTo>
                  <a:lnTo>
                    <a:pt x="1992697" y="87259"/>
                  </a:lnTo>
                  <a:lnTo>
                    <a:pt x="2023769" y="87259"/>
                  </a:lnTo>
                  <a:lnTo>
                    <a:pt x="2032231" y="93988"/>
                  </a:lnTo>
                  <a:lnTo>
                    <a:pt x="2007352" y="93988"/>
                  </a:lnTo>
                  <a:lnTo>
                    <a:pt x="1959160" y="430991"/>
                  </a:lnTo>
                  <a:close/>
                </a:path>
                <a:path w="2950844" h="2962910">
                  <a:moveTo>
                    <a:pt x="1153544" y="678399"/>
                  </a:moveTo>
                  <a:lnTo>
                    <a:pt x="1097339" y="678399"/>
                  </a:lnTo>
                  <a:lnTo>
                    <a:pt x="1928305" y="440721"/>
                  </a:lnTo>
                  <a:lnTo>
                    <a:pt x="1217967" y="90894"/>
                  </a:lnTo>
                  <a:lnTo>
                    <a:pt x="1252987" y="90894"/>
                  </a:lnTo>
                  <a:lnTo>
                    <a:pt x="1943532" y="430991"/>
                  </a:lnTo>
                  <a:lnTo>
                    <a:pt x="1959160" y="430991"/>
                  </a:lnTo>
                  <a:lnTo>
                    <a:pt x="1958357" y="436606"/>
                  </a:lnTo>
                  <a:lnTo>
                    <a:pt x="2038344" y="453947"/>
                  </a:lnTo>
                  <a:lnTo>
                    <a:pt x="1938317" y="453947"/>
                  </a:lnTo>
                  <a:lnTo>
                    <a:pt x="1153544" y="678399"/>
                  </a:lnTo>
                  <a:close/>
                </a:path>
                <a:path w="2950844" h="2962910">
                  <a:moveTo>
                    <a:pt x="2642889" y="579615"/>
                  </a:moveTo>
                  <a:lnTo>
                    <a:pt x="2618014" y="579615"/>
                  </a:lnTo>
                  <a:lnTo>
                    <a:pt x="2007352" y="93988"/>
                  </a:lnTo>
                  <a:lnTo>
                    <a:pt x="2032231" y="93988"/>
                  </a:lnTo>
                  <a:lnTo>
                    <a:pt x="2642889" y="579615"/>
                  </a:lnTo>
                  <a:close/>
                </a:path>
                <a:path w="2950844" h="2962910">
                  <a:moveTo>
                    <a:pt x="1150624" y="679234"/>
                  </a:moveTo>
                  <a:lnTo>
                    <a:pt x="1081368" y="679234"/>
                  </a:lnTo>
                  <a:lnTo>
                    <a:pt x="1201254" y="95303"/>
                  </a:lnTo>
                  <a:lnTo>
                    <a:pt x="1217062" y="95303"/>
                  </a:lnTo>
                  <a:lnTo>
                    <a:pt x="1097339" y="678399"/>
                  </a:lnTo>
                  <a:lnTo>
                    <a:pt x="1153544" y="678399"/>
                  </a:lnTo>
                  <a:lnTo>
                    <a:pt x="1150624" y="679234"/>
                  </a:lnTo>
                  <a:close/>
                </a:path>
                <a:path w="2950844" h="2962910">
                  <a:moveTo>
                    <a:pt x="560738" y="482425"/>
                  </a:moveTo>
                  <a:lnTo>
                    <a:pt x="530826" y="482425"/>
                  </a:lnTo>
                  <a:lnTo>
                    <a:pt x="1151764" y="107136"/>
                  </a:lnTo>
                  <a:lnTo>
                    <a:pt x="1181674" y="107136"/>
                  </a:lnTo>
                  <a:lnTo>
                    <a:pt x="560738" y="482425"/>
                  </a:lnTo>
                  <a:close/>
                </a:path>
                <a:path w="2950844" h="2962910">
                  <a:moveTo>
                    <a:pt x="137247" y="882092"/>
                  </a:moveTo>
                  <a:lnTo>
                    <a:pt x="115103" y="882092"/>
                  </a:lnTo>
                  <a:lnTo>
                    <a:pt x="511250" y="495063"/>
                  </a:lnTo>
                  <a:lnTo>
                    <a:pt x="566419" y="296397"/>
                  </a:lnTo>
                  <a:lnTo>
                    <a:pt x="582496" y="296397"/>
                  </a:lnTo>
                  <a:lnTo>
                    <a:pt x="530826" y="482425"/>
                  </a:lnTo>
                  <a:lnTo>
                    <a:pt x="560738" y="482425"/>
                  </a:lnTo>
                  <a:lnTo>
                    <a:pt x="536475" y="497089"/>
                  </a:lnTo>
                  <a:lnTo>
                    <a:pt x="572431" y="509109"/>
                  </a:lnTo>
                  <a:lnTo>
                    <a:pt x="523646" y="509109"/>
                  </a:lnTo>
                  <a:lnTo>
                    <a:pt x="520015" y="523711"/>
                  </a:lnTo>
                  <a:lnTo>
                    <a:pt x="504070" y="523711"/>
                  </a:lnTo>
                  <a:lnTo>
                    <a:pt x="137247" y="882092"/>
                  </a:lnTo>
                  <a:close/>
                </a:path>
                <a:path w="2950844" h="2962910">
                  <a:moveTo>
                    <a:pt x="1762186" y="1110968"/>
                  </a:moveTo>
                  <a:lnTo>
                    <a:pt x="1746055" y="1110968"/>
                  </a:lnTo>
                  <a:lnTo>
                    <a:pt x="1938317" y="453947"/>
                  </a:lnTo>
                  <a:lnTo>
                    <a:pt x="2038344" y="453947"/>
                  </a:lnTo>
                  <a:lnTo>
                    <a:pt x="2040627" y="454442"/>
                  </a:lnTo>
                  <a:lnTo>
                    <a:pt x="1967565" y="454442"/>
                  </a:lnTo>
                  <a:lnTo>
                    <a:pt x="1971601" y="460119"/>
                  </a:lnTo>
                  <a:lnTo>
                    <a:pt x="1952647" y="460119"/>
                  </a:lnTo>
                  <a:lnTo>
                    <a:pt x="1762186" y="1110968"/>
                  </a:lnTo>
                  <a:close/>
                </a:path>
                <a:path w="2950844" h="2962910">
                  <a:moveTo>
                    <a:pt x="2498544" y="1178784"/>
                  </a:moveTo>
                  <a:lnTo>
                    <a:pt x="2482530" y="1178784"/>
                  </a:lnTo>
                  <a:lnTo>
                    <a:pt x="2639200" y="600050"/>
                  </a:lnTo>
                  <a:lnTo>
                    <a:pt x="1967565" y="454442"/>
                  </a:lnTo>
                  <a:lnTo>
                    <a:pt x="2040627" y="454442"/>
                  </a:lnTo>
                  <a:lnTo>
                    <a:pt x="2618014" y="579615"/>
                  </a:lnTo>
                  <a:lnTo>
                    <a:pt x="2642889" y="579615"/>
                  </a:lnTo>
                  <a:lnTo>
                    <a:pt x="2653607" y="588139"/>
                  </a:lnTo>
                  <a:lnTo>
                    <a:pt x="2654643" y="588943"/>
                  </a:lnTo>
                  <a:lnTo>
                    <a:pt x="2655309" y="590026"/>
                  </a:lnTo>
                  <a:lnTo>
                    <a:pt x="2655851" y="591279"/>
                  </a:lnTo>
                  <a:lnTo>
                    <a:pt x="2656005" y="591434"/>
                  </a:lnTo>
                  <a:lnTo>
                    <a:pt x="2666581" y="619200"/>
                  </a:lnTo>
                  <a:lnTo>
                    <a:pt x="2650032" y="619200"/>
                  </a:lnTo>
                  <a:lnTo>
                    <a:pt x="2498544" y="1178784"/>
                  </a:lnTo>
                  <a:close/>
                </a:path>
                <a:path w="2950844" h="2962910">
                  <a:moveTo>
                    <a:pt x="2496262" y="1187214"/>
                  </a:moveTo>
                  <a:lnTo>
                    <a:pt x="2469546" y="1187214"/>
                  </a:lnTo>
                  <a:lnTo>
                    <a:pt x="1952647" y="460119"/>
                  </a:lnTo>
                  <a:lnTo>
                    <a:pt x="1971601" y="460119"/>
                  </a:lnTo>
                  <a:lnTo>
                    <a:pt x="2482530" y="1178784"/>
                  </a:lnTo>
                  <a:lnTo>
                    <a:pt x="2498544" y="1178784"/>
                  </a:lnTo>
                  <a:lnTo>
                    <a:pt x="2496262" y="1187214"/>
                  </a:lnTo>
                  <a:close/>
                </a:path>
                <a:path w="2950844" h="2962910">
                  <a:moveTo>
                    <a:pt x="374986" y="1213403"/>
                  </a:moveTo>
                  <a:lnTo>
                    <a:pt x="348545" y="1213403"/>
                  </a:lnTo>
                  <a:lnTo>
                    <a:pt x="1070443" y="691888"/>
                  </a:lnTo>
                  <a:lnTo>
                    <a:pt x="523646" y="509109"/>
                  </a:lnTo>
                  <a:lnTo>
                    <a:pt x="572431" y="509109"/>
                  </a:lnTo>
                  <a:lnTo>
                    <a:pt x="1081368" y="679234"/>
                  </a:lnTo>
                  <a:lnTo>
                    <a:pt x="1150624" y="679234"/>
                  </a:lnTo>
                  <a:lnTo>
                    <a:pt x="1105571" y="692120"/>
                  </a:lnTo>
                  <a:lnTo>
                    <a:pt x="1123194" y="703644"/>
                  </a:lnTo>
                  <a:lnTo>
                    <a:pt x="1094924" y="703644"/>
                  </a:lnTo>
                  <a:lnTo>
                    <a:pt x="1094924" y="704479"/>
                  </a:lnTo>
                  <a:lnTo>
                    <a:pt x="1079449" y="704479"/>
                  </a:lnTo>
                  <a:lnTo>
                    <a:pt x="374986" y="1213403"/>
                  </a:lnTo>
                  <a:close/>
                </a:path>
                <a:path w="2950844" h="2962910">
                  <a:moveTo>
                    <a:pt x="369162" y="1217610"/>
                  </a:moveTo>
                  <a:lnTo>
                    <a:pt x="331553" y="1217610"/>
                  </a:lnTo>
                  <a:lnTo>
                    <a:pt x="504070" y="523711"/>
                  </a:lnTo>
                  <a:lnTo>
                    <a:pt x="520015" y="523711"/>
                  </a:lnTo>
                  <a:lnTo>
                    <a:pt x="348545" y="1213403"/>
                  </a:lnTo>
                  <a:lnTo>
                    <a:pt x="374986" y="1213403"/>
                  </a:lnTo>
                  <a:lnTo>
                    <a:pt x="369162" y="1217610"/>
                  </a:lnTo>
                  <a:close/>
                </a:path>
                <a:path w="2950844" h="2962910">
                  <a:moveTo>
                    <a:pt x="2946272" y="1353488"/>
                  </a:moveTo>
                  <a:lnTo>
                    <a:pt x="2929714" y="1353488"/>
                  </a:lnTo>
                  <a:lnTo>
                    <a:pt x="2650032" y="619200"/>
                  </a:lnTo>
                  <a:lnTo>
                    <a:pt x="2666581" y="619200"/>
                  </a:lnTo>
                  <a:lnTo>
                    <a:pt x="2946272" y="1353488"/>
                  </a:lnTo>
                  <a:close/>
                </a:path>
                <a:path w="2950844" h="2962910">
                  <a:moveTo>
                    <a:pt x="1121370" y="1585628"/>
                  </a:moveTo>
                  <a:lnTo>
                    <a:pt x="1094924" y="1585628"/>
                  </a:lnTo>
                  <a:lnTo>
                    <a:pt x="1736893" y="1123452"/>
                  </a:lnTo>
                  <a:lnTo>
                    <a:pt x="1094924" y="703644"/>
                  </a:lnTo>
                  <a:lnTo>
                    <a:pt x="1123194" y="703644"/>
                  </a:lnTo>
                  <a:lnTo>
                    <a:pt x="1746055" y="1110968"/>
                  </a:lnTo>
                  <a:lnTo>
                    <a:pt x="1762186" y="1110968"/>
                  </a:lnTo>
                  <a:lnTo>
                    <a:pt x="1760601" y="1116382"/>
                  </a:lnTo>
                  <a:lnTo>
                    <a:pt x="1916511" y="1131960"/>
                  </a:lnTo>
                  <a:lnTo>
                    <a:pt x="1761004" y="1131960"/>
                  </a:lnTo>
                  <a:lnTo>
                    <a:pt x="1762091" y="1135920"/>
                  </a:lnTo>
                  <a:lnTo>
                    <a:pt x="1746024" y="1135920"/>
                  </a:lnTo>
                  <a:lnTo>
                    <a:pt x="1121370" y="1585628"/>
                  </a:lnTo>
                  <a:close/>
                </a:path>
                <a:path w="2950844" h="2962910">
                  <a:moveTo>
                    <a:pt x="1117653" y="1588305"/>
                  </a:moveTo>
                  <a:lnTo>
                    <a:pt x="1079449" y="1588305"/>
                  </a:lnTo>
                  <a:lnTo>
                    <a:pt x="1079449" y="704479"/>
                  </a:lnTo>
                  <a:lnTo>
                    <a:pt x="1094924" y="704479"/>
                  </a:lnTo>
                  <a:lnTo>
                    <a:pt x="1094924" y="1585628"/>
                  </a:lnTo>
                  <a:lnTo>
                    <a:pt x="1121370" y="1585628"/>
                  </a:lnTo>
                  <a:lnTo>
                    <a:pt x="1117653" y="1588305"/>
                  </a:lnTo>
                  <a:close/>
                </a:path>
                <a:path w="2950844" h="2962910">
                  <a:moveTo>
                    <a:pt x="81612" y="1859921"/>
                  </a:moveTo>
                  <a:lnTo>
                    <a:pt x="64840" y="1859921"/>
                  </a:lnTo>
                  <a:lnTo>
                    <a:pt x="326694" y="1234115"/>
                  </a:lnTo>
                  <a:lnTo>
                    <a:pt x="49922" y="982222"/>
                  </a:lnTo>
                  <a:lnTo>
                    <a:pt x="72877" y="982222"/>
                  </a:lnTo>
                  <a:lnTo>
                    <a:pt x="331553" y="1217610"/>
                  </a:lnTo>
                  <a:lnTo>
                    <a:pt x="369162" y="1217610"/>
                  </a:lnTo>
                  <a:lnTo>
                    <a:pt x="350897" y="1230805"/>
                  </a:lnTo>
                  <a:lnTo>
                    <a:pt x="382264" y="1246197"/>
                  </a:lnTo>
                  <a:lnTo>
                    <a:pt x="347183" y="1246197"/>
                  </a:lnTo>
                  <a:lnTo>
                    <a:pt x="349735" y="1257102"/>
                  </a:lnTo>
                  <a:lnTo>
                    <a:pt x="333844" y="1257102"/>
                  </a:lnTo>
                  <a:lnTo>
                    <a:pt x="81612" y="1859921"/>
                  </a:lnTo>
                  <a:close/>
                </a:path>
                <a:path w="2950844" h="2962910">
                  <a:moveTo>
                    <a:pt x="1989063" y="1892560"/>
                  </a:moveTo>
                  <a:lnTo>
                    <a:pt x="1969933" y="1892560"/>
                  </a:lnTo>
                  <a:lnTo>
                    <a:pt x="2471527" y="1202946"/>
                  </a:lnTo>
                  <a:lnTo>
                    <a:pt x="1761004" y="1131960"/>
                  </a:lnTo>
                  <a:lnTo>
                    <a:pt x="1916511" y="1131960"/>
                  </a:lnTo>
                  <a:lnTo>
                    <a:pt x="2469546" y="1187214"/>
                  </a:lnTo>
                  <a:lnTo>
                    <a:pt x="2496262" y="1187214"/>
                  </a:lnTo>
                  <a:lnTo>
                    <a:pt x="2495018" y="1191808"/>
                  </a:lnTo>
                  <a:lnTo>
                    <a:pt x="2540268" y="1208638"/>
                  </a:lnTo>
                  <a:lnTo>
                    <a:pt x="2495854" y="1208638"/>
                  </a:lnTo>
                  <a:lnTo>
                    <a:pt x="2497178" y="1215630"/>
                  </a:lnTo>
                  <a:lnTo>
                    <a:pt x="2481431" y="1215630"/>
                  </a:lnTo>
                  <a:lnTo>
                    <a:pt x="1989063" y="1892560"/>
                  </a:lnTo>
                  <a:close/>
                </a:path>
                <a:path w="2950844" h="2962910">
                  <a:moveTo>
                    <a:pt x="1985170" y="1897913"/>
                  </a:moveTo>
                  <a:lnTo>
                    <a:pt x="1955340" y="1897913"/>
                  </a:lnTo>
                  <a:lnTo>
                    <a:pt x="1746024" y="1135920"/>
                  </a:lnTo>
                  <a:lnTo>
                    <a:pt x="1762091" y="1135920"/>
                  </a:lnTo>
                  <a:lnTo>
                    <a:pt x="1969865" y="1892313"/>
                  </a:lnTo>
                  <a:lnTo>
                    <a:pt x="1969933" y="1892560"/>
                  </a:lnTo>
                  <a:lnTo>
                    <a:pt x="1989063" y="1892560"/>
                  </a:lnTo>
                  <a:lnTo>
                    <a:pt x="1985170" y="1897913"/>
                  </a:lnTo>
                  <a:close/>
                </a:path>
                <a:path w="2950844" h="2962910">
                  <a:moveTo>
                    <a:pt x="63615" y="1787852"/>
                  </a:moveTo>
                  <a:lnTo>
                    <a:pt x="48112" y="1787852"/>
                  </a:lnTo>
                  <a:lnTo>
                    <a:pt x="37774" y="1179000"/>
                  </a:lnTo>
                  <a:lnTo>
                    <a:pt x="53267" y="1179000"/>
                  </a:lnTo>
                  <a:lnTo>
                    <a:pt x="63615" y="1787852"/>
                  </a:lnTo>
                  <a:close/>
                </a:path>
                <a:path w="2950844" h="2962910">
                  <a:moveTo>
                    <a:pt x="2668475" y="2031052"/>
                  </a:moveTo>
                  <a:lnTo>
                    <a:pt x="2651642" y="2031052"/>
                  </a:lnTo>
                  <a:lnTo>
                    <a:pt x="2932716" y="1371123"/>
                  </a:lnTo>
                  <a:lnTo>
                    <a:pt x="2495854" y="1208638"/>
                  </a:lnTo>
                  <a:lnTo>
                    <a:pt x="2540268" y="1208638"/>
                  </a:lnTo>
                  <a:lnTo>
                    <a:pt x="2929714" y="1353488"/>
                  </a:lnTo>
                  <a:lnTo>
                    <a:pt x="2946272" y="1353488"/>
                  </a:lnTo>
                  <a:lnTo>
                    <a:pt x="2950249" y="1363930"/>
                  </a:lnTo>
                  <a:lnTo>
                    <a:pt x="2950264" y="1364115"/>
                  </a:lnTo>
                  <a:lnTo>
                    <a:pt x="2950605" y="1365090"/>
                  </a:lnTo>
                  <a:lnTo>
                    <a:pt x="2950822" y="1366126"/>
                  </a:lnTo>
                  <a:lnTo>
                    <a:pt x="2947715" y="1411837"/>
                  </a:lnTo>
                  <a:lnTo>
                    <a:pt x="2932205" y="1411837"/>
                  </a:lnTo>
                  <a:lnTo>
                    <a:pt x="2668475" y="2031052"/>
                  </a:lnTo>
                  <a:close/>
                </a:path>
                <a:path w="2950844" h="2962910">
                  <a:moveTo>
                    <a:pt x="2720086" y="2047480"/>
                  </a:moveTo>
                  <a:lnTo>
                    <a:pt x="2639014" y="2047480"/>
                  </a:lnTo>
                  <a:lnTo>
                    <a:pt x="2481431" y="1215630"/>
                  </a:lnTo>
                  <a:lnTo>
                    <a:pt x="2497178" y="1215630"/>
                  </a:lnTo>
                  <a:lnTo>
                    <a:pt x="2651642" y="2031052"/>
                  </a:lnTo>
                  <a:lnTo>
                    <a:pt x="2668475" y="2031052"/>
                  </a:lnTo>
                  <a:lnTo>
                    <a:pt x="2662025" y="2046196"/>
                  </a:lnTo>
                  <a:lnTo>
                    <a:pt x="2725166" y="2046196"/>
                  </a:lnTo>
                  <a:lnTo>
                    <a:pt x="2720086" y="2047480"/>
                  </a:lnTo>
                  <a:close/>
                </a:path>
                <a:path w="2950844" h="2962910">
                  <a:moveTo>
                    <a:pt x="558188" y="2043660"/>
                  </a:moveTo>
                  <a:lnTo>
                    <a:pt x="533751" y="2043660"/>
                  </a:lnTo>
                  <a:lnTo>
                    <a:pt x="1072965" y="1602350"/>
                  </a:lnTo>
                  <a:lnTo>
                    <a:pt x="347183" y="1246197"/>
                  </a:lnTo>
                  <a:lnTo>
                    <a:pt x="382264" y="1246197"/>
                  </a:lnTo>
                  <a:lnTo>
                    <a:pt x="1079449" y="1588305"/>
                  </a:lnTo>
                  <a:lnTo>
                    <a:pt x="1117653" y="1588305"/>
                  </a:lnTo>
                  <a:lnTo>
                    <a:pt x="1103730" y="1598328"/>
                  </a:lnTo>
                  <a:lnTo>
                    <a:pt x="1143920" y="1612467"/>
                  </a:lnTo>
                  <a:lnTo>
                    <a:pt x="1097261" y="1612467"/>
                  </a:lnTo>
                  <a:lnTo>
                    <a:pt x="1097733" y="1614988"/>
                  </a:lnTo>
                  <a:lnTo>
                    <a:pt x="1081987" y="1614988"/>
                  </a:lnTo>
                  <a:lnTo>
                    <a:pt x="558188" y="2043660"/>
                  </a:lnTo>
                  <a:close/>
                </a:path>
                <a:path w="2950844" h="2962910">
                  <a:moveTo>
                    <a:pt x="555693" y="2045701"/>
                  </a:moveTo>
                  <a:lnTo>
                    <a:pt x="518322" y="2045701"/>
                  </a:lnTo>
                  <a:lnTo>
                    <a:pt x="333844" y="1257102"/>
                  </a:lnTo>
                  <a:lnTo>
                    <a:pt x="349735" y="1257102"/>
                  </a:lnTo>
                  <a:lnTo>
                    <a:pt x="533751" y="2043660"/>
                  </a:lnTo>
                  <a:lnTo>
                    <a:pt x="558188" y="2043660"/>
                  </a:lnTo>
                  <a:lnTo>
                    <a:pt x="555693" y="2045701"/>
                  </a:lnTo>
                  <a:close/>
                </a:path>
                <a:path w="2950844" h="2962910">
                  <a:moveTo>
                    <a:pt x="2725166" y="2046196"/>
                  </a:moveTo>
                  <a:lnTo>
                    <a:pt x="2662025" y="2046196"/>
                  </a:lnTo>
                  <a:lnTo>
                    <a:pt x="2893146" y="1987786"/>
                  </a:lnTo>
                  <a:lnTo>
                    <a:pt x="2932205" y="1411837"/>
                  </a:lnTo>
                  <a:lnTo>
                    <a:pt x="2947715" y="1411837"/>
                  </a:lnTo>
                  <a:lnTo>
                    <a:pt x="2908156" y="1994592"/>
                  </a:lnTo>
                  <a:lnTo>
                    <a:pt x="2908028" y="1994592"/>
                  </a:lnTo>
                  <a:lnTo>
                    <a:pt x="2907831" y="1996169"/>
                  </a:lnTo>
                  <a:lnTo>
                    <a:pt x="2907460" y="1997453"/>
                  </a:lnTo>
                  <a:lnTo>
                    <a:pt x="2900361" y="2006813"/>
                  </a:lnTo>
                  <a:lnTo>
                    <a:pt x="2880998" y="2006813"/>
                  </a:lnTo>
                  <a:lnTo>
                    <a:pt x="2725166" y="2046196"/>
                  </a:lnTo>
                  <a:close/>
                </a:path>
                <a:path w="2950844" h="2962910">
                  <a:moveTo>
                    <a:pt x="1278613" y="2446436"/>
                  </a:moveTo>
                  <a:lnTo>
                    <a:pt x="1253188" y="2446436"/>
                  </a:lnTo>
                  <a:lnTo>
                    <a:pt x="1950666" y="1912685"/>
                  </a:lnTo>
                  <a:lnTo>
                    <a:pt x="1097261" y="1612467"/>
                  </a:lnTo>
                  <a:lnTo>
                    <a:pt x="1143920" y="1612467"/>
                  </a:lnTo>
                  <a:lnTo>
                    <a:pt x="1955340" y="1897913"/>
                  </a:lnTo>
                  <a:lnTo>
                    <a:pt x="1985170" y="1897913"/>
                  </a:lnTo>
                  <a:lnTo>
                    <a:pt x="1979961" y="1905075"/>
                  </a:lnTo>
                  <a:lnTo>
                    <a:pt x="2048400" y="1919863"/>
                  </a:lnTo>
                  <a:lnTo>
                    <a:pt x="1975179" y="1919863"/>
                  </a:lnTo>
                  <a:lnTo>
                    <a:pt x="1975541" y="1924998"/>
                  </a:lnTo>
                  <a:lnTo>
                    <a:pt x="1960013" y="1924998"/>
                  </a:lnTo>
                  <a:lnTo>
                    <a:pt x="1278613" y="2446436"/>
                  </a:lnTo>
                  <a:close/>
                </a:path>
                <a:path w="2950844" h="2962910">
                  <a:moveTo>
                    <a:pt x="1252992" y="2445384"/>
                  </a:moveTo>
                  <a:lnTo>
                    <a:pt x="1237233" y="2445384"/>
                  </a:lnTo>
                  <a:lnTo>
                    <a:pt x="1081987" y="1614988"/>
                  </a:lnTo>
                  <a:lnTo>
                    <a:pt x="1097733" y="1614988"/>
                  </a:lnTo>
                  <a:lnTo>
                    <a:pt x="1252992" y="2445384"/>
                  </a:lnTo>
                  <a:close/>
                </a:path>
                <a:path w="2950844" h="2962910">
                  <a:moveTo>
                    <a:pt x="611273" y="2611767"/>
                  </a:moveTo>
                  <a:lnTo>
                    <a:pt x="595667" y="2611767"/>
                  </a:lnTo>
                  <a:lnTo>
                    <a:pt x="522113" y="2064094"/>
                  </a:lnTo>
                  <a:lnTo>
                    <a:pt x="522005" y="2063289"/>
                  </a:lnTo>
                  <a:lnTo>
                    <a:pt x="78659" y="1912268"/>
                  </a:lnTo>
                  <a:lnTo>
                    <a:pt x="126635" y="1912268"/>
                  </a:lnTo>
                  <a:lnTo>
                    <a:pt x="518322" y="2045701"/>
                  </a:lnTo>
                  <a:lnTo>
                    <a:pt x="555693" y="2045701"/>
                  </a:lnTo>
                  <a:lnTo>
                    <a:pt x="542727" y="2056313"/>
                  </a:lnTo>
                  <a:lnTo>
                    <a:pt x="570449" y="2071844"/>
                  </a:lnTo>
                  <a:lnTo>
                    <a:pt x="538781" y="2071844"/>
                  </a:lnTo>
                  <a:lnTo>
                    <a:pt x="611273" y="2611767"/>
                  </a:lnTo>
                  <a:close/>
                </a:path>
                <a:path w="2950844" h="2962910">
                  <a:moveTo>
                    <a:pt x="2044649" y="2556945"/>
                  </a:moveTo>
                  <a:lnTo>
                    <a:pt x="2020072" y="2556945"/>
                  </a:lnTo>
                  <a:lnTo>
                    <a:pt x="2631400" y="2061665"/>
                  </a:lnTo>
                  <a:lnTo>
                    <a:pt x="1975179" y="1919863"/>
                  </a:lnTo>
                  <a:lnTo>
                    <a:pt x="2048400" y="1919863"/>
                  </a:lnTo>
                  <a:lnTo>
                    <a:pt x="2639014" y="2047480"/>
                  </a:lnTo>
                  <a:lnTo>
                    <a:pt x="2720086" y="2047480"/>
                  </a:lnTo>
                  <a:lnTo>
                    <a:pt x="2654350" y="2064094"/>
                  </a:lnTo>
                  <a:lnTo>
                    <a:pt x="2645719" y="2083662"/>
                  </a:lnTo>
                  <a:lnTo>
                    <a:pt x="2628801" y="2083662"/>
                  </a:lnTo>
                  <a:lnTo>
                    <a:pt x="2044649" y="2556945"/>
                  </a:lnTo>
                  <a:close/>
                </a:path>
                <a:path w="2950844" h="2962910">
                  <a:moveTo>
                    <a:pt x="2036859" y="2563256"/>
                  </a:moveTo>
                  <a:lnTo>
                    <a:pt x="2004999" y="2563256"/>
                  </a:lnTo>
                  <a:lnTo>
                    <a:pt x="1960013" y="1924998"/>
                  </a:lnTo>
                  <a:lnTo>
                    <a:pt x="1975541" y="1924998"/>
                  </a:lnTo>
                  <a:lnTo>
                    <a:pt x="2020072" y="2556945"/>
                  </a:lnTo>
                  <a:lnTo>
                    <a:pt x="2044649" y="2556945"/>
                  </a:lnTo>
                  <a:lnTo>
                    <a:pt x="2036859" y="2563256"/>
                  </a:lnTo>
                  <a:close/>
                </a:path>
                <a:path w="2950844" h="2962910">
                  <a:moveTo>
                    <a:pt x="576802" y="2586243"/>
                  </a:moveTo>
                  <a:lnTo>
                    <a:pt x="557552" y="2586243"/>
                  </a:lnTo>
                  <a:lnTo>
                    <a:pt x="111529" y="1982790"/>
                  </a:lnTo>
                  <a:lnTo>
                    <a:pt x="130783" y="1982790"/>
                  </a:lnTo>
                  <a:lnTo>
                    <a:pt x="576802" y="2586243"/>
                  </a:lnTo>
                  <a:close/>
                </a:path>
                <a:path w="2950844" h="2962910">
                  <a:moveTo>
                    <a:pt x="2419178" y="2641250"/>
                  </a:moveTo>
                  <a:lnTo>
                    <a:pt x="2399800" y="2641250"/>
                  </a:lnTo>
                  <a:lnTo>
                    <a:pt x="2880998" y="2006813"/>
                  </a:lnTo>
                  <a:lnTo>
                    <a:pt x="2900361" y="2006813"/>
                  </a:lnTo>
                  <a:lnTo>
                    <a:pt x="2419178" y="2641250"/>
                  </a:lnTo>
                  <a:close/>
                </a:path>
                <a:path w="2950844" h="2962910">
                  <a:moveTo>
                    <a:pt x="670885" y="2630731"/>
                  </a:moveTo>
                  <a:lnTo>
                    <a:pt x="613819" y="2630731"/>
                  </a:lnTo>
                  <a:lnTo>
                    <a:pt x="1227794" y="2457836"/>
                  </a:lnTo>
                  <a:lnTo>
                    <a:pt x="538781" y="2071844"/>
                  </a:lnTo>
                  <a:lnTo>
                    <a:pt x="570449" y="2071844"/>
                  </a:lnTo>
                  <a:lnTo>
                    <a:pt x="1237233" y="2445384"/>
                  </a:lnTo>
                  <a:lnTo>
                    <a:pt x="1252992" y="2445384"/>
                  </a:lnTo>
                  <a:lnTo>
                    <a:pt x="1253188" y="2446436"/>
                  </a:lnTo>
                  <a:lnTo>
                    <a:pt x="1278613" y="2446436"/>
                  </a:lnTo>
                  <a:lnTo>
                    <a:pt x="1267131" y="2455222"/>
                  </a:lnTo>
                  <a:lnTo>
                    <a:pt x="1364119" y="2469423"/>
                  </a:lnTo>
                  <a:lnTo>
                    <a:pt x="1243733" y="2469423"/>
                  </a:lnTo>
                  <a:lnTo>
                    <a:pt x="670885" y="2630731"/>
                  </a:lnTo>
                  <a:close/>
                </a:path>
                <a:path w="2950844" h="2962910">
                  <a:moveTo>
                    <a:pt x="2383160" y="2688739"/>
                  </a:moveTo>
                  <a:lnTo>
                    <a:pt x="2361948" y="2688739"/>
                  </a:lnTo>
                  <a:lnTo>
                    <a:pt x="2628801" y="2083662"/>
                  </a:lnTo>
                  <a:lnTo>
                    <a:pt x="2645719" y="2083662"/>
                  </a:lnTo>
                  <a:lnTo>
                    <a:pt x="2399800" y="2641250"/>
                  </a:lnTo>
                  <a:lnTo>
                    <a:pt x="2419178" y="2641250"/>
                  </a:lnTo>
                  <a:lnTo>
                    <a:pt x="2383160" y="2688739"/>
                  </a:lnTo>
                  <a:close/>
                </a:path>
                <a:path w="2950844" h="2962910">
                  <a:moveTo>
                    <a:pt x="1489739" y="2941453"/>
                  </a:moveTo>
                  <a:lnTo>
                    <a:pt x="1472532" y="2941453"/>
                  </a:lnTo>
                  <a:lnTo>
                    <a:pt x="1243733" y="2469423"/>
                  </a:lnTo>
                  <a:lnTo>
                    <a:pt x="1364119" y="2469423"/>
                  </a:lnTo>
                  <a:lnTo>
                    <a:pt x="1368027" y="2469995"/>
                  </a:lnTo>
                  <a:lnTo>
                    <a:pt x="1261204" y="2469995"/>
                  </a:lnTo>
                  <a:lnTo>
                    <a:pt x="1489739" y="2941453"/>
                  </a:lnTo>
                  <a:close/>
                </a:path>
                <a:path w="2950844" h="2962910">
                  <a:moveTo>
                    <a:pt x="1555484" y="2943371"/>
                  </a:moveTo>
                  <a:lnTo>
                    <a:pt x="1490669" y="2943371"/>
                  </a:lnTo>
                  <a:lnTo>
                    <a:pt x="1993501" y="2577225"/>
                  </a:lnTo>
                  <a:lnTo>
                    <a:pt x="1261204" y="2469995"/>
                  </a:lnTo>
                  <a:lnTo>
                    <a:pt x="1368027" y="2469995"/>
                  </a:lnTo>
                  <a:lnTo>
                    <a:pt x="2004999" y="2563256"/>
                  </a:lnTo>
                  <a:lnTo>
                    <a:pt x="2036859" y="2563256"/>
                  </a:lnTo>
                  <a:lnTo>
                    <a:pt x="2028955" y="2569660"/>
                  </a:lnTo>
                  <a:lnTo>
                    <a:pt x="2060576" y="2580968"/>
                  </a:lnTo>
                  <a:lnTo>
                    <a:pt x="2014640" y="2580968"/>
                  </a:lnTo>
                  <a:lnTo>
                    <a:pt x="1528165" y="2935235"/>
                  </a:lnTo>
                  <a:lnTo>
                    <a:pt x="1583331" y="2935235"/>
                  </a:lnTo>
                  <a:lnTo>
                    <a:pt x="1555484" y="2943371"/>
                  </a:lnTo>
                  <a:close/>
                </a:path>
                <a:path w="2950844" h="2962910">
                  <a:moveTo>
                    <a:pt x="1583331" y="2935235"/>
                  </a:moveTo>
                  <a:lnTo>
                    <a:pt x="1528165" y="2935235"/>
                  </a:lnTo>
                  <a:lnTo>
                    <a:pt x="2341072" y="2697727"/>
                  </a:lnTo>
                  <a:lnTo>
                    <a:pt x="2014640" y="2580968"/>
                  </a:lnTo>
                  <a:lnTo>
                    <a:pt x="2060576" y="2580968"/>
                  </a:lnTo>
                  <a:lnTo>
                    <a:pt x="2361948" y="2688739"/>
                  </a:lnTo>
                  <a:lnTo>
                    <a:pt x="2383160" y="2688739"/>
                  </a:lnTo>
                  <a:lnTo>
                    <a:pt x="2371991" y="2703465"/>
                  </a:lnTo>
                  <a:lnTo>
                    <a:pt x="2371622" y="2703465"/>
                  </a:lnTo>
                  <a:lnTo>
                    <a:pt x="2370583" y="2704470"/>
                  </a:lnTo>
                  <a:lnTo>
                    <a:pt x="2369917" y="2704965"/>
                  </a:lnTo>
                  <a:lnTo>
                    <a:pt x="2368772" y="2705476"/>
                  </a:lnTo>
                  <a:lnTo>
                    <a:pt x="2368586" y="2705801"/>
                  </a:lnTo>
                  <a:lnTo>
                    <a:pt x="1583331" y="2935235"/>
                  </a:lnTo>
                  <a:close/>
                </a:path>
                <a:path w="2950844" h="2962910">
                  <a:moveTo>
                    <a:pt x="1454171" y="2934894"/>
                  </a:moveTo>
                  <a:lnTo>
                    <a:pt x="1408249" y="2934894"/>
                  </a:lnTo>
                  <a:lnTo>
                    <a:pt x="662519" y="2668506"/>
                  </a:lnTo>
                  <a:lnTo>
                    <a:pt x="708454" y="2668506"/>
                  </a:lnTo>
                  <a:lnTo>
                    <a:pt x="1454171" y="29348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96723" y="4061800"/>
              <a:ext cx="2981296" cy="298129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696722" y="4061801"/>
              <a:ext cx="2981325" cy="2981325"/>
            </a:xfrm>
            <a:custGeom>
              <a:avLst/>
              <a:gdLst/>
              <a:ahLst/>
              <a:cxnLst/>
              <a:rect l="l" t="t" r="r" b="b"/>
              <a:pathLst>
                <a:path w="2981325" h="2981325">
                  <a:moveTo>
                    <a:pt x="2385036" y="2981296"/>
                  </a:moveTo>
                  <a:lnTo>
                    <a:pt x="596259" y="2981296"/>
                  </a:lnTo>
                  <a:lnTo>
                    <a:pt x="547379" y="2979318"/>
                  </a:lnTo>
                  <a:lnTo>
                    <a:pt x="499584" y="2973487"/>
                  </a:lnTo>
                  <a:lnTo>
                    <a:pt x="453026" y="2963957"/>
                  </a:lnTo>
                  <a:lnTo>
                    <a:pt x="407860" y="2950882"/>
                  </a:lnTo>
                  <a:lnTo>
                    <a:pt x="364240" y="2934415"/>
                  </a:lnTo>
                  <a:lnTo>
                    <a:pt x="322318" y="2914710"/>
                  </a:lnTo>
                  <a:lnTo>
                    <a:pt x="282250" y="2891922"/>
                  </a:lnTo>
                  <a:lnTo>
                    <a:pt x="244189" y="2866203"/>
                  </a:lnTo>
                  <a:lnTo>
                    <a:pt x="208289" y="2837709"/>
                  </a:lnTo>
                  <a:lnTo>
                    <a:pt x="174704" y="2806592"/>
                  </a:lnTo>
                  <a:lnTo>
                    <a:pt x="143587" y="2773006"/>
                  </a:lnTo>
                  <a:lnTo>
                    <a:pt x="115092" y="2737106"/>
                  </a:lnTo>
                  <a:lnTo>
                    <a:pt x="89374" y="2699045"/>
                  </a:lnTo>
                  <a:lnTo>
                    <a:pt x="66585" y="2658977"/>
                  </a:lnTo>
                  <a:lnTo>
                    <a:pt x="46881" y="2617056"/>
                  </a:lnTo>
                  <a:lnTo>
                    <a:pt x="30414" y="2573435"/>
                  </a:lnTo>
                  <a:lnTo>
                    <a:pt x="17338" y="2528269"/>
                  </a:lnTo>
                  <a:lnTo>
                    <a:pt x="7808" y="2481712"/>
                  </a:lnTo>
                  <a:lnTo>
                    <a:pt x="1978" y="2433916"/>
                  </a:lnTo>
                  <a:lnTo>
                    <a:pt x="0" y="2385036"/>
                  </a:lnTo>
                  <a:lnTo>
                    <a:pt x="0" y="596259"/>
                  </a:lnTo>
                  <a:lnTo>
                    <a:pt x="1946" y="548170"/>
                  </a:lnTo>
                  <a:lnTo>
                    <a:pt x="7808" y="499584"/>
                  </a:lnTo>
                  <a:lnTo>
                    <a:pt x="17338" y="453026"/>
                  </a:lnTo>
                  <a:lnTo>
                    <a:pt x="30414" y="407860"/>
                  </a:lnTo>
                  <a:lnTo>
                    <a:pt x="46881" y="364239"/>
                  </a:lnTo>
                  <a:lnTo>
                    <a:pt x="66585" y="322318"/>
                  </a:lnTo>
                  <a:lnTo>
                    <a:pt x="89374" y="282250"/>
                  </a:lnTo>
                  <a:lnTo>
                    <a:pt x="115092" y="244189"/>
                  </a:lnTo>
                  <a:lnTo>
                    <a:pt x="143587" y="208289"/>
                  </a:lnTo>
                  <a:lnTo>
                    <a:pt x="174704" y="174704"/>
                  </a:lnTo>
                  <a:lnTo>
                    <a:pt x="208289" y="143587"/>
                  </a:lnTo>
                  <a:lnTo>
                    <a:pt x="244189" y="115092"/>
                  </a:lnTo>
                  <a:lnTo>
                    <a:pt x="282250" y="89373"/>
                  </a:lnTo>
                  <a:lnTo>
                    <a:pt x="322318" y="66585"/>
                  </a:lnTo>
                  <a:lnTo>
                    <a:pt x="364240" y="46880"/>
                  </a:lnTo>
                  <a:lnTo>
                    <a:pt x="407860" y="30414"/>
                  </a:lnTo>
                  <a:lnTo>
                    <a:pt x="453026" y="17338"/>
                  </a:lnTo>
                  <a:lnTo>
                    <a:pt x="499584" y="7808"/>
                  </a:lnTo>
                  <a:lnTo>
                    <a:pt x="547379" y="1977"/>
                  </a:lnTo>
                  <a:lnTo>
                    <a:pt x="596259" y="0"/>
                  </a:lnTo>
                  <a:lnTo>
                    <a:pt x="2385036" y="0"/>
                  </a:lnTo>
                  <a:lnTo>
                    <a:pt x="2433916" y="1977"/>
                  </a:lnTo>
                  <a:lnTo>
                    <a:pt x="2481711" y="7808"/>
                  </a:lnTo>
                  <a:lnTo>
                    <a:pt x="2487257" y="8943"/>
                  </a:lnTo>
                  <a:lnTo>
                    <a:pt x="596259" y="8943"/>
                  </a:lnTo>
                  <a:lnTo>
                    <a:pt x="548171" y="10895"/>
                  </a:lnTo>
                  <a:lnTo>
                    <a:pt x="501138" y="16646"/>
                  </a:lnTo>
                  <a:lnTo>
                    <a:pt x="455314" y="26047"/>
                  </a:lnTo>
                  <a:lnTo>
                    <a:pt x="410851" y="38942"/>
                  </a:lnTo>
                  <a:lnTo>
                    <a:pt x="367901" y="55181"/>
                  </a:lnTo>
                  <a:lnTo>
                    <a:pt x="326617" y="74611"/>
                  </a:lnTo>
                  <a:lnTo>
                    <a:pt x="287151" y="97079"/>
                  </a:lnTo>
                  <a:lnTo>
                    <a:pt x="249656" y="122433"/>
                  </a:lnTo>
                  <a:lnTo>
                    <a:pt x="214285" y="150520"/>
                  </a:lnTo>
                  <a:lnTo>
                    <a:pt x="181189" y="181188"/>
                  </a:lnTo>
                  <a:lnTo>
                    <a:pt x="150521" y="214284"/>
                  </a:lnTo>
                  <a:lnTo>
                    <a:pt x="122434" y="249656"/>
                  </a:lnTo>
                  <a:lnTo>
                    <a:pt x="97080" y="287151"/>
                  </a:lnTo>
                  <a:lnTo>
                    <a:pt x="74612" y="326617"/>
                  </a:lnTo>
                  <a:lnTo>
                    <a:pt x="55182" y="367901"/>
                  </a:lnTo>
                  <a:lnTo>
                    <a:pt x="38943" y="410851"/>
                  </a:lnTo>
                  <a:lnTo>
                    <a:pt x="26048" y="455314"/>
                  </a:lnTo>
                  <a:lnTo>
                    <a:pt x="16647" y="501138"/>
                  </a:lnTo>
                  <a:lnTo>
                    <a:pt x="10992" y="547379"/>
                  </a:lnTo>
                  <a:lnTo>
                    <a:pt x="10896" y="548170"/>
                  </a:lnTo>
                  <a:lnTo>
                    <a:pt x="8944" y="596259"/>
                  </a:lnTo>
                  <a:lnTo>
                    <a:pt x="8944" y="2385036"/>
                  </a:lnTo>
                  <a:lnTo>
                    <a:pt x="10896" y="2433125"/>
                  </a:lnTo>
                  <a:lnTo>
                    <a:pt x="16647" y="2480157"/>
                  </a:lnTo>
                  <a:lnTo>
                    <a:pt x="26048" y="2525981"/>
                  </a:lnTo>
                  <a:lnTo>
                    <a:pt x="38943" y="2570444"/>
                  </a:lnTo>
                  <a:lnTo>
                    <a:pt x="55182" y="2613394"/>
                  </a:lnTo>
                  <a:lnTo>
                    <a:pt x="74612" y="2654679"/>
                  </a:lnTo>
                  <a:lnTo>
                    <a:pt x="97080" y="2694144"/>
                  </a:lnTo>
                  <a:lnTo>
                    <a:pt x="122434" y="2731640"/>
                  </a:lnTo>
                  <a:lnTo>
                    <a:pt x="150521" y="2767011"/>
                  </a:lnTo>
                  <a:lnTo>
                    <a:pt x="181189" y="2800107"/>
                  </a:lnTo>
                  <a:lnTo>
                    <a:pt x="214285" y="2830775"/>
                  </a:lnTo>
                  <a:lnTo>
                    <a:pt x="249656" y="2858862"/>
                  </a:lnTo>
                  <a:lnTo>
                    <a:pt x="287151" y="2884216"/>
                  </a:lnTo>
                  <a:lnTo>
                    <a:pt x="326617" y="2906684"/>
                  </a:lnTo>
                  <a:lnTo>
                    <a:pt x="367901" y="2926114"/>
                  </a:lnTo>
                  <a:lnTo>
                    <a:pt x="410851" y="2942353"/>
                  </a:lnTo>
                  <a:lnTo>
                    <a:pt x="455314" y="2955249"/>
                  </a:lnTo>
                  <a:lnTo>
                    <a:pt x="501138" y="2964649"/>
                  </a:lnTo>
                  <a:lnTo>
                    <a:pt x="548171" y="2970401"/>
                  </a:lnTo>
                  <a:lnTo>
                    <a:pt x="596259" y="2972352"/>
                  </a:lnTo>
                  <a:lnTo>
                    <a:pt x="2487257" y="2972352"/>
                  </a:lnTo>
                  <a:lnTo>
                    <a:pt x="2481711" y="2973487"/>
                  </a:lnTo>
                  <a:lnTo>
                    <a:pt x="2433916" y="2979318"/>
                  </a:lnTo>
                  <a:lnTo>
                    <a:pt x="2385036" y="2981296"/>
                  </a:lnTo>
                  <a:close/>
                </a:path>
                <a:path w="2981325" h="2981325">
                  <a:moveTo>
                    <a:pt x="2487257" y="2972352"/>
                  </a:moveTo>
                  <a:lnTo>
                    <a:pt x="2385036" y="2972352"/>
                  </a:lnTo>
                  <a:lnTo>
                    <a:pt x="2433124" y="2970401"/>
                  </a:lnTo>
                  <a:lnTo>
                    <a:pt x="2480157" y="2964649"/>
                  </a:lnTo>
                  <a:lnTo>
                    <a:pt x="2525981" y="2955249"/>
                  </a:lnTo>
                  <a:lnTo>
                    <a:pt x="2570444" y="2942353"/>
                  </a:lnTo>
                  <a:lnTo>
                    <a:pt x="2613394" y="2926114"/>
                  </a:lnTo>
                  <a:lnTo>
                    <a:pt x="2654678" y="2906684"/>
                  </a:lnTo>
                  <a:lnTo>
                    <a:pt x="2694144" y="2884216"/>
                  </a:lnTo>
                  <a:lnTo>
                    <a:pt x="2731640" y="2858862"/>
                  </a:lnTo>
                  <a:lnTo>
                    <a:pt x="2767011" y="2830775"/>
                  </a:lnTo>
                  <a:lnTo>
                    <a:pt x="2800107" y="2800107"/>
                  </a:lnTo>
                  <a:lnTo>
                    <a:pt x="2830775" y="2767011"/>
                  </a:lnTo>
                  <a:lnTo>
                    <a:pt x="2858862" y="2731640"/>
                  </a:lnTo>
                  <a:lnTo>
                    <a:pt x="2884216" y="2694144"/>
                  </a:lnTo>
                  <a:lnTo>
                    <a:pt x="2906684" y="2654679"/>
                  </a:lnTo>
                  <a:lnTo>
                    <a:pt x="2926114" y="2613394"/>
                  </a:lnTo>
                  <a:lnTo>
                    <a:pt x="2942353" y="2570444"/>
                  </a:lnTo>
                  <a:lnTo>
                    <a:pt x="2955249" y="2525981"/>
                  </a:lnTo>
                  <a:lnTo>
                    <a:pt x="2964649" y="2480157"/>
                  </a:lnTo>
                  <a:lnTo>
                    <a:pt x="2970304" y="2433916"/>
                  </a:lnTo>
                  <a:lnTo>
                    <a:pt x="2972352" y="2385036"/>
                  </a:lnTo>
                  <a:lnTo>
                    <a:pt x="2972352" y="596259"/>
                  </a:lnTo>
                  <a:lnTo>
                    <a:pt x="2970400" y="548170"/>
                  </a:lnTo>
                  <a:lnTo>
                    <a:pt x="2964649" y="501138"/>
                  </a:lnTo>
                  <a:lnTo>
                    <a:pt x="2955249" y="455314"/>
                  </a:lnTo>
                  <a:lnTo>
                    <a:pt x="2942353" y="410851"/>
                  </a:lnTo>
                  <a:lnTo>
                    <a:pt x="2926114" y="367901"/>
                  </a:lnTo>
                  <a:lnTo>
                    <a:pt x="2906684" y="326617"/>
                  </a:lnTo>
                  <a:lnTo>
                    <a:pt x="2884216" y="287151"/>
                  </a:lnTo>
                  <a:lnTo>
                    <a:pt x="2858862" y="249656"/>
                  </a:lnTo>
                  <a:lnTo>
                    <a:pt x="2830775" y="214284"/>
                  </a:lnTo>
                  <a:lnTo>
                    <a:pt x="2800107" y="181188"/>
                  </a:lnTo>
                  <a:lnTo>
                    <a:pt x="2767011" y="150520"/>
                  </a:lnTo>
                  <a:lnTo>
                    <a:pt x="2731640" y="122433"/>
                  </a:lnTo>
                  <a:lnTo>
                    <a:pt x="2694144" y="97079"/>
                  </a:lnTo>
                  <a:lnTo>
                    <a:pt x="2654678" y="74611"/>
                  </a:lnTo>
                  <a:lnTo>
                    <a:pt x="2613394" y="55181"/>
                  </a:lnTo>
                  <a:lnTo>
                    <a:pt x="2570444" y="38942"/>
                  </a:lnTo>
                  <a:lnTo>
                    <a:pt x="2525981" y="26047"/>
                  </a:lnTo>
                  <a:lnTo>
                    <a:pt x="2480157" y="16646"/>
                  </a:lnTo>
                  <a:lnTo>
                    <a:pt x="2433124" y="10895"/>
                  </a:lnTo>
                  <a:lnTo>
                    <a:pt x="2385036" y="8943"/>
                  </a:lnTo>
                  <a:lnTo>
                    <a:pt x="2487257" y="8943"/>
                  </a:lnTo>
                  <a:lnTo>
                    <a:pt x="2528269" y="17338"/>
                  </a:lnTo>
                  <a:lnTo>
                    <a:pt x="2573435" y="30414"/>
                  </a:lnTo>
                  <a:lnTo>
                    <a:pt x="2617056" y="46880"/>
                  </a:lnTo>
                  <a:lnTo>
                    <a:pt x="2658977" y="66585"/>
                  </a:lnTo>
                  <a:lnTo>
                    <a:pt x="2699045" y="89373"/>
                  </a:lnTo>
                  <a:lnTo>
                    <a:pt x="2737107" y="115092"/>
                  </a:lnTo>
                  <a:lnTo>
                    <a:pt x="2773007" y="143587"/>
                  </a:lnTo>
                  <a:lnTo>
                    <a:pt x="2806592" y="174704"/>
                  </a:lnTo>
                  <a:lnTo>
                    <a:pt x="2837709" y="208289"/>
                  </a:lnTo>
                  <a:lnTo>
                    <a:pt x="2866204" y="244189"/>
                  </a:lnTo>
                  <a:lnTo>
                    <a:pt x="2891922" y="282250"/>
                  </a:lnTo>
                  <a:lnTo>
                    <a:pt x="2914711" y="322318"/>
                  </a:lnTo>
                  <a:lnTo>
                    <a:pt x="2934415" y="364239"/>
                  </a:lnTo>
                  <a:lnTo>
                    <a:pt x="2950882" y="407860"/>
                  </a:lnTo>
                  <a:lnTo>
                    <a:pt x="2963958" y="453026"/>
                  </a:lnTo>
                  <a:lnTo>
                    <a:pt x="2973488" y="499584"/>
                  </a:lnTo>
                  <a:lnTo>
                    <a:pt x="2979319" y="547379"/>
                  </a:lnTo>
                  <a:lnTo>
                    <a:pt x="2981296" y="596259"/>
                  </a:lnTo>
                  <a:lnTo>
                    <a:pt x="2981296" y="2385036"/>
                  </a:lnTo>
                  <a:lnTo>
                    <a:pt x="2979351" y="2433125"/>
                  </a:lnTo>
                  <a:lnTo>
                    <a:pt x="2979319" y="2433916"/>
                  </a:lnTo>
                  <a:lnTo>
                    <a:pt x="2973488" y="2481712"/>
                  </a:lnTo>
                  <a:lnTo>
                    <a:pt x="2963958" y="2528269"/>
                  </a:lnTo>
                  <a:lnTo>
                    <a:pt x="2950882" y="2573435"/>
                  </a:lnTo>
                  <a:lnTo>
                    <a:pt x="2934415" y="2617056"/>
                  </a:lnTo>
                  <a:lnTo>
                    <a:pt x="2914711" y="2658977"/>
                  </a:lnTo>
                  <a:lnTo>
                    <a:pt x="2891922" y="2699045"/>
                  </a:lnTo>
                  <a:lnTo>
                    <a:pt x="2866204" y="2737106"/>
                  </a:lnTo>
                  <a:lnTo>
                    <a:pt x="2837709" y="2773006"/>
                  </a:lnTo>
                  <a:lnTo>
                    <a:pt x="2806592" y="2806592"/>
                  </a:lnTo>
                  <a:lnTo>
                    <a:pt x="2773007" y="2837709"/>
                  </a:lnTo>
                  <a:lnTo>
                    <a:pt x="2737107" y="2866203"/>
                  </a:lnTo>
                  <a:lnTo>
                    <a:pt x="2699045" y="2891922"/>
                  </a:lnTo>
                  <a:lnTo>
                    <a:pt x="2658977" y="2914710"/>
                  </a:lnTo>
                  <a:lnTo>
                    <a:pt x="2617056" y="2934415"/>
                  </a:lnTo>
                  <a:lnTo>
                    <a:pt x="2573435" y="2950882"/>
                  </a:lnTo>
                  <a:lnTo>
                    <a:pt x="2528269" y="2963957"/>
                  </a:lnTo>
                  <a:lnTo>
                    <a:pt x="2487257" y="29723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0" y="0"/>
            <a:ext cx="3207385" cy="3175000"/>
          </a:xfrm>
          <a:custGeom>
            <a:avLst/>
            <a:gdLst/>
            <a:ahLst/>
            <a:cxnLst/>
            <a:rect l="l" t="t" r="r" b="b"/>
            <a:pathLst>
              <a:path w="3207385" h="3175000">
                <a:moveTo>
                  <a:pt x="0" y="469899"/>
                </a:moveTo>
                <a:lnTo>
                  <a:pt x="0" y="444499"/>
                </a:lnTo>
                <a:lnTo>
                  <a:pt x="598621" y="12699"/>
                </a:lnTo>
                <a:lnTo>
                  <a:pt x="532006" y="0"/>
                </a:lnTo>
                <a:lnTo>
                  <a:pt x="709844" y="0"/>
                </a:lnTo>
                <a:lnTo>
                  <a:pt x="647349" y="12699"/>
                </a:lnTo>
                <a:lnTo>
                  <a:pt x="671794" y="38099"/>
                </a:lnTo>
                <a:lnTo>
                  <a:pt x="611114" y="38099"/>
                </a:lnTo>
                <a:lnTo>
                  <a:pt x="0" y="469899"/>
                </a:lnTo>
                <a:close/>
              </a:path>
              <a:path w="3207385" h="3175000">
                <a:moveTo>
                  <a:pt x="1558166" y="596899"/>
                </a:moveTo>
                <a:lnTo>
                  <a:pt x="1535790" y="596899"/>
                </a:lnTo>
                <a:lnTo>
                  <a:pt x="1712418" y="0"/>
                </a:lnTo>
                <a:lnTo>
                  <a:pt x="1734799" y="0"/>
                </a:lnTo>
                <a:lnTo>
                  <a:pt x="1558166" y="596899"/>
                </a:lnTo>
                <a:close/>
              </a:path>
              <a:path w="3207385" h="3175000">
                <a:moveTo>
                  <a:pt x="2557385" y="698499"/>
                </a:moveTo>
                <a:lnTo>
                  <a:pt x="2539375" y="698499"/>
                </a:lnTo>
                <a:lnTo>
                  <a:pt x="2035088" y="0"/>
                </a:lnTo>
                <a:lnTo>
                  <a:pt x="2061389" y="0"/>
                </a:lnTo>
                <a:lnTo>
                  <a:pt x="2557385" y="698499"/>
                </a:lnTo>
                <a:close/>
              </a:path>
              <a:path w="3207385" h="3175000">
                <a:moveTo>
                  <a:pt x="2579600" y="698499"/>
                </a:moveTo>
                <a:lnTo>
                  <a:pt x="2557385" y="698499"/>
                </a:lnTo>
                <a:lnTo>
                  <a:pt x="2746250" y="0"/>
                </a:lnTo>
                <a:lnTo>
                  <a:pt x="2768467" y="0"/>
                </a:lnTo>
                <a:lnTo>
                  <a:pt x="2579600" y="698499"/>
                </a:lnTo>
                <a:close/>
              </a:path>
              <a:path w="3207385" h="3175000">
                <a:moveTo>
                  <a:pt x="3200661" y="939799"/>
                </a:moveTo>
                <a:lnTo>
                  <a:pt x="3177693" y="939799"/>
                </a:lnTo>
                <a:lnTo>
                  <a:pt x="2819658" y="0"/>
                </a:lnTo>
                <a:lnTo>
                  <a:pt x="2842615" y="0"/>
                </a:lnTo>
                <a:lnTo>
                  <a:pt x="3200661" y="939799"/>
                </a:lnTo>
                <a:close/>
              </a:path>
              <a:path w="3207385" h="3175000">
                <a:moveTo>
                  <a:pt x="632581" y="1257299"/>
                </a:moveTo>
                <a:lnTo>
                  <a:pt x="611114" y="1257299"/>
                </a:lnTo>
                <a:lnTo>
                  <a:pt x="611114" y="38099"/>
                </a:lnTo>
                <a:lnTo>
                  <a:pt x="632581" y="38099"/>
                </a:lnTo>
                <a:lnTo>
                  <a:pt x="632581" y="1257299"/>
                </a:lnTo>
                <a:close/>
              </a:path>
              <a:path w="3207385" h="3175000">
                <a:moveTo>
                  <a:pt x="669265" y="1257299"/>
                </a:moveTo>
                <a:lnTo>
                  <a:pt x="632581" y="1257299"/>
                </a:lnTo>
                <a:lnTo>
                  <a:pt x="1523082" y="609599"/>
                </a:lnTo>
                <a:lnTo>
                  <a:pt x="632581" y="38099"/>
                </a:lnTo>
                <a:lnTo>
                  <a:pt x="671794" y="38099"/>
                </a:lnTo>
                <a:lnTo>
                  <a:pt x="1535790" y="596899"/>
                </a:lnTo>
                <a:lnTo>
                  <a:pt x="1558166" y="596899"/>
                </a:lnTo>
                <a:lnTo>
                  <a:pt x="1555969" y="609599"/>
                </a:lnTo>
                <a:lnTo>
                  <a:pt x="1772237" y="622299"/>
                </a:lnTo>
                <a:lnTo>
                  <a:pt x="1556527" y="622299"/>
                </a:lnTo>
                <a:lnTo>
                  <a:pt x="1558035" y="634999"/>
                </a:lnTo>
                <a:lnTo>
                  <a:pt x="1535747" y="634999"/>
                </a:lnTo>
                <a:lnTo>
                  <a:pt x="669265" y="1257299"/>
                </a:lnTo>
                <a:close/>
              </a:path>
              <a:path w="3207385" h="3175000">
                <a:moveTo>
                  <a:pt x="1872877" y="1689099"/>
                </a:moveTo>
                <a:lnTo>
                  <a:pt x="1846341" y="1689099"/>
                </a:lnTo>
                <a:lnTo>
                  <a:pt x="2542123" y="723899"/>
                </a:lnTo>
                <a:lnTo>
                  <a:pt x="1556527" y="622299"/>
                </a:lnTo>
                <a:lnTo>
                  <a:pt x="1772237" y="622299"/>
                </a:lnTo>
                <a:lnTo>
                  <a:pt x="2539375" y="698499"/>
                </a:lnTo>
                <a:lnTo>
                  <a:pt x="2576434" y="698499"/>
                </a:lnTo>
                <a:lnTo>
                  <a:pt x="2574709" y="711199"/>
                </a:lnTo>
                <a:lnTo>
                  <a:pt x="2637476" y="736599"/>
                </a:lnTo>
                <a:lnTo>
                  <a:pt x="2575868" y="736599"/>
                </a:lnTo>
                <a:lnTo>
                  <a:pt x="2577705" y="749299"/>
                </a:lnTo>
                <a:lnTo>
                  <a:pt x="2555861" y="749299"/>
                </a:lnTo>
                <a:lnTo>
                  <a:pt x="1872877" y="1689099"/>
                </a:lnTo>
                <a:close/>
              </a:path>
              <a:path w="3207385" h="3175000">
                <a:moveTo>
                  <a:pt x="1846341" y="1689099"/>
                </a:moveTo>
                <a:lnTo>
                  <a:pt x="1826098" y="1689099"/>
                </a:lnTo>
                <a:lnTo>
                  <a:pt x="1535747" y="634999"/>
                </a:lnTo>
                <a:lnTo>
                  <a:pt x="1558035" y="634999"/>
                </a:lnTo>
                <a:lnTo>
                  <a:pt x="1846341" y="1689099"/>
                </a:lnTo>
                <a:close/>
              </a:path>
              <a:path w="3207385" h="3175000">
                <a:moveTo>
                  <a:pt x="2815318" y="1879599"/>
                </a:moveTo>
                <a:lnTo>
                  <a:pt x="2791968" y="1879599"/>
                </a:lnTo>
                <a:lnTo>
                  <a:pt x="3181857" y="965199"/>
                </a:lnTo>
                <a:lnTo>
                  <a:pt x="2575868" y="736599"/>
                </a:lnTo>
                <a:lnTo>
                  <a:pt x="2637476" y="736599"/>
                </a:lnTo>
                <a:lnTo>
                  <a:pt x="3177693" y="939799"/>
                </a:lnTo>
                <a:lnTo>
                  <a:pt x="3200661" y="939799"/>
                </a:lnTo>
                <a:lnTo>
                  <a:pt x="3206199" y="952499"/>
                </a:lnTo>
                <a:lnTo>
                  <a:pt x="3206865" y="952499"/>
                </a:lnTo>
                <a:lnTo>
                  <a:pt x="3202663" y="1015999"/>
                </a:lnTo>
                <a:lnTo>
                  <a:pt x="3181148" y="1015999"/>
                </a:lnTo>
                <a:lnTo>
                  <a:pt x="2815318" y="1879599"/>
                </a:lnTo>
                <a:close/>
              </a:path>
              <a:path w="3207385" h="3175000">
                <a:moveTo>
                  <a:pt x="2886909" y="1904999"/>
                </a:moveTo>
                <a:lnTo>
                  <a:pt x="2774451" y="1904999"/>
                </a:lnTo>
                <a:lnTo>
                  <a:pt x="2555861" y="749299"/>
                </a:lnTo>
                <a:lnTo>
                  <a:pt x="2577705" y="749299"/>
                </a:lnTo>
                <a:lnTo>
                  <a:pt x="2791968" y="1879599"/>
                </a:lnTo>
                <a:lnTo>
                  <a:pt x="2815318" y="1879599"/>
                </a:lnTo>
                <a:lnTo>
                  <a:pt x="2806371" y="1892299"/>
                </a:lnTo>
                <a:lnTo>
                  <a:pt x="2893955" y="1892299"/>
                </a:lnTo>
                <a:lnTo>
                  <a:pt x="2886909" y="1904999"/>
                </a:lnTo>
                <a:close/>
              </a:path>
              <a:path w="3207385" h="3175000">
                <a:moveTo>
                  <a:pt x="0" y="1803399"/>
                </a:moveTo>
                <a:lnTo>
                  <a:pt x="0" y="1777999"/>
                </a:lnTo>
                <a:lnTo>
                  <a:pt x="602120" y="1282699"/>
                </a:lnTo>
                <a:lnTo>
                  <a:pt x="0" y="990599"/>
                </a:lnTo>
                <a:lnTo>
                  <a:pt x="0" y="965199"/>
                </a:lnTo>
                <a:lnTo>
                  <a:pt x="611115" y="1257299"/>
                </a:lnTo>
                <a:lnTo>
                  <a:pt x="664109" y="1257299"/>
                </a:lnTo>
                <a:lnTo>
                  <a:pt x="644795" y="1269999"/>
                </a:lnTo>
                <a:lnTo>
                  <a:pt x="700545" y="1295399"/>
                </a:lnTo>
                <a:lnTo>
                  <a:pt x="614635" y="1295399"/>
                </a:lnTo>
                <a:lnTo>
                  <a:pt x="0" y="1803399"/>
                </a:lnTo>
                <a:close/>
              </a:path>
              <a:path w="3207385" h="3175000">
                <a:moveTo>
                  <a:pt x="2893955" y="1892299"/>
                </a:moveTo>
                <a:lnTo>
                  <a:pt x="2806371" y="1892299"/>
                </a:lnTo>
                <a:lnTo>
                  <a:pt x="3126968" y="1816099"/>
                </a:lnTo>
                <a:lnTo>
                  <a:pt x="3181148" y="1015999"/>
                </a:lnTo>
                <a:lnTo>
                  <a:pt x="3202663" y="1015999"/>
                </a:lnTo>
                <a:lnTo>
                  <a:pt x="3147789" y="1828799"/>
                </a:lnTo>
                <a:lnTo>
                  <a:pt x="3146824" y="1828799"/>
                </a:lnTo>
                <a:lnTo>
                  <a:pt x="3136977" y="1841499"/>
                </a:lnTo>
                <a:lnTo>
                  <a:pt x="3110117" y="1841499"/>
                </a:lnTo>
                <a:lnTo>
                  <a:pt x="2893955" y="1892299"/>
                </a:lnTo>
                <a:close/>
              </a:path>
              <a:path w="3207385" h="3175000">
                <a:moveTo>
                  <a:pt x="851842" y="2451099"/>
                </a:moveTo>
                <a:lnTo>
                  <a:pt x="829983" y="2451099"/>
                </a:lnTo>
                <a:lnTo>
                  <a:pt x="614681" y="1295647"/>
                </a:lnTo>
                <a:lnTo>
                  <a:pt x="614635" y="1295399"/>
                </a:lnTo>
                <a:lnTo>
                  <a:pt x="635822" y="1295399"/>
                </a:lnTo>
                <a:lnTo>
                  <a:pt x="636522" y="1295647"/>
                </a:lnTo>
                <a:lnTo>
                  <a:pt x="851842" y="2451099"/>
                </a:lnTo>
                <a:close/>
              </a:path>
              <a:path w="3207385" h="3175000">
                <a:moveTo>
                  <a:pt x="636522" y="1295647"/>
                </a:moveTo>
                <a:lnTo>
                  <a:pt x="635822" y="1295399"/>
                </a:lnTo>
                <a:lnTo>
                  <a:pt x="636476" y="1295399"/>
                </a:lnTo>
                <a:lnTo>
                  <a:pt x="636522" y="1295647"/>
                </a:lnTo>
                <a:close/>
              </a:path>
              <a:path w="3207385" h="3175000">
                <a:moveTo>
                  <a:pt x="887383" y="2451099"/>
                </a:moveTo>
                <a:lnTo>
                  <a:pt x="852115" y="2451099"/>
                </a:lnTo>
                <a:lnTo>
                  <a:pt x="1819615" y="1714499"/>
                </a:lnTo>
                <a:lnTo>
                  <a:pt x="636522" y="1295647"/>
                </a:lnTo>
                <a:lnTo>
                  <a:pt x="636476" y="1295399"/>
                </a:lnTo>
                <a:lnTo>
                  <a:pt x="700545" y="1295399"/>
                </a:lnTo>
                <a:lnTo>
                  <a:pt x="1826098" y="1689099"/>
                </a:lnTo>
                <a:lnTo>
                  <a:pt x="1867477" y="1689099"/>
                </a:lnTo>
                <a:lnTo>
                  <a:pt x="1860251" y="1701799"/>
                </a:lnTo>
                <a:lnTo>
                  <a:pt x="1955186" y="1727199"/>
                </a:lnTo>
                <a:lnTo>
                  <a:pt x="1832581" y="1727199"/>
                </a:lnTo>
                <a:lnTo>
                  <a:pt x="887383" y="2451099"/>
                </a:lnTo>
                <a:close/>
              </a:path>
              <a:path w="3207385" h="3175000">
                <a:moveTo>
                  <a:pt x="1939177" y="2616199"/>
                </a:moveTo>
                <a:lnTo>
                  <a:pt x="1894983" y="2616199"/>
                </a:lnTo>
                <a:lnTo>
                  <a:pt x="1832581" y="1727199"/>
                </a:lnTo>
                <a:lnTo>
                  <a:pt x="1854120" y="1727199"/>
                </a:lnTo>
                <a:lnTo>
                  <a:pt x="1915891" y="2603499"/>
                </a:lnTo>
                <a:lnTo>
                  <a:pt x="1949983" y="2603499"/>
                </a:lnTo>
                <a:lnTo>
                  <a:pt x="1939177" y="2616199"/>
                </a:lnTo>
                <a:close/>
              </a:path>
              <a:path w="3207385" h="3175000">
                <a:moveTo>
                  <a:pt x="1949983" y="2603499"/>
                </a:moveTo>
                <a:lnTo>
                  <a:pt x="1915891" y="2603499"/>
                </a:lnTo>
                <a:lnTo>
                  <a:pt x="2763889" y="1917699"/>
                </a:lnTo>
                <a:lnTo>
                  <a:pt x="1853618" y="1727199"/>
                </a:lnTo>
                <a:lnTo>
                  <a:pt x="1955186" y="1727199"/>
                </a:lnTo>
                <a:lnTo>
                  <a:pt x="2774451" y="1904999"/>
                </a:lnTo>
                <a:lnTo>
                  <a:pt x="2886909" y="1904999"/>
                </a:lnTo>
                <a:lnTo>
                  <a:pt x="2795724" y="1917699"/>
                </a:lnTo>
                <a:lnTo>
                  <a:pt x="2783752" y="1943099"/>
                </a:lnTo>
                <a:lnTo>
                  <a:pt x="2760284" y="1943099"/>
                </a:lnTo>
                <a:lnTo>
                  <a:pt x="1949983" y="2603499"/>
                </a:lnTo>
                <a:close/>
              </a:path>
              <a:path w="3207385" h="3175000">
                <a:moveTo>
                  <a:pt x="2469507" y="2717799"/>
                </a:moveTo>
                <a:lnTo>
                  <a:pt x="2442627" y="2717799"/>
                </a:lnTo>
                <a:lnTo>
                  <a:pt x="3110117" y="1841499"/>
                </a:lnTo>
                <a:lnTo>
                  <a:pt x="3136977" y="1841499"/>
                </a:lnTo>
                <a:lnTo>
                  <a:pt x="2469507" y="2717799"/>
                </a:lnTo>
                <a:close/>
              </a:path>
              <a:path w="3207385" h="3175000">
                <a:moveTo>
                  <a:pt x="2419545" y="2793999"/>
                </a:moveTo>
                <a:lnTo>
                  <a:pt x="2390121" y="2793999"/>
                </a:lnTo>
                <a:lnTo>
                  <a:pt x="2760284" y="1943099"/>
                </a:lnTo>
                <a:lnTo>
                  <a:pt x="2783752" y="1943099"/>
                </a:lnTo>
                <a:lnTo>
                  <a:pt x="2442627" y="2717799"/>
                </a:lnTo>
                <a:lnTo>
                  <a:pt x="2469507" y="2717799"/>
                </a:lnTo>
                <a:lnTo>
                  <a:pt x="2419545" y="2793999"/>
                </a:lnTo>
                <a:close/>
              </a:path>
              <a:path w="3207385" h="3175000">
                <a:moveTo>
                  <a:pt x="0" y="2717799"/>
                </a:moveTo>
                <a:lnTo>
                  <a:pt x="0" y="2705099"/>
                </a:lnTo>
                <a:lnTo>
                  <a:pt x="816889" y="2463799"/>
                </a:lnTo>
                <a:lnTo>
                  <a:pt x="0" y="2006599"/>
                </a:lnTo>
                <a:lnTo>
                  <a:pt x="0" y="1981199"/>
                </a:lnTo>
                <a:lnTo>
                  <a:pt x="829983" y="2451099"/>
                </a:lnTo>
                <a:lnTo>
                  <a:pt x="887383" y="2451099"/>
                </a:lnTo>
                <a:lnTo>
                  <a:pt x="871456" y="2463799"/>
                </a:lnTo>
                <a:lnTo>
                  <a:pt x="1005992" y="2489199"/>
                </a:lnTo>
                <a:lnTo>
                  <a:pt x="838999" y="2489199"/>
                </a:lnTo>
                <a:lnTo>
                  <a:pt x="44378" y="2705099"/>
                </a:lnTo>
                <a:lnTo>
                  <a:pt x="0" y="2717799"/>
                </a:lnTo>
                <a:close/>
              </a:path>
              <a:path w="3207385" h="3175000">
                <a:moveTo>
                  <a:pt x="1180245" y="3136899"/>
                </a:moveTo>
                <a:lnTo>
                  <a:pt x="1156376" y="3136899"/>
                </a:lnTo>
                <a:lnTo>
                  <a:pt x="838999" y="2489199"/>
                </a:lnTo>
                <a:lnTo>
                  <a:pt x="863234" y="2489199"/>
                </a:lnTo>
                <a:lnTo>
                  <a:pt x="1180245" y="3136899"/>
                </a:lnTo>
                <a:close/>
              </a:path>
              <a:path w="3207385" h="3175000">
                <a:moveTo>
                  <a:pt x="1271433" y="3149599"/>
                </a:moveTo>
                <a:lnTo>
                  <a:pt x="1181534" y="3149599"/>
                </a:lnTo>
                <a:lnTo>
                  <a:pt x="1879034" y="2628899"/>
                </a:lnTo>
                <a:lnTo>
                  <a:pt x="863234" y="2489199"/>
                </a:lnTo>
                <a:lnTo>
                  <a:pt x="1011412" y="2489199"/>
                </a:lnTo>
                <a:lnTo>
                  <a:pt x="1894983" y="2616199"/>
                </a:lnTo>
                <a:lnTo>
                  <a:pt x="1939177" y="2616199"/>
                </a:lnTo>
                <a:lnTo>
                  <a:pt x="1928213" y="2628899"/>
                </a:lnTo>
                <a:lnTo>
                  <a:pt x="1972076" y="2641599"/>
                </a:lnTo>
                <a:lnTo>
                  <a:pt x="1908356" y="2641599"/>
                </a:lnTo>
                <a:lnTo>
                  <a:pt x="1233547" y="3136899"/>
                </a:lnTo>
                <a:lnTo>
                  <a:pt x="1310062" y="3136899"/>
                </a:lnTo>
                <a:lnTo>
                  <a:pt x="1271433" y="3149599"/>
                </a:lnTo>
                <a:close/>
              </a:path>
              <a:path w="3207385" h="3175000">
                <a:moveTo>
                  <a:pt x="1310062" y="3136899"/>
                </a:moveTo>
                <a:lnTo>
                  <a:pt x="1233547" y="3136899"/>
                </a:lnTo>
                <a:lnTo>
                  <a:pt x="2361163" y="2806699"/>
                </a:lnTo>
                <a:lnTo>
                  <a:pt x="1908356" y="2641599"/>
                </a:lnTo>
                <a:lnTo>
                  <a:pt x="1972076" y="2641599"/>
                </a:lnTo>
                <a:lnTo>
                  <a:pt x="2390121" y="2793999"/>
                </a:lnTo>
                <a:lnTo>
                  <a:pt x="2419545" y="2793999"/>
                </a:lnTo>
                <a:lnTo>
                  <a:pt x="2404053" y="2806699"/>
                </a:lnTo>
                <a:lnTo>
                  <a:pt x="2399587" y="2806699"/>
                </a:lnTo>
                <a:lnTo>
                  <a:pt x="2399330" y="2819399"/>
                </a:lnTo>
                <a:lnTo>
                  <a:pt x="1310062" y="3136899"/>
                </a:lnTo>
                <a:close/>
              </a:path>
              <a:path w="3207385" h="3175000">
                <a:moveTo>
                  <a:pt x="1181837" y="3174999"/>
                </a:moveTo>
                <a:lnTo>
                  <a:pt x="1171335" y="3174999"/>
                </a:lnTo>
                <a:lnTo>
                  <a:pt x="428416" y="3047999"/>
                </a:lnTo>
                <a:lnTo>
                  <a:pt x="426935" y="3047999"/>
                </a:lnTo>
                <a:lnTo>
                  <a:pt x="0" y="2768599"/>
                </a:lnTo>
                <a:lnTo>
                  <a:pt x="0" y="2730499"/>
                </a:lnTo>
                <a:lnTo>
                  <a:pt x="96492" y="2755899"/>
                </a:lnTo>
                <a:lnTo>
                  <a:pt x="32774" y="2755899"/>
                </a:lnTo>
                <a:lnTo>
                  <a:pt x="435607" y="3035299"/>
                </a:lnTo>
                <a:lnTo>
                  <a:pt x="1067206" y="3136899"/>
                </a:lnTo>
                <a:lnTo>
                  <a:pt x="1180245" y="3136899"/>
                </a:lnTo>
                <a:lnTo>
                  <a:pt x="1181534" y="3149599"/>
                </a:lnTo>
                <a:lnTo>
                  <a:pt x="1271433" y="3149599"/>
                </a:lnTo>
                <a:lnTo>
                  <a:pt x="1181837" y="3174999"/>
                </a:lnTo>
                <a:close/>
              </a:path>
              <a:path w="3207385" h="3175000">
                <a:moveTo>
                  <a:pt x="1130906" y="3136899"/>
                </a:moveTo>
                <a:lnTo>
                  <a:pt x="1067206" y="3136899"/>
                </a:lnTo>
                <a:lnTo>
                  <a:pt x="32774" y="2755899"/>
                </a:lnTo>
                <a:lnTo>
                  <a:pt x="96492" y="2755899"/>
                </a:lnTo>
                <a:lnTo>
                  <a:pt x="1130906" y="3136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3072383" y="7492455"/>
            <a:ext cx="2258060" cy="7010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2600" spc="140" b="1">
                <a:solidFill>
                  <a:srgbClr val="FFFFFF"/>
                </a:solidFill>
                <a:latin typeface="Trebuchet MS"/>
                <a:cs typeface="Trebuchet MS"/>
              </a:rPr>
              <a:t>Olivia</a:t>
            </a:r>
            <a:r>
              <a:rPr dirty="0" sz="2600" spc="-2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185" b="1">
                <a:solidFill>
                  <a:srgbClr val="FFFFFF"/>
                </a:solidFill>
                <a:latin typeface="Trebuchet MS"/>
                <a:cs typeface="Trebuchet MS"/>
              </a:rPr>
              <a:t>Wilson</a:t>
            </a:r>
            <a:endParaRPr sz="2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800" spc="-10">
                <a:solidFill>
                  <a:srgbClr val="FFFFFF"/>
                </a:solidFill>
                <a:latin typeface="Lucida Sans Unicode"/>
                <a:cs typeface="Lucida Sans Unicode"/>
              </a:rPr>
              <a:t>Developer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941009" y="9083539"/>
            <a:ext cx="2375535" cy="1202690"/>
          </a:xfrm>
          <a:custGeom>
            <a:avLst/>
            <a:gdLst/>
            <a:ahLst/>
            <a:cxnLst/>
            <a:rect l="l" t="t" r="r" b="b"/>
            <a:pathLst>
              <a:path w="2375534" h="1202690">
                <a:moveTo>
                  <a:pt x="1025049" y="57150"/>
                </a:moveTo>
                <a:lnTo>
                  <a:pt x="979410" y="57150"/>
                </a:lnTo>
                <a:lnTo>
                  <a:pt x="1183243" y="0"/>
                </a:lnTo>
                <a:lnTo>
                  <a:pt x="1184690" y="0"/>
                </a:lnTo>
                <a:lnTo>
                  <a:pt x="1277176" y="11430"/>
                </a:lnTo>
                <a:lnTo>
                  <a:pt x="1184579" y="11430"/>
                </a:lnTo>
                <a:lnTo>
                  <a:pt x="1025049" y="57150"/>
                </a:lnTo>
                <a:close/>
              </a:path>
              <a:path w="2375534" h="1202690">
                <a:moveTo>
                  <a:pt x="1610510" y="57150"/>
                </a:moveTo>
                <a:lnTo>
                  <a:pt x="1517940" y="57150"/>
                </a:lnTo>
                <a:lnTo>
                  <a:pt x="1184579" y="11430"/>
                </a:lnTo>
                <a:lnTo>
                  <a:pt x="1277176" y="11430"/>
                </a:lnTo>
                <a:lnTo>
                  <a:pt x="1610510" y="57150"/>
                </a:lnTo>
                <a:close/>
              </a:path>
              <a:path w="2375534" h="1202690">
                <a:moveTo>
                  <a:pt x="12469" y="1202690"/>
                </a:moveTo>
                <a:lnTo>
                  <a:pt x="0" y="1202690"/>
                </a:lnTo>
                <a:lnTo>
                  <a:pt x="23602" y="777240"/>
                </a:lnTo>
                <a:lnTo>
                  <a:pt x="23889" y="775970"/>
                </a:lnTo>
                <a:lnTo>
                  <a:pt x="24102" y="774700"/>
                </a:lnTo>
                <a:lnTo>
                  <a:pt x="24588" y="774700"/>
                </a:lnTo>
                <a:lnTo>
                  <a:pt x="455476" y="214630"/>
                </a:lnTo>
                <a:lnTo>
                  <a:pt x="462544" y="205740"/>
                </a:lnTo>
                <a:lnTo>
                  <a:pt x="462856" y="204470"/>
                </a:lnTo>
                <a:lnTo>
                  <a:pt x="464466" y="204470"/>
                </a:lnTo>
                <a:lnTo>
                  <a:pt x="465290" y="203200"/>
                </a:lnTo>
                <a:lnTo>
                  <a:pt x="465426" y="203200"/>
                </a:lnTo>
                <a:lnTo>
                  <a:pt x="965233" y="60960"/>
                </a:lnTo>
                <a:lnTo>
                  <a:pt x="970667" y="58420"/>
                </a:lnTo>
                <a:lnTo>
                  <a:pt x="971542" y="57150"/>
                </a:lnTo>
                <a:lnTo>
                  <a:pt x="1612238" y="57150"/>
                </a:lnTo>
                <a:lnTo>
                  <a:pt x="1613237" y="58420"/>
                </a:lnTo>
                <a:lnTo>
                  <a:pt x="1627962" y="69850"/>
                </a:lnTo>
                <a:lnTo>
                  <a:pt x="1000413" y="69850"/>
                </a:lnTo>
                <a:lnTo>
                  <a:pt x="1006366" y="72390"/>
                </a:lnTo>
                <a:lnTo>
                  <a:pt x="978124" y="72390"/>
                </a:lnTo>
                <a:lnTo>
                  <a:pt x="977394" y="76200"/>
                </a:lnTo>
                <a:lnTo>
                  <a:pt x="964646" y="76200"/>
                </a:lnTo>
                <a:lnTo>
                  <a:pt x="948856" y="86360"/>
                </a:lnTo>
                <a:lnTo>
                  <a:pt x="924735" y="86360"/>
                </a:lnTo>
                <a:lnTo>
                  <a:pt x="472341" y="214630"/>
                </a:lnTo>
                <a:lnTo>
                  <a:pt x="465650" y="238760"/>
                </a:lnTo>
                <a:lnTo>
                  <a:pt x="452685" y="238760"/>
                </a:lnTo>
                <a:lnTo>
                  <a:pt x="88722" y="711200"/>
                </a:lnTo>
                <a:lnTo>
                  <a:pt x="106580" y="711200"/>
                </a:lnTo>
                <a:lnTo>
                  <a:pt x="38753" y="777240"/>
                </a:lnTo>
                <a:lnTo>
                  <a:pt x="54669" y="792480"/>
                </a:lnTo>
                <a:lnTo>
                  <a:pt x="36157" y="792480"/>
                </a:lnTo>
                <a:lnTo>
                  <a:pt x="38854" y="951230"/>
                </a:lnTo>
                <a:lnTo>
                  <a:pt x="26361" y="951230"/>
                </a:lnTo>
                <a:lnTo>
                  <a:pt x="12469" y="1202690"/>
                </a:lnTo>
                <a:close/>
              </a:path>
              <a:path w="2375534" h="1202690">
                <a:moveTo>
                  <a:pt x="1575858" y="346710"/>
                </a:moveTo>
                <a:lnTo>
                  <a:pt x="1563255" y="346710"/>
                </a:lnTo>
                <a:lnTo>
                  <a:pt x="1602903" y="69850"/>
                </a:lnTo>
                <a:lnTo>
                  <a:pt x="1627962" y="69850"/>
                </a:lnTo>
                <a:lnTo>
                  <a:pt x="1634786" y="74930"/>
                </a:lnTo>
                <a:lnTo>
                  <a:pt x="1614722" y="74930"/>
                </a:lnTo>
                <a:lnTo>
                  <a:pt x="1575858" y="346710"/>
                </a:lnTo>
                <a:close/>
              </a:path>
              <a:path w="2375534" h="1202690">
                <a:moveTo>
                  <a:pt x="926171" y="547370"/>
                </a:moveTo>
                <a:lnTo>
                  <a:pt x="880844" y="547370"/>
                </a:lnTo>
                <a:lnTo>
                  <a:pt x="1550975" y="355600"/>
                </a:lnTo>
                <a:lnTo>
                  <a:pt x="978124" y="72390"/>
                </a:lnTo>
                <a:lnTo>
                  <a:pt x="1006366" y="72390"/>
                </a:lnTo>
                <a:lnTo>
                  <a:pt x="1563255" y="346710"/>
                </a:lnTo>
                <a:lnTo>
                  <a:pt x="1575858" y="346710"/>
                </a:lnTo>
                <a:lnTo>
                  <a:pt x="1575211" y="351790"/>
                </a:lnTo>
                <a:lnTo>
                  <a:pt x="1639716" y="365760"/>
                </a:lnTo>
                <a:lnTo>
                  <a:pt x="1559049" y="365760"/>
                </a:lnTo>
                <a:lnTo>
                  <a:pt x="926171" y="547370"/>
                </a:lnTo>
                <a:close/>
              </a:path>
              <a:path w="2375534" h="1202690">
                <a:moveTo>
                  <a:pt x="2127249" y="467360"/>
                </a:moveTo>
                <a:lnTo>
                  <a:pt x="2107189" y="467360"/>
                </a:lnTo>
                <a:lnTo>
                  <a:pt x="1614722" y="74930"/>
                </a:lnTo>
                <a:lnTo>
                  <a:pt x="1634786" y="74930"/>
                </a:lnTo>
                <a:lnTo>
                  <a:pt x="2127249" y="467360"/>
                </a:lnTo>
                <a:close/>
              </a:path>
              <a:path w="2375534" h="1202690">
                <a:moveTo>
                  <a:pt x="880844" y="547370"/>
                </a:moveTo>
                <a:lnTo>
                  <a:pt x="867965" y="547370"/>
                </a:lnTo>
                <a:lnTo>
                  <a:pt x="964646" y="76200"/>
                </a:lnTo>
                <a:lnTo>
                  <a:pt x="977394" y="76200"/>
                </a:lnTo>
                <a:lnTo>
                  <a:pt x="880844" y="547370"/>
                </a:lnTo>
                <a:close/>
              </a:path>
              <a:path w="2375534" h="1202690">
                <a:moveTo>
                  <a:pt x="448103" y="388620"/>
                </a:moveTo>
                <a:lnTo>
                  <a:pt x="423981" y="388620"/>
                </a:lnTo>
                <a:lnTo>
                  <a:pt x="924735" y="86360"/>
                </a:lnTo>
                <a:lnTo>
                  <a:pt x="948856" y="86360"/>
                </a:lnTo>
                <a:lnTo>
                  <a:pt x="448103" y="388620"/>
                </a:lnTo>
                <a:close/>
              </a:path>
              <a:path w="2375534" h="1202690">
                <a:moveTo>
                  <a:pt x="106580" y="711200"/>
                </a:moveTo>
                <a:lnTo>
                  <a:pt x="88722" y="711200"/>
                </a:lnTo>
                <a:lnTo>
                  <a:pt x="408194" y="398780"/>
                </a:lnTo>
                <a:lnTo>
                  <a:pt x="452685" y="238760"/>
                </a:lnTo>
                <a:lnTo>
                  <a:pt x="465650" y="238760"/>
                </a:lnTo>
                <a:lnTo>
                  <a:pt x="423981" y="388620"/>
                </a:lnTo>
                <a:lnTo>
                  <a:pt x="448103" y="388620"/>
                </a:lnTo>
                <a:lnTo>
                  <a:pt x="428536" y="400050"/>
                </a:lnTo>
                <a:lnTo>
                  <a:pt x="457533" y="410210"/>
                </a:lnTo>
                <a:lnTo>
                  <a:pt x="418191" y="410210"/>
                </a:lnTo>
                <a:lnTo>
                  <a:pt x="415263" y="421640"/>
                </a:lnTo>
                <a:lnTo>
                  <a:pt x="402404" y="421640"/>
                </a:lnTo>
                <a:lnTo>
                  <a:pt x="106580" y="711200"/>
                </a:lnTo>
                <a:close/>
              </a:path>
              <a:path w="2375534" h="1202690">
                <a:moveTo>
                  <a:pt x="1417008" y="896620"/>
                </a:moveTo>
                <a:lnTo>
                  <a:pt x="1403999" y="896620"/>
                </a:lnTo>
                <a:lnTo>
                  <a:pt x="1559049" y="365760"/>
                </a:lnTo>
                <a:lnTo>
                  <a:pt x="1582636" y="365760"/>
                </a:lnTo>
                <a:lnTo>
                  <a:pt x="1585891" y="370840"/>
                </a:lnTo>
                <a:lnTo>
                  <a:pt x="1570606" y="370840"/>
                </a:lnTo>
                <a:lnTo>
                  <a:pt x="1417008" y="896620"/>
                </a:lnTo>
                <a:close/>
              </a:path>
              <a:path w="2375534" h="1202690">
                <a:moveTo>
                  <a:pt x="2010843" y="951230"/>
                </a:moveTo>
                <a:lnTo>
                  <a:pt x="1997928" y="951230"/>
                </a:lnTo>
                <a:lnTo>
                  <a:pt x="2124274" y="483870"/>
                </a:lnTo>
                <a:lnTo>
                  <a:pt x="1582636" y="365760"/>
                </a:lnTo>
                <a:lnTo>
                  <a:pt x="1641557" y="365760"/>
                </a:lnTo>
                <a:lnTo>
                  <a:pt x="2107189" y="467360"/>
                </a:lnTo>
                <a:lnTo>
                  <a:pt x="2127249" y="467360"/>
                </a:lnTo>
                <a:lnTo>
                  <a:pt x="2136729" y="474980"/>
                </a:lnTo>
                <a:lnTo>
                  <a:pt x="2137266" y="474980"/>
                </a:lnTo>
                <a:lnTo>
                  <a:pt x="2137665" y="476250"/>
                </a:lnTo>
                <a:lnTo>
                  <a:pt x="2137827" y="476250"/>
                </a:lnTo>
                <a:lnTo>
                  <a:pt x="2146356" y="499110"/>
                </a:lnTo>
                <a:lnTo>
                  <a:pt x="2133010" y="499110"/>
                </a:lnTo>
                <a:lnTo>
                  <a:pt x="2010843" y="951230"/>
                </a:lnTo>
                <a:close/>
              </a:path>
              <a:path w="2375534" h="1202690">
                <a:moveTo>
                  <a:pt x="2009003" y="957580"/>
                </a:moveTo>
                <a:lnTo>
                  <a:pt x="1987458" y="957580"/>
                </a:lnTo>
                <a:lnTo>
                  <a:pt x="1570606" y="370840"/>
                </a:lnTo>
                <a:lnTo>
                  <a:pt x="1585891" y="370840"/>
                </a:lnTo>
                <a:lnTo>
                  <a:pt x="1997928" y="951230"/>
                </a:lnTo>
                <a:lnTo>
                  <a:pt x="2010843" y="951230"/>
                </a:lnTo>
                <a:lnTo>
                  <a:pt x="2009003" y="957580"/>
                </a:lnTo>
                <a:close/>
              </a:path>
              <a:path w="2375534" h="1202690">
                <a:moveTo>
                  <a:pt x="298304" y="979170"/>
                </a:moveTo>
                <a:lnTo>
                  <a:pt x="276981" y="979170"/>
                </a:lnTo>
                <a:lnTo>
                  <a:pt x="859154" y="557530"/>
                </a:lnTo>
                <a:lnTo>
                  <a:pt x="418191" y="410210"/>
                </a:lnTo>
                <a:lnTo>
                  <a:pt x="457533" y="410210"/>
                </a:lnTo>
                <a:lnTo>
                  <a:pt x="867965" y="547370"/>
                </a:lnTo>
                <a:lnTo>
                  <a:pt x="923816" y="547370"/>
                </a:lnTo>
                <a:lnTo>
                  <a:pt x="887483" y="557530"/>
                </a:lnTo>
                <a:lnTo>
                  <a:pt x="901695" y="567690"/>
                </a:lnTo>
                <a:lnTo>
                  <a:pt x="866417" y="567690"/>
                </a:lnTo>
                <a:lnTo>
                  <a:pt x="298304" y="979170"/>
                </a:lnTo>
                <a:close/>
              </a:path>
              <a:path w="2375534" h="1202690">
                <a:moveTo>
                  <a:pt x="293607" y="981710"/>
                </a:moveTo>
                <a:lnTo>
                  <a:pt x="263278" y="981710"/>
                </a:lnTo>
                <a:lnTo>
                  <a:pt x="402404" y="421640"/>
                </a:lnTo>
                <a:lnTo>
                  <a:pt x="415263" y="421640"/>
                </a:lnTo>
                <a:lnTo>
                  <a:pt x="276981" y="979170"/>
                </a:lnTo>
                <a:lnTo>
                  <a:pt x="298304" y="979170"/>
                </a:lnTo>
                <a:lnTo>
                  <a:pt x="293607" y="981710"/>
                </a:lnTo>
                <a:close/>
              </a:path>
              <a:path w="2375534" h="1202690">
                <a:moveTo>
                  <a:pt x="2371912" y="1092200"/>
                </a:moveTo>
                <a:lnTo>
                  <a:pt x="2358559" y="1092200"/>
                </a:lnTo>
                <a:lnTo>
                  <a:pt x="2133010" y="499110"/>
                </a:lnTo>
                <a:lnTo>
                  <a:pt x="2146356" y="499110"/>
                </a:lnTo>
                <a:lnTo>
                  <a:pt x="2371912" y="1092200"/>
                </a:lnTo>
                <a:close/>
              </a:path>
              <a:path w="2375534" h="1202690">
                <a:moveTo>
                  <a:pt x="878897" y="1202690"/>
                </a:moveTo>
                <a:lnTo>
                  <a:pt x="866417" y="1202690"/>
                </a:lnTo>
                <a:lnTo>
                  <a:pt x="866417" y="567690"/>
                </a:lnTo>
                <a:lnTo>
                  <a:pt x="878897" y="567690"/>
                </a:lnTo>
                <a:lnTo>
                  <a:pt x="878897" y="1202690"/>
                </a:lnTo>
                <a:close/>
              </a:path>
              <a:path w="2375534" h="1202690">
                <a:moveTo>
                  <a:pt x="1006068" y="1202690"/>
                </a:moveTo>
                <a:lnTo>
                  <a:pt x="984740" y="1202690"/>
                </a:lnTo>
                <a:lnTo>
                  <a:pt x="1396611" y="905510"/>
                </a:lnTo>
                <a:lnTo>
                  <a:pt x="878897" y="567690"/>
                </a:lnTo>
                <a:lnTo>
                  <a:pt x="901695" y="567690"/>
                </a:lnTo>
                <a:lnTo>
                  <a:pt x="1403999" y="896620"/>
                </a:lnTo>
                <a:lnTo>
                  <a:pt x="1417008" y="896620"/>
                </a:lnTo>
                <a:lnTo>
                  <a:pt x="1415731" y="900430"/>
                </a:lnTo>
                <a:lnTo>
                  <a:pt x="1541464" y="913130"/>
                </a:lnTo>
                <a:lnTo>
                  <a:pt x="1416055" y="913130"/>
                </a:lnTo>
                <a:lnTo>
                  <a:pt x="1416932" y="915670"/>
                </a:lnTo>
                <a:lnTo>
                  <a:pt x="1403975" y="915670"/>
                </a:lnTo>
                <a:lnTo>
                  <a:pt x="1006068" y="1202690"/>
                </a:lnTo>
                <a:close/>
              </a:path>
              <a:path w="2375534" h="1202690">
                <a:moveTo>
                  <a:pt x="186153" y="1202690"/>
                </a:moveTo>
                <a:lnTo>
                  <a:pt x="172629" y="1202690"/>
                </a:lnTo>
                <a:lnTo>
                  <a:pt x="259359" y="995680"/>
                </a:lnTo>
                <a:lnTo>
                  <a:pt x="36157" y="792480"/>
                </a:lnTo>
                <a:lnTo>
                  <a:pt x="54669" y="792480"/>
                </a:lnTo>
                <a:lnTo>
                  <a:pt x="263278" y="981710"/>
                </a:lnTo>
                <a:lnTo>
                  <a:pt x="293607" y="981710"/>
                </a:lnTo>
                <a:lnTo>
                  <a:pt x="278878" y="993140"/>
                </a:lnTo>
                <a:lnTo>
                  <a:pt x="304173" y="1004570"/>
                </a:lnTo>
                <a:lnTo>
                  <a:pt x="275883" y="1004570"/>
                </a:lnTo>
                <a:lnTo>
                  <a:pt x="277940" y="1013460"/>
                </a:lnTo>
                <a:lnTo>
                  <a:pt x="265125" y="1013460"/>
                </a:lnTo>
                <a:lnTo>
                  <a:pt x="186153" y="1202690"/>
                </a:lnTo>
                <a:close/>
              </a:path>
              <a:path w="2375534" h="1202690">
                <a:moveTo>
                  <a:pt x="1835436" y="1202690"/>
                </a:moveTo>
                <a:lnTo>
                  <a:pt x="1820008" y="1202690"/>
                </a:lnTo>
                <a:lnTo>
                  <a:pt x="1989055" y="970280"/>
                </a:lnTo>
                <a:lnTo>
                  <a:pt x="1416055" y="913130"/>
                </a:lnTo>
                <a:lnTo>
                  <a:pt x="1541464" y="913130"/>
                </a:lnTo>
                <a:lnTo>
                  <a:pt x="1987458" y="957580"/>
                </a:lnTo>
                <a:lnTo>
                  <a:pt x="2009003" y="957580"/>
                </a:lnTo>
                <a:lnTo>
                  <a:pt x="2008000" y="961390"/>
                </a:lnTo>
                <a:lnTo>
                  <a:pt x="2044491" y="975360"/>
                </a:lnTo>
                <a:lnTo>
                  <a:pt x="2008674" y="975360"/>
                </a:lnTo>
                <a:lnTo>
                  <a:pt x="2009742" y="980440"/>
                </a:lnTo>
                <a:lnTo>
                  <a:pt x="1997042" y="980440"/>
                </a:lnTo>
                <a:lnTo>
                  <a:pt x="1835436" y="1202690"/>
                </a:lnTo>
                <a:close/>
              </a:path>
              <a:path w="2375534" h="1202690">
                <a:moveTo>
                  <a:pt x="1495622" y="1202690"/>
                </a:moveTo>
                <a:lnTo>
                  <a:pt x="1482666" y="1202690"/>
                </a:lnTo>
                <a:lnTo>
                  <a:pt x="1403975" y="915670"/>
                </a:lnTo>
                <a:lnTo>
                  <a:pt x="1416932" y="915670"/>
                </a:lnTo>
                <a:lnTo>
                  <a:pt x="1495622" y="1202690"/>
                </a:lnTo>
                <a:close/>
              </a:path>
              <a:path w="2375534" h="1202690">
                <a:moveTo>
                  <a:pt x="43133" y="1202690"/>
                </a:moveTo>
                <a:lnTo>
                  <a:pt x="30634" y="1202690"/>
                </a:lnTo>
                <a:lnTo>
                  <a:pt x="26536" y="961390"/>
                </a:lnTo>
                <a:lnTo>
                  <a:pt x="26473" y="957580"/>
                </a:lnTo>
                <a:lnTo>
                  <a:pt x="26361" y="951230"/>
                </a:lnTo>
                <a:lnTo>
                  <a:pt x="38854" y="951230"/>
                </a:lnTo>
                <a:lnTo>
                  <a:pt x="43133" y="1202690"/>
                </a:lnTo>
                <a:close/>
              </a:path>
              <a:path w="2375534" h="1202690">
                <a:moveTo>
                  <a:pt x="2333329" y="1202690"/>
                </a:moveTo>
                <a:lnTo>
                  <a:pt x="2319757" y="1202690"/>
                </a:lnTo>
                <a:lnTo>
                  <a:pt x="2360980" y="1106170"/>
                </a:lnTo>
                <a:lnTo>
                  <a:pt x="2008674" y="975360"/>
                </a:lnTo>
                <a:lnTo>
                  <a:pt x="2044491" y="975360"/>
                </a:lnTo>
                <a:lnTo>
                  <a:pt x="2358559" y="1092200"/>
                </a:lnTo>
                <a:lnTo>
                  <a:pt x="2371912" y="1092200"/>
                </a:lnTo>
                <a:lnTo>
                  <a:pt x="2375132" y="1099820"/>
                </a:lnTo>
                <a:lnTo>
                  <a:pt x="2375406" y="1101090"/>
                </a:lnTo>
                <a:lnTo>
                  <a:pt x="2375519" y="1102360"/>
                </a:lnTo>
                <a:lnTo>
                  <a:pt x="2373076" y="1139190"/>
                </a:lnTo>
                <a:lnTo>
                  <a:pt x="2360568" y="1139190"/>
                </a:lnTo>
                <a:lnTo>
                  <a:pt x="2333329" y="1202690"/>
                </a:lnTo>
                <a:close/>
              </a:path>
              <a:path w="2375534" h="1202690">
                <a:moveTo>
                  <a:pt x="2051829" y="1202690"/>
                </a:moveTo>
                <a:lnTo>
                  <a:pt x="2039132" y="1202690"/>
                </a:lnTo>
                <a:lnTo>
                  <a:pt x="1997042" y="980440"/>
                </a:lnTo>
                <a:lnTo>
                  <a:pt x="2009742" y="980440"/>
                </a:lnTo>
                <a:lnTo>
                  <a:pt x="2051829" y="1202690"/>
                </a:lnTo>
                <a:close/>
              </a:path>
              <a:path w="2375534" h="1202690">
                <a:moveTo>
                  <a:pt x="706729" y="1202690"/>
                </a:moveTo>
                <a:lnTo>
                  <a:pt x="678424" y="1202690"/>
                </a:lnTo>
                <a:lnTo>
                  <a:pt x="275883" y="1004570"/>
                </a:lnTo>
                <a:lnTo>
                  <a:pt x="304173" y="1004570"/>
                </a:lnTo>
                <a:lnTo>
                  <a:pt x="706729" y="1202690"/>
                </a:lnTo>
                <a:close/>
              </a:path>
              <a:path w="2375534" h="1202690">
                <a:moveTo>
                  <a:pt x="322096" y="1202690"/>
                </a:moveTo>
                <a:lnTo>
                  <a:pt x="309277" y="1202690"/>
                </a:lnTo>
                <a:lnTo>
                  <a:pt x="265125" y="1013460"/>
                </a:lnTo>
                <a:lnTo>
                  <a:pt x="277940" y="1013460"/>
                </a:lnTo>
                <a:lnTo>
                  <a:pt x="322096" y="1202690"/>
                </a:lnTo>
                <a:close/>
              </a:path>
              <a:path w="2375534" h="1202690">
                <a:moveTo>
                  <a:pt x="2368734" y="1202690"/>
                </a:moveTo>
                <a:lnTo>
                  <a:pt x="2356231" y="1202690"/>
                </a:lnTo>
                <a:lnTo>
                  <a:pt x="2360568" y="1139190"/>
                </a:lnTo>
                <a:lnTo>
                  <a:pt x="2373076" y="1139190"/>
                </a:lnTo>
                <a:lnTo>
                  <a:pt x="2368734" y="12026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373882" y="5555019"/>
            <a:ext cx="3914116" cy="473198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572" rIns="0" bIns="0" rtlCol="0" vert="horz">
            <a:spAutoFit/>
          </a:bodyPr>
          <a:lstStyle/>
          <a:p>
            <a:pPr marL="6171565">
              <a:lnSpc>
                <a:spcPct val="100000"/>
              </a:lnSpc>
              <a:spcBef>
                <a:spcPts val="135"/>
              </a:spcBef>
            </a:pPr>
            <a:r>
              <a:rPr dirty="0" spc="-1410"/>
              <a:t>TEAM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2974788" y="7492455"/>
            <a:ext cx="2223770" cy="7010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2600" spc="190" b="1">
                <a:solidFill>
                  <a:srgbClr val="FFFFFF"/>
                </a:solidFill>
                <a:latin typeface="Trebuchet MS"/>
                <a:cs typeface="Trebuchet MS"/>
              </a:rPr>
              <a:t>Juliana</a:t>
            </a:r>
            <a:r>
              <a:rPr dirty="0" sz="260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170" b="1">
                <a:solidFill>
                  <a:srgbClr val="FFFFFF"/>
                </a:solidFill>
                <a:latin typeface="Trebuchet MS"/>
                <a:cs typeface="Trebuchet MS"/>
              </a:rPr>
              <a:t>Silva</a:t>
            </a:r>
            <a:endParaRPr sz="2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800" spc="-10">
                <a:solidFill>
                  <a:srgbClr val="FFFFFF"/>
                </a:solidFill>
                <a:latin typeface="Lucida Sans Unicode"/>
                <a:cs typeface="Lucida Sans Unicode"/>
              </a:rPr>
              <a:t>Founder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834042" y="7492455"/>
            <a:ext cx="2555875" cy="7010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2600" spc="305" b="1">
                <a:solidFill>
                  <a:srgbClr val="FFFFFF"/>
                </a:solidFill>
                <a:latin typeface="Trebuchet MS"/>
                <a:cs typeface="Trebuchet MS"/>
              </a:rPr>
              <a:t>Sascha</a:t>
            </a:r>
            <a:r>
              <a:rPr dirty="0" sz="2600" spc="-2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190" b="1">
                <a:solidFill>
                  <a:srgbClr val="FFFFFF"/>
                </a:solidFill>
                <a:latin typeface="Trebuchet MS"/>
                <a:cs typeface="Trebuchet MS"/>
              </a:rPr>
              <a:t>Dubois</a:t>
            </a:r>
            <a:endParaRPr sz="2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800" spc="-10">
                <a:solidFill>
                  <a:srgbClr val="FFFFFF"/>
                </a:solidFill>
                <a:latin typeface="Lucida Sans Unicode"/>
                <a:cs typeface="Lucida Sans Unicode"/>
              </a:rPr>
              <a:t>Designer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8113583"/>
            <a:ext cx="1302385" cy="1818639"/>
          </a:xfrm>
          <a:custGeom>
            <a:avLst/>
            <a:gdLst/>
            <a:ahLst/>
            <a:cxnLst/>
            <a:rect l="l" t="t" r="r" b="b"/>
            <a:pathLst>
              <a:path w="1302385" h="1818640">
                <a:moveTo>
                  <a:pt x="255209" y="4322"/>
                </a:moveTo>
                <a:lnTo>
                  <a:pt x="252814" y="25969"/>
                </a:lnTo>
                <a:lnTo>
                  <a:pt x="0" y="133295"/>
                </a:lnTo>
                <a:lnTo>
                  <a:pt x="0" y="112659"/>
                </a:lnTo>
                <a:lnTo>
                  <a:pt x="255209" y="4322"/>
                </a:lnTo>
                <a:close/>
              </a:path>
              <a:path w="1302385" h="1818640">
                <a:moveTo>
                  <a:pt x="49036" y="721627"/>
                </a:moveTo>
                <a:lnTo>
                  <a:pt x="46433" y="745164"/>
                </a:lnTo>
                <a:lnTo>
                  <a:pt x="0" y="701862"/>
                </a:lnTo>
                <a:lnTo>
                  <a:pt x="0" y="675897"/>
                </a:lnTo>
                <a:lnTo>
                  <a:pt x="49036" y="721627"/>
                </a:lnTo>
                <a:close/>
              </a:path>
              <a:path w="1302385" h="1818640">
                <a:moveTo>
                  <a:pt x="316609" y="1229522"/>
                </a:moveTo>
                <a:lnTo>
                  <a:pt x="312776" y="1264173"/>
                </a:lnTo>
                <a:lnTo>
                  <a:pt x="59587" y="760600"/>
                </a:lnTo>
                <a:lnTo>
                  <a:pt x="0" y="782059"/>
                </a:lnTo>
                <a:lnTo>
                  <a:pt x="0" y="761886"/>
                </a:lnTo>
                <a:lnTo>
                  <a:pt x="46433" y="745164"/>
                </a:lnTo>
                <a:lnTo>
                  <a:pt x="49036" y="721627"/>
                </a:lnTo>
                <a:lnTo>
                  <a:pt x="59270" y="731171"/>
                </a:lnTo>
                <a:lnTo>
                  <a:pt x="97000" y="593698"/>
                </a:lnTo>
                <a:lnTo>
                  <a:pt x="83706" y="713876"/>
                </a:lnTo>
                <a:lnTo>
                  <a:pt x="85485" y="711957"/>
                </a:lnTo>
                <a:lnTo>
                  <a:pt x="81974" y="743691"/>
                </a:lnTo>
                <a:lnTo>
                  <a:pt x="84350" y="744321"/>
                </a:lnTo>
                <a:lnTo>
                  <a:pt x="82238" y="763412"/>
                </a:lnTo>
                <a:lnTo>
                  <a:pt x="316609" y="1229522"/>
                </a:lnTo>
                <a:close/>
              </a:path>
              <a:path w="1302385" h="1818640">
                <a:moveTo>
                  <a:pt x="326160" y="1248517"/>
                </a:moveTo>
                <a:lnTo>
                  <a:pt x="321346" y="1292033"/>
                </a:lnTo>
                <a:lnTo>
                  <a:pt x="0" y="1089419"/>
                </a:lnTo>
                <a:lnTo>
                  <a:pt x="0" y="1066967"/>
                </a:lnTo>
                <a:lnTo>
                  <a:pt x="312776" y="1264173"/>
                </a:lnTo>
                <a:lnTo>
                  <a:pt x="316609" y="1229522"/>
                </a:lnTo>
                <a:lnTo>
                  <a:pt x="326160" y="1248517"/>
                </a:lnTo>
                <a:close/>
              </a:path>
              <a:path w="1302385" h="1818640">
                <a:moveTo>
                  <a:pt x="472701" y="269697"/>
                </a:moveTo>
                <a:lnTo>
                  <a:pt x="469639" y="297372"/>
                </a:lnTo>
                <a:lnTo>
                  <a:pt x="271170" y="30826"/>
                </a:lnTo>
                <a:lnTo>
                  <a:pt x="83706" y="713876"/>
                </a:lnTo>
                <a:lnTo>
                  <a:pt x="97000" y="593698"/>
                </a:lnTo>
                <a:lnTo>
                  <a:pt x="252814" y="25969"/>
                </a:lnTo>
                <a:lnTo>
                  <a:pt x="255209" y="4322"/>
                </a:lnTo>
                <a:lnTo>
                  <a:pt x="264088" y="553"/>
                </a:lnTo>
                <a:lnTo>
                  <a:pt x="265795" y="149"/>
                </a:lnTo>
                <a:lnTo>
                  <a:pt x="267894" y="0"/>
                </a:lnTo>
                <a:lnTo>
                  <a:pt x="269359" y="219"/>
                </a:lnTo>
                <a:lnTo>
                  <a:pt x="271538" y="1243"/>
                </a:lnTo>
                <a:lnTo>
                  <a:pt x="301520" y="16702"/>
                </a:lnTo>
                <a:lnTo>
                  <a:pt x="299295" y="36821"/>
                </a:lnTo>
                <a:lnTo>
                  <a:pt x="472701" y="269697"/>
                </a:lnTo>
                <a:close/>
              </a:path>
              <a:path w="1302385" h="1818640">
                <a:moveTo>
                  <a:pt x="474248" y="271774"/>
                </a:moveTo>
                <a:lnTo>
                  <a:pt x="468147" y="326926"/>
                </a:lnTo>
                <a:lnTo>
                  <a:pt x="81974" y="743691"/>
                </a:lnTo>
                <a:lnTo>
                  <a:pt x="85485" y="711957"/>
                </a:lnTo>
                <a:lnTo>
                  <a:pt x="469639" y="297372"/>
                </a:lnTo>
                <a:lnTo>
                  <a:pt x="472701" y="269697"/>
                </a:lnTo>
                <a:lnTo>
                  <a:pt x="474248" y="271774"/>
                </a:lnTo>
                <a:close/>
              </a:path>
              <a:path w="1302385" h="1818640">
                <a:moveTo>
                  <a:pt x="394275" y="826517"/>
                </a:moveTo>
                <a:lnTo>
                  <a:pt x="392165" y="845598"/>
                </a:lnTo>
                <a:lnTo>
                  <a:pt x="82238" y="763412"/>
                </a:lnTo>
                <a:lnTo>
                  <a:pt x="84350" y="744321"/>
                </a:lnTo>
                <a:lnTo>
                  <a:pt x="394275" y="826517"/>
                </a:lnTo>
                <a:close/>
              </a:path>
              <a:path w="1302385" h="1818640">
                <a:moveTo>
                  <a:pt x="496692" y="1751211"/>
                </a:moveTo>
                <a:lnTo>
                  <a:pt x="491628" y="1796997"/>
                </a:lnTo>
                <a:lnTo>
                  <a:pt x="332298" y="1307875"/>
                </a:lnTo>
                <a:lnTo>
                  <a:pt x="0" y="1632316"/>
                </a:lnTo>
                <a:lnTo>
                  <a:pt x="0" y="1605774"/>
                </a:lnTo>
                <a:lnTo>
                  <a:pt x="321346" y="1292033"/>
                </a:lnTo>
                <a:lnTo>
                  <a:pt x="326160" y="1248517"/>
                </a:lnTo>
                <a:lnTo>
                  <a:pt x="331562" y="1259261"/>
                </a:lnTo>
                <a:lnTo>
                  <a:pt x="392165" y="845598"/>
                </a:lnTo>
                <a:lnTo>
                  <a:pt x="394275" y="826517"/>
                </a:lnTo>
                <a:lnTo>
                  <a:pt x="394925" y="826689"/>
                </a:lnTo>
                <a:lnTo>
                  <a:pt x="409819" y="725033"/>
                </a:lnTo>
                <a:lnTo>
                  <a:pt x="347097" y="1292036"/>
                </a:lnTo>
                <a:lnTo>
                  <a:pt x="496692" y="1751211"/>
                </a:lnTo>
                <a:close/>
              </a:path>
              <a:path w="1302385" h="1818640">
                <a:moveTo>
                  <a:pt x="1233297" y="1256655"/>
                </a:moveTo>
                <a:lnTo>
                  <a:pt x="509875" y="1817160"/>
                </a:lnTo>
                <a:lnTo>
                  <a:pt x="506469" y="1818082"/>
                </a:lnTo>
                <a:lnTo>
                  <a:pt x="501494" y="1817637"/>
                </a:lnTo>
                <a:lnTo>
                  <a:pt x="0" y="1744158"/>
                </a:lnTo>
                <a:lnTo>
                  <a:pt x="0" y="1724983"/>
                </a:lnTo>
                <a:lnTo>
                  <a:pt x="491628" y="1796997"/>
                </a:lnTo>
                <a:lnTo>
                  <a:pt x="496692" y="1751211"/>
                </a:lnTo>
                <a:lnTo>
                  <a:pt x="501227" y="1765130"/>
                </a:lnTo>
                <a:lnTo>
                  <a:pt x="604382" y="932954"/>
                </a:lnTo>
                <a:lnTo>
                  <a:pt x="614946" y="837453"/>
                </a:lnTo>
                <a:lnTo>
                  <a:pt x="620159" y="860268"/>
                </a:lnTo>
                <a:lnTo>
                  <a:pt x="517618" y="1787228"/>
                </a:lnTo>
                <a:lnTo>
                  <a:pt x="1207004" y="1256898"/>
                </a:lnTo>
                <a:lnTo>
                  <a:pt x="1209297" y="1236172"/>
                </a:lnTo>
                <a:lnTo>
                  <a:pt x="1215427" y="1239819"/>
                </a:lnTo>
                <a:lnTo>
                  <a:pt x="1263204" y="807913"/>
                </a:lnTo>
                <a:lnTo>
                  <a:pt x="1233297" y="1256655"/>
                </a:lnTo>
                <a:close/>
              </a:path>
              <a:path w="1302385" h="1818640">
                <a:moveTo>
                  <a:pt x="514482" y="126505"/>
                </a:moveTo>
                <a:lnTo>
                  <a:pt x="512258" y="146615"/>
                </a:lnTo>
                <a:lnTo>
                  <a:pt x="299295" y="36821"/>
                </a:lnTo>
                <a:lnTo>
                  <a:pt x="301520" y="16702"/>
                </a:lnTo>
                <a:lnTo>
                  <a:pt x="514482" y="126505"/>
                </a:lnTo>
                <a:close/>
              </a:path>
              <a:path w="1302385" h="1818640">
                <a:moveTo>
                  <a:pt x="614946" y="837453"/>
                </a:moveTo>
                <a:lnTo>
                  <a:pt x="604538" y="931543"/>
                </a:lnTo>
                <a:lnTo>
                  <a:pt x="347097" y="1292036"/>
                </a:lnTo>
                <a:lnTo>
                  <a:pt x="409819" y="725033"/>
                </a:lnTo>
                <a:lnTo>
                  <a:pt x="410832" y="718118"/>
                </a:lnTo>
                <a:lnTo>
                  <a:pt x="351665" y="1252985"/>
                </a:lnTo>
                <a:lnTo>
                  <a:pt x="602840" y="901468"/>
                </a:lnTo>
                <a:lnTo>
                  <a:pt x="604950" y="882397"/>
                </a:lnTo>
                <a:lnTo>
                  <a:pt x="605785" y="882618"/>
                </a:lnTo>
                <a:lnTo>
                  <a:pt x="612140" y="825172"/>
                </a:lnTo>
                <a:lnTo>
                  <a:pt x="614946" y="837453"/>
                </a:lnTo>
                <a:close/>
              </a:path>
              <a:path w="1302385" h="1818640">
                <a:moveTo>
                  <a:pt x="604950" y="882397"/>
                </a:moveTo>
                <a:lnTo>
                  <a:pt x="602840" y="901468"/>
                </a:lnTo>
                <a:lnTo>
                  <a:pt x="411262" y="850657"/>
                </a:lnTo>
                <a:lnTo>
                  <a:pt x="410612" y="850485"/>
                </a:lnTo>
                <a:lnTo>
                  <a:pt x="351665" y="1252985"/>
                </a:lnTo>
                <a:lnTo>
                  <a:pt x="410832" y="718118"/>
                </a:lnTo>
                <a:lnTo>
                  <a:pt x="468147" y="326926"/>
                </a:lnTo>
                <a:lnTo>
                  <a:pt x="474248" y="271774"/>
                </a:lnTo>
                <a:lnTo>
                  <a:pt x="475162" y="273002"/>
                </a:lnTo>
                <a:lnTo>
                  <a:pt x="413371" y="831595"/>
                </a:lnTo>
                <a:lnTo>
                  <a:pt x="604950" y="882397"/>
                </a:lnTo>
                <a:close/>
              </a:path>
              <a:path w="1302385" h="1818640">
                <a:moveTo>
                  <a:pt x="612140" y="825172"/>
                </a:moveTo>
                <a:lnTo>
                  <a:pt x="605785" y="882618"/>
                </a:lnTo>
                <a:lnTo>
                  <a:pt x="483974" y="349458"/>
                </a:lnTo>
                <a:lnTo>
                  <a:pt x="413371" y="831595"/>
                </a:lnTo>
                <a:lnTo>
                  <a:pt x="475162" y="273002"/>
                </a:lnTo>
                <a:lnTo>
                  <a:pt x="477873" y="276643"/>
                </a:lnTo>
                <a:lnTo>
                  <a:pt x="508678" y="160151"/>
                </a:lnTo>
                <a:lnTo>
                  <a:pt x="494605" y="287375"/>
                </a:lnTo>
                <a:lnTo>
                  <a:pt x="495762" y="287272"/>
                </a:lnTo>
                <a:lnTo>
                  <a:pt x="493633" y="306521"/>
                </a:lnTo>
                <a:lnTo>
                  <a:pt x="612140" y="825172"/>
                </a:lnTo>
                <a:close/>
              </a:path>
              <a:path w="1302385" h="1818640">
                <a:moveTo>
                  <a:pt x="1198493" y="205829"/>
                </a:moveTo>
                <a:lnTo>
                  <a:pt x="1196416" y="224607"/>
                </a:lnTo>
                <a:lnTo>
                  <a:pt x="530461" y="151990"/>
                </a:lnTo>
                <a:lnTo>
                  <a:pt x="494605" y="287375"/>
                </a:lnTo>
                <a:lnTo>
                  <a:pt x="508678" y="160151"/>
                </a:lnTo>
                <a:lnTo>
                  <a:pt x="512258" y="146615"/>
                </a:lnTo>
                <a:lnTo>
                  <a:pt x="514482" y="126505"/>
                </a:lnTo>
                <a:lnTo>
                  <a:pt x="526121" y="132506"/>
                </a:lnTo>
                <a:lnTo>
                  <a:pt x="1198493" y="205829"/>
                </a:lnTo>
                <a:close/>
              </a:path>
              <a:path w="1302385" h="1818640">
                <a:moveTo>
                  <a:pt x="1269842" y="213610"/>
                </a:moveTo>
                <a:lnTo>
                  <a:pt x="1267216" y="237348"/>
                </a:lnTo>
                <a:lnTo>
                  <a:pt x="493633" y="306521"/>
                </a:lnTo>
                <a:lnTo>
                  <a:pt x="495762" y="287272"/>
                </a:lnTo>
                <a:lnTo>
                  <a:pt x="1196416" y="224607"/>
                </a:lnTo>
                <a:lnTo>
                  <a:pt x="1198493" y="205829"/>
                </a:lnTo>
                <a:lnTo>
                  <a:pt x="1269842" y="213610"/>
                </a:lnTo>
                <a:close/>
              </a:path>
              <a:path w="1302385" h="1818640">
                <a:moveTo>
                  <a:pt x="1209297" y="1236172"/>
                </a:moveTo>
                <a:lnTo>
                  <a:pt x="1207004" y="1256898"/>
                </a:lnTo>
                <a:lnTo>
                  <a:pt x="626193" y="911405"/>
                </a:lnTo>
                <a:lnTo>
                  <a:pt x="517618" y="1787228"/>
                </a:lnTo>
                <a:lnTo>
                  <a:pt x="620159" y="860268"/>
                </a:lnTo>
                <a:lnTo>
                  <a:pt x="624020" y="877167"/>
                </a:lnTo>
                <a:lnTo>
                  <a:pt x="637243" y="864014"/>
                </a:lnTo>
                <a:lnTo>
                  <a:pt x="633936" y="893907"/>
                </a:lnTo>
                <a:lnTo>
                  <a:pt x="1209297" y="1236172"/>
                </a:lnTo>
                <a:close/>
              </a:path>
              <a:path w="1302385" h="1818640">
                <a:moveTo>
                  <a:pt x="1263204" y="807913"/>
                </a:moveTo>
                <a:lnTo>
                  <a:pt x="1215427" y="1239819"/>
                </a:lnTo>
                <a:lnTo>
                  <a:pt x="1281403" y="250014"/>
                </a:lnTo>
                <a:lnTo>
                  <a:pt x="633936" y="893907"/>
                </a:lnTo>
                <a:lnTo>
                  <a:pt x="637243" y="864014"/>
                </a:lnTo>
                <a:lnTo>
                  <a:pt x="1267216" y="237348"/>
                </a:lnTo>
                <a:lnTo>
                  <a:pt x="1269842" y="213610"/>
                </a:lnTo>
                <a:lnTo>
                  <a:pt x="1285230" y="215413"/>
                </a:lnTo>
                <a:lnTo>
                  <a:pt x="1296149" y="216693"/>
                </a:lnTo>
                <a:lnTo>
                  <a:pt x="1297703" y="217495"/>
                </a:lnTo>
                <a:lnTo>
                  <a:pt x="1299524" y="219167"/>
                </a:lnTo>
                <a:lnTo>
                  <a:pt x="1300030" y="219777"/>
                </a:lnTo>
                <a:lnTo>
                  <a:pt x="1301517" y="222043"/>
                </a:lnTo>
                <a:lnTo>
                  <a:pt x="1302086" y="223977"/>
                </a:lnTo>
                <a:lnTo>
                  <a:pt x="1302173" y="223195"/>
                </a:lnTo>
                <a:lnTo>
                  <a:pt x="1263204" y="807913"/>
                </a:lnTo>
                <a:close/>
              </a:path>
            </a:pathLst>
          </a:custGeom>
          <a:solidFill>
            <a:srgbClr val="8081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824867" y="9133794"/>
            <a:ext cx="2065020" cy="1153795"/>
          </a:xfrm>
          <a:custGeom>
            <a:avLst/>
            <a:gdLst/>
            <a:ahLst/>
            <a:cxnLst/>
            <a:rect l="l" t="t" r="r" b="b"/>
            <a:pathLst>
              <a:path w="2065020" h="1153795">
                <a:moveTo>
                  <a:pt x="364506" y="1153205"/>
                </a:moveTo>
                <a:lnTo>
                  <a:pt x="322827" y="1153205"/>
                </a:lnTo>
                <a:lnTo>
                  <a:pt x="50390" y="1013789"/>
                </a:lnTo>
                <a:lnTo>
                  <a:pt x="19486" y="1153205"/>
                </a:lnTo>
                <a:lnTo>
                  <a:pt x="0" y="1153205"/>
                </a:lnTo>
                <a:lnTo>
                  <a:pt x="34457" y="997740"/>
                </a:lnTo>
                <a:lnTo>
                  <a:pt x="34861" y="995817"/>
                </a:lnTo>
                <a:lnTo>
                  <a:pt x="35882" y="994020"/>
                </a:lnTo>
                <a:lnTo>
                  <a:pt x="37596" y="992510"/>
                </a:lnTo>
                <a:lnTo>
                  <a:pt x="79120" y="959225"/>
                </a:lnTo>
                <a:lnTo>
                  <a:pt x="76169" y="985909"/>
                </a:lnTo>
                <a:lnTo>
                  <a:pt x="77390" y="985749"/>
                </a:lnTo>
                <a:lnTo>
                  <a:pt x="75241" y="1005174"/>
                </a:lnTo>
                <a:lnTo>
                  <a:pt x="364506" y="1153205"/>
                </a:lnTo>
                <a:close/>
              </a:path>
              <a:path w="2065020" h="1153795">
                <a:moveTo>
                  <a:pt x="1251961" y="19117"/>
                </a:moveTo>
                <a:lnTo>
                  <a:pt x="1249003" y="45852"/>
                </a:lnTo>
                <a:lnTo>
                  <a:pt x="76169" y="985909"/>
                </a:lnTo>
                <a:lnTo>
                  <a:pt x="79120" y="959225"/>
                </a:lnTo>
                <a:lnTo>
                  <a:pt x="1251961" y="19117"/>
                </a:lnTo>
                <a:close/>
              </a:path>
              <a:path w="2065020" h="1153795">
                <a:moveTo>
                  <a:pt x="794628" y="891801"/>
                </a:moveTo>
                <a:lnTo>
                  <a:pt x="792479" y="911223"/>
                </a:lnTo>
                <a:lnTo>
                  <a:pt x="75241" y="1005174"/>
                </a:lnTo>
                <a:lnTo>
                  <a:pt x="77390" y="985749"/>
                </a:lnTo>
                <a:lnTo>
                  <a:pt x="794628" y="891801"/>
                </a:lnTo>
                <a:close/>
              </a:path>
              <a:path w="2065020" h="1153795">
                <a:moveTo>
                  <a:pt x="1134233" y="1153205"/>
                </a:moveTo>
                <a:lnTo>
                  <a:pt x="1103922" y="1153205"/>
                </a:lnTo>
                <a:lnTo>
                  <a:pt x="810664" y="917799"/>
                </a:lnTo>
                <a:lnTo>
                  <a:pt x="773199" y="1153205"/>
                </a:lnTo>
                <a:lnTo>
                  <a:pt x="753956" y="1153205"/>
                </a:lnTo>
                <a:lnTo>
                  <a:pt x="792479" y="911223"/>
                </a:lnTo>
                <a:lnTo>
                  <a:pt x="794628" y="891801"/>
                </a:lnTo>
                <a:lnTo>
                  <a:pt x="797768" y="891390"/>
                </a:lnTo>
                <a:lnTo>
                  <a:pt x="833794" y="823883"/>
                </a:lnTo>
                <a:lnTo>
                  <a:pt x="828167" y="874755"/>
                </a:lnTo>
                <a:lnTo>
                  <a:pt x="832398" y="872253"/>
                </a:lnTo>
                <a:lnTo>
                  <a:pt x="828471" y="907755"/>
                </a:lnTo>
                <a:lnTo>
                  <a:pt x="1134233" y="1153205"/>
                </a:lnTo>
                <a:close/>
              </a:path>
              <a:path w="2065020" h="1153795">
                <a:moveTo>
                  <a:pt x="1395262" y="484940"/>
                </a:moveTo>
                <a:lnTo>
                  <a:pt x="1388821" y="543167"/>
                </a:lnTo>
                <a:lnTo>
                  <a:pt x="1275475" y="36576"/>
                </a:lnTo>
                <a:lnTo>
                  <a:pt x="828167" y="874755"/>
                </a:lnTo>
                <a:lnTo>
                  <a:pt x="833794" y="823883"/>
                </a:lnTo>
                <a:lnTo>
                  <a:pt x="1249003" y="45852"/>
                </a:lnTo>
                <a:lnTo>
                  <a:pt x="1251961" y="19117"/>
                </a:lnTo>
                <a:lnTo>
                  <a:pt x="1278585" y="0"/>
                </a:lnTo>
                <a:lnTo>
                  <a:pt x="1281745" y="425"/>
                </a:lnTo>
                <a:lnTo>
                  <a:pt x="1288448" y="7527"/>
                </a:lnTo>
                <a:lnTo>
                  <a:pt x="1395262" y="484940"/>
                </a:lnTo>
                <a:close/>
              </a:path>
              <a:path w="2065020" h="1153795">
                <a:moveTo>
                  <a:pt x="1891383" y="794225"/>
                </a:moveTo>
                <a:lnTo>
                  <a:pt x="1888087" y="824022"/>
                </a:lnTo>
                <a:lnTo>
                  <a:pt x="828471" y="907755"/>
                </a:lnTo>
                <a:lnTo>
                  <a:pt x="832398" y="872253"/>
                </a:lnTo>
                <a:lnTo>
                  <a:pt x="846563" y="863875"/>
                </a:lnTo>
                <a:lnTo>
                  <a:pt x="843952" y="887484"/>
                </a:lnTo>
                <a:lnTo>
                  <a:pt x="1873292" y="806150"/>
                </a:lnTo>
                <a:lnTo>
                  <a:pt x="1875528" y="785937"/>
                </a:lnTo>
                <a:lnTo>
                  <a:pt x="1891383" y="794225"/>
                </a:lnTo>
                <a:close/>
              </a:path>
              <a:path w="2065020" h="1153795">
                <a:moveTo>
                  <a:pt x="1875528" y="785937"/>
                </a:moveTo>
                <a:lnTo>
                  <a:pt x="1873292" y="806150"/>
                </a:lnTo>
                <a:lnTo>
                  <a:pt x="1399885" y="558678"/>
                </a:lnTo>
                <a:lnTo>
                  <a:pt x="843952" y="887484"/>
                </a:lnTo>
                <a:lnTo>
                  <a:pt x="846563" y="863875"/>
                </a:lnTo>
                <a:lnTo>
                  <a:pt x="1388821" y="543167"/>
                </a:lnTo>
                <a:lnTo>
                  <a:pt x="1395262" y="484940"/>
                </a:lnTo>
                <a:lnTo>
                  <a:pt x="1407916" y="541498"/>
                </a:lnTo>
                <a:lnTo>
                  <a:pt x="1875528" y="785937"/>
                </a:lnTo>
                <a:close/>
              </a:path>
              <a:path w="2065020" h="1153795">
                <a:moveTo>
                  <a:pt x="2064804" y="1153205"/>
                </a:moveTo>
                <a:lnTo>
                  <a:pt x="2044056" y="1153205"/>
                </a:lnTo>
                <a:lnTo>
                  <a:pt x="1905102" y="832703"/>
                </a:lnTo>
                <a:lnTo>
                  <a:pt x="1689733" y="1153205"/>
                </a:lnTo>
                <a:lnTo>
                  <a:pt x="1666876" y="1153205"/>
                </a:lnTo>
                <a:lnTo>
                  <a:pt x="1888087" y="824022"/>
                </a:lnTo>
                <a:lnTo>
                  <a:pt x="1891383" y="794225"/>
                </a:lnTo>
                <a:lnTo>
                  <a:pt x="1915681" y="809273"/>
                </a:lnTo>
                <a:lnTo>
                  <a:pt x="2064804" y="11532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91167" y="7626943"/>
            <a:ext cx="4392930" cy="2660650"/>
            <a:chOff x="491167" y="7626943"/>
            <a:chExt cx="4392930" cy="2660650"/>
          </a:xfrm>
        </p:grpSpPr>
        <p:sp>
          <p:nvSpPr>
            <p:cNvPr id="5" name="object 5" descr=""/>
            <p:cNvSpPr/>
            <p:nvPr/>
          </p:nvSpPr>
          <p:spPr>
            <a:xfrm>
              <a:off x="491167" y="8490178"/>
              <a:ext cx="2331085" cy="1797050"/>
            </a:xfrm>
            <a:custGeom>
              <a:avLst/>
              <a:gdLst/>
              <a:ahLst/>
              <a:cxnLst/>
              <a:rect l="l" t="t" r="r" b="b"/>
              <a:pathLst>
                <a:path w="2331085" h="1797050">
                  <a:moveTo>
                    <a:pt x="105291" y="1796821"/>
                  </a:moveTo>
                  <a:lnTo>
                    <a:pt x="85750" y="1796821"/>
                  </a:lnTo>
                  <a:lnTo>
                    <a:pt x="27" y="1439348"/>
                  </a:lnTo>
                  <a:lnTo>
                    <a:pt x="84" y="1438830"/>
                  </a:lnTo>
                  <a:lnTo>
                    <a:pt x="0" y="1437350"/>
                  </a:lnTo>
                  <a:lnTo>
                    <a:pt x="133" y="1436146"/>
                  </a:lnTo>
                  <a:lnTo>
                    <a:pt x="1034" y="1434046"/>
                  </a:lnTo>
                  <a:lnTo>
                    <a:pt x="30277" y="1377087"/>
                  </a:lnTo>
                  <a:lnTo>
                    <a:pt x="22186" y="1450233"/>
                  </a:lnTo>
                  <a:lnTo>
                    <a:pt x="105291" y="1796821"/>
                  </a:lnTo>
                  <a:close/>
                </a:path>
                <a:path w="2331085" h="1797050">
                  <a:moveTo>
                    <a:pt x="843680" y="1583261"/>
                  </a:moveTo>
                  <a:lnTo>
                    <a:pt x="841589" y="1602167"/>
                  </a:lnTo>
                  <a:lnTo>
                    <a:pt x="22186" y="1450233"/>
                  </a:lnTo>
                  <a:lnTo>
                    <a:pt x="30277" y="1377087"/>
                  </a:lnTo>
                  <a:lnTo>
                    <a:pt x="36876" y="1364230"/>
                  </a:lnTo>
                  <a:lnTo>
                    <a:pt x="31017" y="1417193"/>
                  </a:lnTo>
                  <a:lnTo>
                    <a:pt x="42043" y="1411814"/>
                  </a:lnTo>
                  <a:lnTo>
                    <a:pt x="39572" y="1434145"/>
                  </a:lnTo>
                  <a:lnTo>
                    <a:pt x="843680" y="1583261"/>
                  </a:lnTo>
                  <a:close/>
                </a:path>
                <a:path w="2331085" h="1797050">
                  <a:moveTo>
                    <a:pt x="726308" y="852476"/>
                  </a:moveTo>
                  <a:lnTo>
                    <a:pt x="699942" y="1090821"/>
                  </a:lnTo>
                  <a:lnTo>
                    <a:pt x="732062" y="51336"/>
                  </a:lnTo>
                  <a:lnTo>
                    <a:pt x="31017" y="1417193"/>
                  </a:lnTo>
                  <a:lnTo>
                    <a:pt x="36876" y="1364230"/>
                  </a:lnTo>
                  <a:lnTo>
                    <a:pt x="734341" y="5347"/>
                  </a:lnTo>
                  <a:lnTo>
                    <a:pt x="734861" y="4278"/>
                  </a:lnTo>
                  <a:lnTo>
                    <a:pt x="743319" y="0"/>
                  </a:lnTo>
                  <a:lnTo>
                    <a:pt x="744246" y="83"/>
                  </a:lnTo>
                  <a:lnTo>
                    <a:pt x="745115" y="332"/>
                  </a:lnTo>
                  <a:lnTo>
                    <a:pt x="747215" y="869"/>
                  </a:lnTo>
                  <a:lnTo>
                    <a:pt x="749121" y="2112"/>
                  </a:lnTo>
                  <a:lnTo>
                    <a:pt x="754585" y="9717"/>
                  </a:lnTo>
                  <a:lnTo>
                    <a:pt x="751480" y="37784"/>
                  </a:lnTo>
                  <a:lnTo>
                    <a:pt x="726308" y="852476"/>
                  </a:lnTo>
                  <a:close/>
                </a:path>
                <a:path w="2331085" h="1797050">
                  <a:moveTo>
                    <a:pt x="850539" y="1535245"/>
                  </a:moveTo>
                  <a:lnTo>
                    <a:pt x="845197" y="1583542"/>
                  </a:lnTo>
                  <a:lnTo>
                    <a:pt x="703370" y="1110261"/>
                  </a:lnTo>
                  <a:lnTo>
                    <a:pt x="39572" y="1434145"/>
                  </a:lnTo>
                  <a:lnTo>
                    <a:pt x="42043" y="1411814"/>
                  </a:lnTo>
                  <a:lnTo>
                    <a:pt x="699942" y="1090821"/>
                  </a:lnTo>
                  <a:lnTo>
                    <a:pt x="726308" y="852476"/>
                  </a:lnTo>
                  <a:lnTo>
                    <a:pt x="719682" y="1066933"/>
                  </a:lnTo>
                  <a:lnTo>
                    <a:pt x="730609" y="1052257"/>
                  </a:lnTo>
                  <a:lnTo>
                    <a:pt x="723918" y="1112745"/>
                  </a:lnTo>
                  <a:lnTo>
                    <a:pt x="850539" y="1535245"/>
                  </a:lnTo>
                  <a:close/>
                </a:path>
                <a:path w="2331085" h="1797050">
                  <a:moveTo>
                    <a:pt x="1115245" y="511742"/>
                  </a:moveTo>
                  <a:lnTo>
                    <a:pt x="1112142" y="539799"/>
                  </a:lnTo>
                  <a:lnTo>
                    <a:pt x="751480" y="37784"/>
                  </a:lnTo>
                  <a:lnTo>
                    <a:pt x="754585" y="9717"/>
                  </a:lnTo>
                  <a:lnTo>
                    <a:pt x="1115245" y="511742"/>
                  </a:lnTo>
                  <a:close/>
                </a:path>
                <a:path w="2331085" h="1797050">
                  <a:moveTo>
                    <a:pt x="1609655" y="1437287"/>
                  </a:moveTo>
                  <a:lnTo>
                    <a:pt x="1607493" y="1456835"/>
                  </a:lnTo>
                  <a:lnTo>
                    <a:pt x="723918" y="1112745"/>
                  </a:lnTo>
                  <a:lnTo>
                    <a:pt x="730609" y="1052257"/>
                  </a:lnTo>
                  <a:lnTo>
                    <a:pt x="741087" y="1038183"/>
                  </a:lnTo>
                  <a:lnTo>
                    <a:pt x="734632" y="1096530"/>
                  </a:lnTo>
                  <a:lnTo>
                    <a:pt x="1609655" y="1437287"/>
                  </a:lnTo>
                  <a:close/>
                </a:path>
                <a:path w="2331085" h="1797050">
                  <a:moveTo>
                    <a:pt x="1743869" y="650547"/>
                  </a:moveTo>
                  <a:lnTo>
                    <a:pt x="1740940" y="677027"/>
                  </a:lnTo>
                  <a:lnTo>
                    <a:pt x="734632" y="1096530"/>
                  </a:lnTo>
                  <a:lnTo>
                    <a:pt x="741087" y="1038183"/>
                  </a:lnTo>
                  <a:lnTo>
                    <a:pt x="741647" y="1037430"/>
                  </a:lnTo>
                  <a:lnTo>
                    <a:pt x="737517" y="1074769"/>
                  </a:lnTo>
                  <a:lnTo>
                    <a:pt x="1719953" y="665213"/>
                  </a:lnTo>
                  <a:lnTo>
                    <a:pt x="1722044" y="646313"/>
                  </a:lnTo>
                  <a:lnTo>
                    <a:pt x="1743869" y="650547"/>
                  </a:lnTo>
                  <a:close/>
                </a:path>
                <a:path w="2331085" h="1797050">
                  <a:moveTo>
                    <a:pt x="1722044" y="646313"/>
                  </a:moveTo>
                  <a:lnTo>
                    <a:pt x="1719953" y="665213"/>
                  </a:lnTo>
                  <a:lnTo>
                    <a:pt x="1127938" y="550351"/>
                  </a:lnTo>
                  <a:lnTo>
                    <a:pt x="737517" y="1074769"/>
                  </a:lnTo>
                  <a:lnTo>
                    <a:pt x="741647" y="1037430"/>
                  </a:lnTo>
                  <a:lnTo>
                    <a:pt x="1112142" y="539799"/>
                  </a:lnTo>
                  <a:lnTo>
                    <a:pt x="1115245" y="511742"/>
                  </a:lnTo>
                  <a:lnTo>
                    <a:pt x="1129316" y="531328"/>
                  </a:lnTo>
                  <a:lnTo>
                    <a:pt x="1722044" y="646313"/>
                  </a:lnTo>
                  <a:close/>
                </a:path>
                <a:path w="2331085" h="1797050">
                  <a:moveTo>
                    <a:pt x="852283" y="1541064"/>
                  </a:moveTo>
                  <a:lnTo>
                    <a:pt x="842212" y="1632108"/>
                  </a:lnTo>
                  <a:lnTo>
                    <a:pt x="712726" y="1796821"/>
                  </a:lnTo>
                  <a:lnTo>
                    <a:pt x="688564" y="1796821"/>
                  </a:lnTo>
                  <a:lnTo>
                    <a:pt x="841589" y="1602167"/>
                  </a:lnTo>
                  <a:lnTo>
                    <a:pt x="843680" y="1583261"/>
                  </a:lnTo>
                  <a:lnTo>
                    <a:pt x="845197" y="1583542"/>
                  </a:lnTo>
                  <a:lnTo>
                    <a:pt x="850539" y="1535245"/>
                  </a:lnTo>
                  <a:lnTo>
                    <a:pt x="852283" y="1541064"/>
                  </a:lnTo>
                  <a:close/>
                </a:path>
                <a:path w="2331085" h="1797050">
                  <a:moveTo>
                    <a:pt x="1125384" y="1796821"/>
                  </a:moveTo>
                  <a:lnTo>
                    <a:pt x="1095001" y="1796821"/>
                  </a:lnTo>
                  <a:lnTo>
                    <a:pt x="865171" y="1612969"/>
                  </a:lnTo>
                  <a:lnTo>
                    <a:pt x="830427" y="1796821"/>
                  </a:lnTo>
                  <a:lnTo>
                    <a:pt x="811086" y="1796821"/>
                  </a:lnTo>
                  <a:lnTo>
                    <a:pt x="842212" y="1632108"/>
                  </a:lnTo>
                  <a:lnTo>
                    <a:pt x="852283" y="1541064"/>
                  </a:lnTo>
                  <a:lnTo>
                    <a:pt x="865427" y="1584921"/>
                  </a:lnTo>
                  <a:lnTo>
                    <a:pt x="883324" y="1581832"/>
                  </a:lnTo>
                  <a:lnTo>
                    <a:pt x="881153" y="1601463"/>
                  </a:lnTo>
                  <a:lnTo>
                    <a:pt x="1125384" y="1796821"/>
                  </a:lnTo>
                  <a:close/>
                </a:path>
                <a:path w="2331085" h="1797050">
                  <a:moveTo>
                    <a:pt x="1618501" y="1440731"/>
                  </a:moveTo>
                  <a:lnTo>
                    <a:pt x="1614727" y="1474844"/>
                  </a:lnTo>
                  <a:lnTo>
                    <a:pt x="881153" y="1601463"/>
                  </a:lnTo>
                  <a:lnTo>
                    <a:pt x="883324" y="1581832"/>
                  </a:lnTo>
                  <a:lnTo>
                    <a:pt x="1607493" y="1456835"/>
                  </a:lnTo>
                  <a:lnTo>
                    <a:pt x="1609655" y="1437287"/>
                  </a:lnTo>
                  <a:lnTo>
                    <a:pt x="1618501" y="1440731"/>
                  </a:lnTo>
                  <a:close/>
                </a:path>
                <a:path w="2331085" h="1797050">
                  <a:moveTo>
                    <a:pt x="1627236" y="1444133"/>
                  </a:moveTo>
                  <a:lnTo>
                    <a:pt x="1621640" y="1494727"/>
                  </a:lnTo>
                  <a:lnTo>
                    <a:pt x="1317603" y="1796821"/>
                  </a:lnTo>
                  <a:lnTo>
                    <a:pt x="1290699" y="1796821"/>
                  </a:lnTo>
                  <a:lnTo>
                    <a:pt x="1614727" y="1474844"/>
                  </a:lnTo>
                  <a:lnTo>
                    <a:pt x="1618501" y="1440731"/>
                  </a:lnTo>
                  <a:lnTo>
                    <a:pt x="1627236" y="1444133"/>
                  </a:lnTo>
                  <a:close/>
                </a:path>
                <a:path w="2331085" h="1797050">
                  <a:moveTo>
                    <a:pt x="2286162" y="1235787"/>
                  </a:moveTo>
                  <a:lnTo>
                    <a:pt x="2283864" y="1256561"/>
                  </a:lnTo>
                  <a:lnTo>
                    <a:pt x="1650306" y="1467854"/>
                  </a:lnTo>
                  <a:lnTo>
                    <a:pt x="1543598" y="1796821"/>
                  </a:lnTo>
                  <a:lnTo>
                    <a:pt x="1523716" y="1796821"/>
                  </a:lnTo>
                  <a:lnTo>
                    <a:pt x="1621640" y="1494727"/>
                  </a:lnTo>
                  <a:lnTo>
                    <a:pt x="1627236" y="1444133"/>
                  </a:lnTo>
                  <a:lnTo>
                    <a:pt x="1635002" y="1447157"/>
                  </a:lnTo>
                  <a:lnTo>
                    <a:pt x="1732843" y="735891"/>
                  </a:lnTo>
                  <a:lnTo>
                    <a:pt x="1654231" y="1446534"/>
                  </a:lnTo>
                  <a:lnTo>
                    <a:pt x="2286162" y="1235787"/>
                  </a:lnTo>
                  <a:close/>
                </a:path>
                <a:path w="2331085" h="1797050">
                  <a:moveTo>
                    <a:pt x="2306467" y="1205750"/>
                  </a:moveTo>
                  <a:lnTo>
                    <a:pt x="2303795" y="1229906"/>
                  </a:lnTo>
                  <a:lnTo>
                    <a:pt x="1759396" y="682182"/>
                  </a:lnTo>
                  <a:lnTo>
                    <a:pt x="1654231" y="1446534"/>
                  </a:lnTo>
                  <a:lnTo>
                    <a:pt x="1732843" y="735891"/>
                  </a:lnTo>
                  <a:lnTo>
                    <a:pt x="1740940" y="677027"/>
                  </a:lnTo>
                  <a:lnTo>
                    <a:pt x="1743869" y="650547"/>
                  </a:lnTo>
                  <a:lnTo>
                    <a:pt x="1754266" y="652564"/>
                  </a:lnTo>
                  <a:lnTo>
                    <a:pt x="1755466" y="652773"/>
                  </a:lnTo>
                  <a:lnTo>
                    <a:pt x="1756600" y="653223"/>
                  </a:lnTo>
                  <a:lnTo>
                    <a:pt x="1757743" y="653942"/>
                  </a:lnTo>
                  <a:lnTo>
                    <a:pt x="1758276" y="654307"/>
                  </a:lnTo>
                  <a:lnTo>
                    <a:pt x="1758803" y="654728"/>
                  </a:lnTo>
                  <a:lnTo>
                    <a:pt x="2306467" y="1205750"/>
                  </a:lnTo>
                  <a:close/>
                </a:path>
                <a:path w="2331085" h="1797050">
                  <a:moveTo>
                    <a:pt x="2320056" y="1796821"/>
                  </a:moveTo>
                  <a:lnTo>
                    <a:pt x="2301151" y="1796821"/>
                  </a:lnTo>
                  <a:lnTo>
                    <a:pt x="2311424" y="1256611"/>
                  </a:lnTo>
                  <a:lnTo>
                    <a:pt x="1743118" y="1796821"/>
                  </a:lnTo>
                  <a:lnTo>
                    <a:pt x="1715524" y="1796821"/>
                  </a:lnTo>
                  <a:lnTo>
                    <a:pt x="2283864" y="1256561"/>
                  </a:lnTo>
                  <a:lnTo>
                    <a:pt x="2286162" y="1235787"/>
                  </a:lnTo>
                  <a:lnTo>
                    <a:pt x="2303795" y="1229906"/>
                  </a:lnTo>
                  <a:lnTo>
                    <a:pt x="2306467" y="1205750"/>
                  </a:lnTo>
                  <a:lnTo>
                    <a:pt x="2327885" y="1227299"/>
                  </a:lnTo>
                  <a:lnTo>
                    <a:pt x="2328404" y="1227796"/>
                  </a:lnTo>
                  <a:lnTo>
                    <a:pt x="2328909" y="1228406"/>
                  </a:lnTo>
                  <a:lnTo>
                    <a:pt x="2330349" y="1230762"/>
                  </a:lnTo>
                  <a:lnTo>
                    <a:pt x="2330782" y="1232548"/>
                  </a:lnTo>
                  <a:lnTo>
                    <a:pt x="2320056" y="1796821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864217" y="7626943"/>
              <a:ext cx="3020060" cy="2660650"/>
            </a:xfrm>
            <a:custGeom>
              <a:avLst/>
              <a:gdLst/>
              <a:ahLst/>
              <a:cxnLst/>
              <a:rect l="l" t="t" r="r" b="b"/>
              <a:pathLst>
                <a:path w="3020060" h="2660650">
                  <a:moveTo>
                    <a:pt x="1044735" y="2660055"/>
                  </a:moveTo>
                  <a:lnTo>
                    <a:pt x="1005408" y="2660055"/>
                  </a:lnTo>
                  <a:lnTo>
                    <a:pt x="510015" y="2388677"/>
                  </a:lnTo>
                  <a:lnTo>
                    <a:pt x="506898" y="2386631"/>
                  </a:lnTo>
                  <a:lnTo>
                    <a:pt x="506756" y="2386539"/>
                  </a:lnTo>
                  <a:lnTo>
                    <a:pt x="743" y="1132778"/>
                  </a:lnTo>
                  <a:lnTo>
                    <a:pt x="0" y="1130692"/>
                  </a:lnTo>
                  <a:lnTo>
                    <a:pt x="57" y="1128444"/>
                  </a:lnTo>
                  <a:lnTo>
                    <a:pt x="859" y="1126203"/>
                  </a:lnTo>
                  <a:lnTo>
                    <a:pt x="1368" y="1125057"/>
                  </a:lnTo>
                  <a:lnTo>
                    <a:pt x="30187" y="1082985"/>
                  </a:lnTo>
                  <a:lnTo>
                    <a:pt x="25755" y="1123055"/>
                  </a:lnTo>
                  <a:lnTo>
                    <a:pt x="27065" y="1123300"/>
                  </a:lnTo>
                  <a:lnTo>
                    <a:pt x="24972" y="1142221"/>
                  </a:lnTo>
                  <a:lnTo>
                    <a:pt x="514907" y="2358275"/>
                  </a:lnTo>
                  <a:lnTo>
                    <a:pt x="540021" y="2315327"/>
                  </a:lnTo>
                  <a:lnTo>
                    <a:pt x="532903" y="2379671"/>
                  </a:lnTo>
                  <a:lnTo>
                    <a:pt x="1044735" y="2660055"/>
                  </a:lnTo>
                  <a:close/>
                </a:path>
                <a:path w="3020060" h="2660650">
                  <a:moveTo>
                    <a:pt x="1115666" y="1272819"/>
                  </a:moveTo>
                  <a:lnTo>
                    <a:pt x="1109867" y="1325248"/>
                  </a:lnTo>
                  <a:lnTo>
                    <a:pt x="772916" y="32103"/>
                  </a:lnTo>
                  <a:lnTo>
                    <a:pt x="25755" y="1123055"/>
                  </a:lnTo>
                  <a:lnTo>
                    <a:pt x="30187" y="1082985"/>
                  </a:lnTo>
                  <a:lnTo>
                    <a:pt x="768914" y="4379"/>
                  </a:lnTo>
                  <a:lnTo>
                    <a:pt x="775563" y="231"/>
                  </a:lnTo>
                  <a:lnTo>
                    <a:pt x="777269" y="0"/>
                  </a:lnTo>
                  <a:lnTo>
                    <a:pt x="779058" y="236"/>
                  </a:lnTo>
                  <a:lnTo>
                    <a:pt x="781061" y="1126"/>
                  </a:lnTo>
                  <a:lnTo>
                    <a:pt x="781386" y="1295"/>
                  </a:lnTo>
                  <a:lnTo>
                    <a:pt x="796239" y="10006"/>
                  </a:lnTo>
                  <a:lnTo>
                    <a:pt x="793419" y="35497"/>
                  </a:lnTo>
                  <a:lnTo>
                    <a:pt x="1115666" y="1272819"/>
                  </a:lnTo>
                  <a:close/>
                </a:path>
                <a:path w="3020060" h="2660650">
                  <a:moveTo>
                    <a:pt x="1109835" y="1325536"/>
                  </a:moveTo>
                  <a:lnTo>
                    <a:pt x="1107742" y="1344451"/>
                  </a:lnTo>
                  <a:lnTo>
                    <a:pt x="24972" y="1142221"/>
                  </a:lnTo>
                  <a:lnTo>
                    <a:pt x="27065" y="1123300"/>
                  </a:lnTo>
                  <a:lnTo>
                    <a:pt x="1109835" y="1325536"/>
                  </a:lnTo>
                  <a:close/>
                </a:path>
                <a:path w="3020060" h="2660650">
                  <a:moveTo>
                    <a:pt x="1357922" y="2660055"/>
                  </a:moveTo>
                  <a:lnTo>
                    <a:pt x="1338267" y="2660055"/>
                  </a:lnTo>
                  <a:lnTo>
                    <a:pt x="1166198" y="2024318"/>
                  </a:lnTo>
                  <a:lnTo>
                    <a:pt x="532903" y="2379671"/>
                  </a:lnTo>
                  <a:lnTo>
                    <a:pt x="540021" y="2315327"/>
                  </a:lnTo>
                  <a:lnTo>
                    <a:pt x="544285" y="2308035"/>
                  </a:lnTo>
                  <a:lnTo>
                    <a:pt x="539158" y="2354388"/>
                  </a:lnTo>
                  <a:lnTo>
                    <a:pt x="1162251" y="2004743"/>
                  </a:lnTo>
                  <a:lnTo>
                    <a:pt x="1173672" y="1901495"/>
                  </a:lnTo>
                  <a:lnTo>
                    <a:pt x="1179265" y="1977345"/>
                  </a:lnTo>
                  <a:lnTo>
                    <a:pt x="1192836" y="1952580"/>
                  </a:lnTo>
                  <a:lnTo>
                    <a:pt x="1185177" y="2021814"/>
                  </a:lnTo>
                  <a:lnTo>
                    <a:pt x="1357922" y="2660055"/>
                  </a:lnTo>
                  <a:close/>
                </a:path>
                <a:path w="3020060" h="2660650">
                  <a:moveTo>
                    <a:pt x="1791549" y="832609"/>
                  </a:moveTo>
                  <a:lnTo>
                    <a:pt x="1789053" y="855172"/>
                  </a:lnTo>
                  <a:lnTo>
                    <a:pt x="793419" y="35497"/>
                  </a:lnTo>
                  <a:lnTo>
                    <a:pt x="796239" y="10006"/>
                  </a:lnTo>
                  <a:lnTo>
                    <a:pt x="877522" y="57674"/>
                  </a:lnTo>
                  <a:lnTo>
                    <a:pt x="875245" y="78260"/>
                  </a:lnTo>
                  <a:lnTo>
                    <a:pt x="1791549" y="832609"/>
                  </a:lnTo>
                  <a:close/>
                </a:path>
                <a:path w="3020060" h="2660650">
                  <a:moveTo>
                    <a:pt x="1173672" y="1901495"/>
                  </a:moveTo>
                  <a:lnTo>
                    <a:pt x="1162251" y="2004743"/>
                  </a:lnTo>
                  <a:lnTo>
                    <a:pt x="1115500" y="1368783"/>
                  </a:lnTo>
                  <a:lnTo>
                    <a:pt x="539158" y="2354388"/>
                  </a:lnTo>
                  <a:lnTo>
                    <a:pt x="544285" y="2308035"/>
                  </a:lnTo>
                  <a:lnTo>
                    <a:pt x="1107742" y="1344451"/>
                  </a:lnTo>
                  <a:lnTo>
                    <a:pt x="1115666" y="1272819"/>
                  </a:lnTo>
                  <a:lnTo>
                    <a:pt x="1128457" y="1321932"/>
                  </a:lnTo>
                  <a:lnTo>
                    <a:pt x="1137265" y="1315709"/>
                  </a:lnTo>
                  <a:lnTo>
                    <a:pt x="1133193" y="1352519"/>
                  </a:lnTo>
                  <a:lnTo>
                    <a:pt x="1173672" y="1901495"/>
                  </a:lnTo>
                  <a:close/>
                </a:path>
                <a:path w="3020060" h="2660650">
                  <a:moveTo>
                    <a:pt x="1870095" y="639761"/>
                  </a:moveTo>
                  <a:lnTo>
                    <a:pt x="1867817" y="660357"/>
                  </a:lnTo>
                  <a:lnTo>
                    <a:pt x="875245" y="78260"/>
                  </a:lnTo>
                  <a:lnTo>
                    <a:pt x="877522" y="57674"/>
                  </a:lnTo>
                  <a:lnTo>
                    <a:pt x="1870095" y="639761"/>
                  </a:lnTo>
                  <a:close/>
                </a:path>
                <a:path w="3020060" h="2660650">
                  <a:moveTo>
                    <a:pt x="1449016" y="1469303"/>
                  </a:moveTo>
                  <a:lnTo>
                    <a:pt x="1446829" y="1489072"/>
                  </a:lnTo>
                  <a:lnTo>
                    <a:pt x="1133193" y="1352519"/>
                  </a:lnTo>
                  <a:lnTo>
                    <a:pt x="1137265" y="1315709"/>
                  </a:lnTo>
                  <a:lnTo>
                    <a:pt x="1144787" y="1310394"/>
                  </a:lnTo>
                  <a:lnTo>
                    <a:pt x="1141997" y="1335616"/>
                  </a:lnTo>
                  <a:lnTo>
                    <a:pt x="1449016" y="1469303"/>
                  </a:lnTo>
                  <a:close/>
                </a:path>
                <a:path w="3020060" h="2660650">
                  <a:moveTo>
                    <a:pt x="1779438" y="861965"/>
                  </a:moveTo>
                  <a:lnTo>
                    <a:pt x="1776648" y="887186"/>
                  </a:lnTo>
                  <a:lnTo>
                    <a:pt x="1141997" y="1335616"/>
                  </a:lnTo>
                  <a:lnTo>
                    <a:pt x="1144787" y="1310394"/>
                  </a:lnTo>
                  <a:lnTo>
                    <a:pt x="1779438" y="861965"/>
                  </a:lnTo>
                  <a:close/>
                </a:path>
                <a:path w="3020060" h="2660650">
                  <a:moveTo>
                    <a:pt x="2355725" y="2194867"/>
                  </a:moveTo>
                  <a:lnTo>
                    <a:pt x="2353633" y="2213773"/>
                  </a:lnTo>
                  <a:lnTo>
                    <a:pt x="1185177" y="2021814"/>
                  </a:lnTo>
                  <a:lnTo>
                    <a:pt x="1192836" y="1952580"/>
                  </a:lnTo>
                  <a:lnTo>
                    <a:pt x="1198029" y="1943102"/>
                  </a:lnTo>
                  <a:lnTo>
                    <a:pt x="1192551" y="1992624"/>
                  </a:lnTo>
                  <a:lnTo>
                    <a:pt x="1212011" y="1985599"/>
                  </a:lnTo>
                  <a:lnTo>
                    <a:pt x="1209687" y="2006610"/>
                  </a:lnTo>
                  <a:lnTo>
                    <a:pt x="2355725" y="2194867"/>
                  </a:lnTo>
                  <a:close/>
                </a:path>
                <a:path w="3020060" h="2660650">
                  <a:moveTo>
                    <a:pt x="1966024" y="1694426"/>
                  </a:moveTo>
                  <a:lnTo>
                    <a:pt x="1963838" y="1714189"/>
                  </a:lnTo>
                  <a:lnTo>
                    <a:pt x="1464288" y="1496676"/>
                  </a:lnTo>
                  <a:lnTo>
                    <a:pt x="1192551" y="1992624"/>
                  </a:lnTo>
                  <a:lnTo>
                    <a:pt x="1198029" y="1943102"/>
                  </a:lnTo>
                  <a:lnTo>
                    <a:pt x="1446829" y="1489072"/>
                  </a:lnTo>
                  <a:lnTo>
                    <a:pt x="1449016" y="1469303"/>
                  </a:lnTo>
                  <a:lnTo>
                    <a:pt x="1455996" y="1472343"/>
                  </a:lnTo>
                  <a:lnTo>
                    <a:pt x="1478901" y="1430543"/>
                  </a:lnTo>
                  <a:lnTo>
                    <a:pt x="1473436" y="1479945"/>
                  </a:lnTo>
                  <a:lnTo>
                    <a:pt x="1966024" y="1694426"/>
                  </a:lnTo>
                  <a:close/>
                </a:path>
                <a:path w="3020060" h="2660650">
                  <a:moveTo>
                    <a:pt x="2359054" y="2168045"/>
                  </a:moveTo>
                  <a:lnTo>
                    <a:pt x="2356081" y="2194925"/>
                  </a:lnTo>
                  <a:lnTo>
                    <a:pt x="1986267" y="1726258"/>
                  </a:lnTo>
                  <a:lnTo>
                    <a:pt x="1209687" y="2006610"/>
                  </a:lnTo>
                  <a:lnTo>
                    <a:pt x="1212011" y="1985599"/>
                  </a:lnTo>
                  <a:lnTo>
                    <a:pt x="1963838" y="1714189"/>
                  </a:lnTo>
                  <a:lnTo>
                    <a:pt x="1966024" y="1694426"/>
                  </a:lnTo>
                  <a:lnTo>
                    <a:pt x="1976339" y="1698917"/>
                  </a:lnTo>
                  <a:lnTo>
                    <a:pt x="1982934" y="1639301"/>
                  </a:lnTo>
                  <a:lnTo>
                    <a:pt x="1991840" y="1680711"/>
                  </a:lnTo>
                  <a:lnTo>
                    <a:pt x="2011915" y="1625300"/>
                  </a:lnTo>
                  <a:lnTo>
                    <a:pt x="2003043" y="1705500"/>
                  </a:lnTo>
                  <a:lnTo>
                    <a:pt x="2011163" y="1705491"/>
                  </a:lnTo>
                  <a:lnTo>
                    <a:pt x="2009062" y="1724483"/>
                  </a:lnTo>
                  <a:lnTo>
                    <a:pt x="2359054" y="2168045"/>
                  </a:lnTo>
                  <a:close/>
                </a:path>
                <a:path w="3020060" h="2660650">
                  <a:moveTo>
                    <a:pt x="1982934" y="1639301"/>
                  </a:moveTo>
                  <a:lnTo>
                    <a:pt x="1976339" y="1698917"/>
                  </a:lnTo>
                  <a:lnTo>
                    <a:pt x="1800756" y="882518"/>
                  </a:lnTo>
                  <a:lnTo>
                    <a:pt x="1473436" y="1479945"/>
                  </a:lnTo>
                  <a:lnTo>
                    <a:pt x="1478901" y="1430543"/>
                  </a:lnTo>
                  <a:lnTo>
                    <a:pt x="1776648" y="887186"/>
                  </a:lnTo>
                  <a:lnTo>
                    <a:pt x="1779438" y="861965"/>
                  </a:lnTo>
                  <a:lnTo>
                    <a:pt x="1789053" y="855172"/>
                  </a:lnTo>
                  <a:lnTo>
                    <a:pt x="1791549" y="832609"/>
                  </a:lnTo>
                  <a:lnTo>
                    <a:pt x="1800548" y="840017"/>
                  </a:lnTo>
                  <a:lnTo>
                    <a:pt x="1826252" y="771369"/>
                  </a:lnTo>
                  <a:lnTo>
                    <a:pt x="1816068" y="863432"/>
                  </a:lnTo>
                  <a:lnTo>
                    <a:pt x="1982934" y="1639301"/>
                  </a:lnTo>
                  <a:close/>
                </a:path>
                <a:path w="3020060" h="2660650">
                  <a:moveTo>
                    <a:pt x="2321922" y="752476"/>
                  </a:moveTo>
                  <a:lnTo>
                    <a:pt x="2319196" y="777119"/>
                  </a:lnTo>
                  <a:lnTo>
                    <a:pt x="1816068" y="863432"/>
                  </a:lnTo>
                  <a:lnTo>
                    <a:pt x="1826252" y="771369"/>
                  </a:lnTo>
                  <a:lnTo>
                    <a:pt x="1827878" y="767024"/>
                  </a:lnTo>
                  <a:lnTo>
                    <a:pt x="1819408" y="843594"/>
                  </a:lnTo>
                  <a:lnTo>
                    <a:pt x="2286513" y="763457"/>
                  </a:lnTo>
                  <a:lnTo>
                    <a:pt x="2288611" y="744498"/>
                  </a:lnTo>
                  <a:lnTo>
                    <a:pt x="2321922" y="752476"/>
                  </a:lnTo>
                  <a:close/>
                </a:path>
                <a:path w="3020060" h="2660650">
                  <a:moveTo>
                    <a:pt x="2288611" y="744498"/>
                  </a:moveTo>
                  <a:lnTo>
                    <a:pt x="2286513" y="763457"/>
                  </a:lnTo>
                  <a:lnTo>
                    <a:pt x="1885471" y="667410"/>
                  </a:lnTo>
                  <a:lnTo>
                    <a:pt x="1819408" y="843594"/>
                  </a:lnTo>
                  <a:lnTo>
                    <a:pt x="1827878" y="767024"/>
                  </a:lnTo>
                  <a:lnTo>
                    <a:pt x="1867817" y="660357"/>
                  </a:lnTo>
                  <a:lnTo>
                    <a:pt x="1870095" y="639761"/>
                  </a:lnTo>
                  <a:lnTo>
                    <a:pt x="1883083" y="647377"/>
                  </a:lnTo>
                  <a:lnTo>
                    <a:pt x="2288611" y="744498"/>
                  </a:lnTo>
                  <a:close/>
                </a:path>
                <a:path w="3020060" h="2660650">
                  <a:moveTo>
                    <a:pt x="2367030" y="2178152"/>
                  </a:moveTo>
                  <a:lnTo>
                    <a:pt x="2361113" y="2231638"/>
                  </a:lnTo>
                  <a:lnTo>
                    <a:pt x="1728263" y="2660055"/>
                  </a:lnTo>
                  <a:lnTo>
                    <a:pt x="1694394" y="2660055"/>
                  </a:lnTo>
                  <a:lnTo>
                    <a:pt x="2353633" y="2213773"/>
                  </a:lnTo>
                  <a:lnTo>
                    <a:pt x="2355725" y="2194867"/>
                  </a:lnTo>
                  <a:lnTo>
                    <a:pt x="2356081" y="2194925"/>
                  </a:lnTo>
                  <a:lnTo>
                    <a:pt x="2359054" y="2168045"/>
                  </a:lnTo>
                  <a:lnTo>
                    <a:pt x="2367030" y="2178152"/>
                  </a:lnTo>
                  <a:close/>
                </a:path>
                <a:path w="3020060" h="2660650">
                  <a:moveTo>
                    <a:pt x="2994713" y="1676138"/>
                  </a:moveTo>
                  <a:lnTo>
                    <a:pt x="2991585" y="1704418"/>
                  </a:lnTo>
                  <a:lnTo>
                    <a:pt x="2336446" y="785235"/>
                  </a:lnTo>
                  <a:lnTo>
                    <a:pt x="2003043" y="1705500"/>
                  </a:lnTo>
                  <a:lnTo>
                    <a:pt x="2011915" y="1625300"/>
                  </a:lnTo>
                  <a:lnTo>
                    <a:pt x="2319196" y="777119"/>
                  </a:lnTo>
                  <a:lnTo>
                    <a:pt x="2321922" y="752476"/>
                  </a:lnTo>
                  <a:lnTo>
                    <a:pt x="2337629" y="756238"/>
                  </a:lnTo>
                  <a:lnTo>
                    <a:pt x="2339137" y="757112"/>
                  </a:lnTo>
                  <a:lnTo>
                    <a:pt x="2340759" y="758686"/>
                  </a:lnTo>
                  <a:lnTo>
                    <a:pt x="2341428" y="759543"/>
                  </a:lnTo>
                  <a:lnTo>
                    <a:pt x="2994713" y="1676138"/>
                  </a:lnTo>
                  <a:close/>
                </a:path>
                <a:path w="3020060" h="2660650">
                  <a:moveTo>
                    <a:pt x="2984535" y="1704426"/>
                  </a:moveTo>
                  <a:lnTo>
                    <a:pt x="2982434" y="1723422"/>
                  </a:lnTo>
                  <a:lnTo>
                    <a:pt x="2009062" y="1724483"/>
                  </a:lnTo>
                  <a:lnTo>
                    <a:pt x="2011163" y="1705491"/>
                  </a:lnTo>
                  <a:lnTo>
                    <a:pt x="2984535" y="1704426"/>
                  </a:lnTo>
                  <a:close/>
                </a:path>
                <a:path w="3020060" h="2660650">
                  <a:moveTo>
                    <a:pt x="2564781" y="2660055"/>
                  </a:moveTo>
                  <a:lnTo>
                    <a:pt x="2544397" y="2660055"/>
                  </a:lnTo>
                  <a:lnTo>
                    <a:pt x="2379489" y="2236478"/>
                  </a:lnTo>
                  <a:lnTo>
                    <a:pt x="2241519" y="2660055"/>
                  </a:lnTo>
                  <a:lnTo>
                    <a:pt x="2221577" y="2660055"/>
                  </a:lnTo>
                  <a:lnTo>
                    <a:pt x="2361113" y="2231638"/>
                  </a:lnTo>
                  <a:lnTo>
                    <a:pt x="2367030" y="2178152"/>
                  </a:lnTo>
                  <a:lnTo>
                    <a:pt x="2380299" y="2194969"/>
                  </a:lnTo>
                  <a:lnTo>
                    <a:pt x="2393035" y="2184994"/>
                  </a:lnTo>
                  <a:lnTo>
                    <a:pt x="2390113" y="2211411"/>
                  </a:lnTo>
                  <a:lnTo>
                    <a:pt x="2564781" y="2660055"/>
                  </a:lnTo>
                  <a:close/>
                </a:path>
                <a:path w="3020060" h="2660650">
                  <a:moveTo>
                    <a:pt x="3003246" y="1688110"/>
                  </a:moveTo>
                  <a:lnTo>
                    <a:pt x="2998021" y="1735346"/>
                  </a:lnTo>
                  <a:lnTo>
                    <a:pt x="2390113" y="2211411"/>
                  </a:lnTo>
                  <a:lnTo>
                    <a:pt x="2393035" y="2184994"/>
                  </a:lnTo>
                  <a:lnTo>
                    <a:pt x="2982434" y="1723422"/>
                  </a:lnTo>
                  <a:lnTo>
                    <a:pt x="2984535" y="1704426"/>
                  </a:lnTo>
                  <a:lnTo>
                    <a:pt x="2991585" y="1704418"/>
                  </a:lnTo>
                  <a:lnTo>
                    <a:pt x="2994713" y="1676138"/>
                  </a:lnTo>
                  <a:lnTo>
                    <a:pt x="3003246" y="1688110"/>
                  </a:lnTo>
                  <a:close/>
                </a:path>
                <a:path w="3020060" h="2660650">
                  <a:moveTo>
                    <a:pt x="3019500" y="1713350"/>
                  </a:moveTo>
                  <a:lnTo>
                    <a:pt x="3014073" y="1762414"/>
                  </a:lnTo>
                  <a:lnTo>
                    <a:pt x="2912600" y="2660055"/>
                  </a:lnTo>
                  <a:lnTo>
                    <a:pt x="2893492" y="2660055"/>
                  </a:lnTo>
                  <a:lnTo>
                    <a:pt x="3003246" y="1688110"/>
                  </a:lnTo>
                  <a:lnTo>
                    <a:pt x="3018443" y="1709433"/>
                  </a:lnTo>
                  <a:lnTo>
                    <a:pt x="3018951" y="1710539"/>
                  </a:lnTo>
                  <a:lnTo>
                    <a:pt x="3019420" y="1712520"/>
                  </a:lnTo>
                  <a:lnTo>
                    <a:pt x="3019500" y="1713350"/>
                  </a:lnTo>
                  <a:close/>
                </a:path>
              </a:pathLst>
            </a:custGeom>
            <a:solidFill>
              <a:srgbClr val="D0D3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8110" rIns="0" bIns="0" rtlCol="0" vert="horz">
            <a:spAutoFit/>
          </a:bodyPr>
          <a:lstStyle/>
          <a:p>
            <a:pPr marL="5128895" marR="5080" indent="469900">
              <a:lnSpc>
                <a:spcPts val="10950"/>
              </a:lnSpc>
              <a:spcBef>
                <a:spcPts val="930"/>
              </a:spcBef>
            </a:pPr>
            <a:r>
              <a:rPr dirty="0" spc="-1320"/>
              <a:t>MARKET </a:t>
            </a:r>
            <a:r>
              <a:rPr dirty="0" spc="-1360"/>
              <a:t>OVERVIEW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128422" y="5144977"/>
            <a:ext cx="3386454" cy="115506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480"/>
              </a:spcBef>
            </a:pPr>
            <a:r>
              <a:rPr dirty="0" sz="4200" spc="-10" b="1">
                <a:solidFill>
                  <a:srgbClr val="FFFFFF"/>
                </a:solidFill>
                <a:latin typeface="Trebuchet MS"/>
                <a:cs typeface="Trebuchet MS"/>
              </a:rPr>
              <a:t>19.5%</a:t>
            </a:r>
            <a:endParaRPr sz="4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Market</a:t>
            </a:r>
            <a:r>
              <a:rPr dirty="0" sz="270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Growth</a:t>
            </a:r>
            <a:r>
              <a:rPr dirty="0" sz="270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70">
                <a:solidFill>
                  <a:srgbClr val="FFFFFF"/>
                </a:solidFill>
                <a:latin typeface="Lucida Sans Unicode"/>
                <a:cs typeface="Lucida Sans Unicode"/>
              </a:rPr>
              <a:t>Rate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675156" y="5144977"/>
            <a:ext cx="2933065" cy="115506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4200" spc="-65" b="1">
                <a:solidFill>
                  <a:srgbClr val="FFFFFF"/>
                </a:solidFill>
                <a:latin typeface="Trebuchet MS"/>
                <a:cs typeface="Trebuchet MS"/>
              </a:rPr>
              <a:t>$3.7</a:t>
            </a:r>
            <a:r>
              <a:rPr dirty="0" sz="4200" spc="-3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200" spc="105" b="1">
                <a:solidFill>
                  <a:srgbClr val="FFFFFF"/>
                </a:solidFill>
                <a:latin typeface="Trebuchet MS"/>
                <a:cs typeface="Trebuchet MS"/>
              </a:rPr>
              <a:t>Billion</a:t>
            </a:r>
            <a:endParaRPr sz="4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Market </a:t>
            </a:r>
            <a:r>
              <a:rPr dirty="0" sz="2700" spc="-20">
                <a:solidFill>
                  <a:srgbClr val="FFFFFF"/>
                </a:solidFill>
                <a:latin typeface="Lucida Sans Unicode"/>
                <a:cs typeface="Lucida Sans Unicode"/>
              </a:rPr>
              <a:t>Size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101716" y="5144977"/>
            <a:ext cx="2728595" cy="115506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4200" spc="245" b="1">
                <a:solidFill>
                  <a:srgbClr val="FFFFFF"/>
                </a:solidFill>
                <a:latin typeface="Trebuchet MS"/>
                <a:cs typeface="Trebuchet MS"/>
              </a:rPr>
              <a:t>29%</a:t>
            </a:r>
            <a:endParaRPr sz="4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2700">
                <a:solidFill>
                  <a:srgbClr val="FFFFFF"/>
                </a:solidFill>
                <a:latin typeface="Lucida Sans Unicode"/>
                <a:cs typeface="Lucida Sans Unicode"/>
              </a:rPr>
              <a:t>Growth</a:t>
            </a:r>
            <a:r>
              <a:rPr dirty="0" sz="27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4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7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35">
                <a:solidFill>
                  <a:srgbClr val="FFFFFF"/>
                </a:solidFill>
                <a:latin typeface="Lucida Sans Unicode"/>
                <a:cs typeface="Lucida Sans Unicode"/>
              </a:rPr>
              <a:t>2026</a:t>
            </a:r>
            <a:endParaRPr sz="2700">
              <a:latin typeface="Lucida Sans Unicode"/>
              <a:cs typeface="Lucida Sans Unicode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2606770" y="7137093"/>
            <a:ext cx="5681345" cy="3150235"/>
            <a:chOff x="12606770" y="7137093"/>
            <a:chExt cx="5681345" cy="3150235"/>
          </a:xfrm>
        </p:grpSpPr>
        <p:sp>
          <p:nvSpPr>
            <p:cNvPr id="12" name="object 12" descr=""/>
            <p:cNvSpPr/>
            <p:nvPr/>
          </p:nvSpPr>
          <p:spPr>
            <a:xfrm>
              <a:off x="12606770" y="7881759"/>
              <a:ext cx="2174875" cy="1781175"/>
            </a:xfrm>
            <a:custGeom>
              <a:avLst/>
              <a:gdLst/>
              <a:ahLst/>
              <a:cxnLst/>
              <a:rect l="l" t="t" r="r" b="b"/>
              <a:pathLst>
                <a:path w="2174875" h="1781175">
                  <a:moveTo>
                    <a:pt x="2174249" y="1142739"/>
                  </a:moveTo>
                  <a:lnTo>
                    <a:pt x="2174249" y="1145700"/>
                  </a:lnTo>
                  <a:lnTo>
                    <a:pt x="2173280" y="1148187"/>
                  </a:lnTo>
                  <a:lnTo>
                    <a:pt x="1516840" y="1779537"/>
                  </a:lnTo>
                  <a:lnTo>
                    <a:pt x="1515340" y="1780410"/>
                  </a:lnTo>
                  <a:lnTo>
                    <a:pt x="1513574" y="1780809"/>
                  </a:lnTo>
                  <a:lnTo>
                    <a:pt x="1508561" y="1780932"/>
                  </a:lnTo>
                  <a:lnTo>
                    <a:pt x="900234" y="1759442"/>
                  </a:lnTo>
                  <a:lnTo>
                    <a:pt x="896741" y="1759319"/>
                  </a:lnTo>
                  <a:lnTo>
                    <a:pt x="500784" y="1471408"/>
                  </a:lnTo>
                  <a:lnTo>
                    <a:pt x="10594" y="1532518"/>
                  </a:lnTo>
                  <a:lnTo>
                    <a:pt x="0" y="1521308"/>
                  </a:lnTo>
                  <a:lnTo>
                    <a:pt x="645" y="1519665"/>
                  </a:lnTo>
                  <a:lnTo>
                    <a:pt x="32847" y="1431380"/>
                  </a:lnTo>
                  <a:lnTo>
                    <a:pt x="32847" y="1486766"/>
                  </a:lnTo>
                  <a:lnTo>
                    <a:pt x="36113" y="1483550"/>
                  </a:lnTo>
                  <a:lnTo>
                    <a:pt x="36113" y="1510211"/>
                  </a:lnTo>
                  <a:lnTo>
                    <a:pt x="495297" y="1452975"/>
                  </a:lnTo>
                  <a:lnTo>
                    <a:pt x="513771" y="1353655"/>
                  </a:lnTo>
                  <a:lnTo>
                    <a:pt x="513771" y="1457379"/>
                  </a:lnTo>
                  <a:lnTo>
                    <a:pt x="877298" y="1723610"/>
                  </a:lnTo>
                  <a:lnTo>
                    <a:pt x="877298" y="1668542"/>
                  </a:lnTo>
                  <a:lnTo>
                    <a:pt x="900234" y="1730995"/>
                  </a:lnTo>
                  <a:lnTo>
                    <a:pt x="916563" y="1711097"/>
                  </a:lnTo>
                  <a:lnTo>
                    <a:pt x="916563" y="1741037"/>
                  </a:lnTo>
                  <a:lnTo>
                    <a:pt x="1496486" y="1761502"/>
                  </a:lnTo>
                  <a:lnTo>
                    <a:pt x="1496486" y="1715437"/>
                  </a:lnTo>
                  <a:lnTo>
                    <a:pt x="1502524" y="1728774"/>
                  </a:lnTo>
                  <a:lnTo>
                    <a:pt x="1513574" y="888859"/>
                  </a:lnTo>
                  <a:lnTo>
                    <a:pt x="1513574" y="794272"/>
                  </a:lnTo>
                  <a:lnTo>
                    <a:pt x="1521245" y="816321"/>
                  </a:lnTo>
                  <a:lnTo>
                    <a:pt x="1521245" y="1748935"/>
                  </a:lnTo>
                  <a:lnTo>
                    <a:pt x="2148141" y="1146023"/>
                  </a:lnTo>
                  <a:lnTo>
                    <a:pt x="2148141" y="1125171"/>
                  </a:lnTo>
                  <a:lnTo>
                    <a:pt x="2154635" y="1128121"/>
                  </a:lnTo>
                  <a:lnTo>
                    <a:pt x="2154635" y="693495"/>
                  </a:lnTo>
                  <a:lnTo>
                    <a:pt x="2174249" y="1142739"/>
                  </a:lnTo>
                  <a:close/>
                </a:path>
                <a:path w="2174875" h="1781175">
                  <a:moveTo>
                    <a:pt x="589378" y="872870"/>
                  </a:moveTo>
                  <a:lnTo>
                    <a:pt x="589378" y="938642"/>
                  </a:lnTo>
                  <a:lnTo>
                    <a:pt x="427930" y="403542"/>
                  </a:lnTo>
                  <a:lnTo>
                    <a:pt x="32847" y="1486766"/>
                  </a:lnTo>
                  <a:lnTo>
                    <a:pt x="32847" y="1431380"/>
                  </a:lnTo>
                  <a:lnTo>
                    <a:pt x="419937" y="370130"/>
                  </a:lnTo>
                  <a:lnTo>
                    <a:pt x="446177" y="352814"/>
                  </a:lnTo>
                  <a:lnTo>
                    <a:pt x="446177" y="398239"/>
                  </a:lnTo>
                  <a:lnTo>
                    <a:pt x="589378" y="872870"/>
                  </a:lnTo>
                  <a:close/>
                </a:path>
                <a:path w="2174875" h="1781175">
                  <a:moveTo>
                    <a:pt x="585257" y="942700"/>
                  </a:moveTo>
                  <a:lnTo>
                    <a:pt x="585257" y="969339"/>
                  </a:lnTo>
                  <a:lnTo>
                    <a:pt x="36113" y="1510211"/>
                  </a:lnTo>
                  <a:lnTo>
                    <a:pt x="36113" y="1483550"/>
                  </a:lnTo>
                  <a:lnTo>
                    <a:pt x="585257" y="942700"/>
                  </a:lnTo>
                  <a:close/>
                </a:path>
                <a:path w="2174875" h="1781175">
                  <a:moveTo>
                    <a:pt x="938341" y="741315"/>
                  </a:moveTo>
                  <a:lnTo>
                    <a:pt x="938341" y="764996"/>
                  </a:lnTo>
                  <a:lnTo>
                    <a:pt x="446177" y="398288"/>
                  </a:lnTo>
                  <a:lnTo>
                    <a:pt x="446177" y="374610"/>
                  </a:lnTo>
                  <a:lnTo>
                    <a:pt x="938341" y="741315"/>
                  </a:lnTo>
                  <a:close/>
                </a:path>
                <a:path w="2174875" h="1781175">
                  <a:moveTo>
                    <a:pt x="1064397" y="5676"/>
                  </a:moveTo>
                  <a:lnTo>
                    <a:pt x="1064397" y="27469"/>
                  </a:lnTo>
                  <a:lnTo>
                    <a:pt x="446177" y="374610"/>
                  </a:lnTo>
                  <a:lnTo>
                    <a:pt x="446177" y="352814"/>
                  </a:lnTo>
                  <a:lnTo>
                    <a:pt x="1064397" y="5676"/>
                  </a:lnTo>
                  <a:close/>
                </a:path>
                <a:path w="2174875" h="1781175">
                  <a:moveTo>
                    <a:pt x="877298" y="1668542"/>
                  </a:moveTo>
                  <a:lnTo>
                    <a:pt x="877298" y="1723610"/>
                  </a:lnTo>
                  <a:lnTo>
                    <a:pt x="603124" y="977104"/>
                  </a:lnTo>
                  <a:lnTo>
                    <a:pt x="513771" y="1457379"/>
                  </a:lnTo>
                  <a:lnTo>
                    <a:pt x="513771" y="1353655"/>
                  </a:lnTo>
                  <a:lnTo>
                    <a:pt x="585257" y="969339"/>
                  </a:lnTo>
                  <a:lnTo>
                    <a:pt x="585257" y="942700"/>
                  </a:lnTo>
                  <a:lnTo>
                    <a:pt x="589378" y="938642"/>
                  </a:lnTo>
                  <a:lnTo>
                    <a:pt x="589378" y="872870"/>
                  </a:lnTo>
                  <a:lnTo>
                    <a:pt x="605991" y="927935"/>
                  </a:lnTo>
                  <a:lnTo>
                    <a:pt x="617156" y="922462"/>
                  </a:lnTo>
                  <a:lnTo>
                    <a:pt x="617156" y="960208"/>
                  </a:lnTo>
                  <a:lnTo>
                    <a:pt x="877298" y="1668542"/>
                  </a:lnTo>
                  <a:close/>
                </a:path>
                <a:path w="2174875" h="1781175">
                  <a:moveTo>
                    <a:pt x="1271716" y="1234541"/>
                  </a:moveTo>
                  <a:lnTo>
                    <a:pt x="1271716" y="1278322"/>
                  </a:lnTo>
                  <a:lnTo>
                    <a:pt x="617156" y="960208"/>
                  </a:lnTo>
                  <a:lnTo>
                    <a:pt x="617156" y="922462"/>
                  </a:lnTo>
                  <a:lnTo>
                    <a:pt x="621770" y="920200"/>
                  </a:lnTo>
                  <a:lnTo>
                    <a:pt x="621770" y="941338"/>
                  </a:lnTo>
                  <a:lnTo>
                    <a:pt x="1260135" y="1251574"/>
                  </a:lnTo>
                  <a:lnTo>
                    <a:pt x="1260135" y="1216711"/>
                  </a:lnTo>
                  <a:lnTo>
                    <a:pt x="1271716" y="1234541"/>
                  </a:lnTo>
                  <a:close/>
                </a:path>
                <a:path w="2174875" h="1781175">
                  <a:moveTo>
                    <a:pt x="1260135" y="1216711"/>
                  </a:moveTo>
                  <a:lnTo>
                    <a:pt x="1260135" y="1251574"/>
                  </a:lnTo>
                  <a:lnTo>
                    <a:pt x="953113" y="778892"/>
                  </a:lnTo>
                  <a:lnTo>
                    <a:pt x="621770" y="941338"/>
                  </a:lnTo>
                  <a:lnTo>
                    <a:pt x="621770" y="920200"/>
                  </a:lnTo>
                  <a:lnTo>
                    <a:pt x="938341" y="764996"/>
                  </a:lnTo>
                  <a:lnTo>
                    <a:pt x="938341" y="741315"/>
                  </a:lnTo>
                  <a:lnTo>
                    <a:pt x="949563" y="749676"/>
                  </a:lnTo>
                  <a:lnTo>
                    <a:pt x="971948" y="608889"/>
                  </a:lnTo>
                  <a:lnTo>
                    <a:pt x="971948" y="729800"/>
                  </a:lnTo>
                  <a:lnTo>
                    <a:pt x="973505" y="727696"/>
                  </a:lnTo>
                  <a:lnTo>
                    <a:pt x="973505" y="759623"/>
                  </a:lnTo>
                  <a:lnTo>
                    <a:pt x="975936" y="759988"/>
                  </a:lnTo>
                  <a:lnTo>
                    <a:pt x="975936" y="779196"/>
                  </a:lnTo>
                  <a:lnTo>
                    <a:pt x="1260135" y="1216711"/>
                  </a:lnTo>
                  <a:close/>
                </a:path>
                <a:path w="2174875" h="1781175">
                  <a:moveTo>
                    <a:pt x="1496486" y="1715437"/>
                  </a:moveTo>
                  <a:lnTo>
                    <a:pt x="1496486" y="1761502"/>
                  </a:lnTo>
                  <a:lnTo>
                    <a:pt x="1284343" y="1292864"/>
                  </a:lnTo>
                  <a:lnTo>
                    <a:pt x="916563" y="1741037"/>
                  </a:lnTo>
                  <a:lnTo>
                    <a:pt x="916563" y="1711097"/>
                  </a:lnTo>
                  <a:lnTo>
                    <a:pt x="1271716" y="1278322"/>
                  </a:lnTo>
                  <a:lnTo>
                    <a:pt x="1271716" y="1234541"/>
                  </a:lnTo>
                  <a:lnTo>
                    <a:pt x="1278267" y="1244626"/>
                  </a:lnTo>
                  <a:lnTo>
                    <a:pt x="1293020" y="826808"/>
                  </a:lnTo>
                  <a:lnTo>
                    <a:pt x="1293020" y="807610"/>
                  </a:lnTo>
                  <a:lnTo>
                    <a:pt x="1293685" y="807710"/>
                  </a:lnTo>
                  <a:lnTo>
                    <a:pt x="1297311" y="705033"/>
                  </a:lnTo>
                  <a:lnTo>
                    <a:pt x="1297311" y="1275494"/>
                  </a:lnTo>
                  <a:lnTo>
                    <a:pt x="1496486" y="1715437"/>
                  </a:lnTo>
                  <a:close/>
                </a:path>
                <a:path w="2174875" h="1781175">
                  <a:moveTo>
                    <a:pt x="1309748" y="245543"/>
                  </a:moveTo>
                  <a:lnTo>
                    <a:pt x="1309748" y="273388"/>
                  </a:lnTo>
                  <a:lnTo>
                    <a:pt x="1083175" y="30279"/>
                  </a:lnTo>
                  <a:lnTo>
                    <a:pt x="971948" y="729800"/>
                  </a:lnTo>
                  <a:lnTo>
                    <a:pt x="971948" y="608889"/>
                  </a:lnTo>
                  <a:lnTo>
                    <a:pt x="1064397" y="27469"/>
                  </a:lnTo>
                  <a:lnTo>
                    <a:pt x="1064397" y="5676"/>
                  </a:lnTo>
                  <a:lnTo>
                    <a:pt x="1072808" y="968"/>
                  </a:lnTo>
                  <a:lnTo>
                    <a:pt x="1073852" y="569"/>
                  </a:lnTo>
                  <a:lnTo>
                    <a:pt x="1074460" y="379"/>
                  </a:lnTo>
                  <a:lnTo>
                    <a:pt x="1076529" y="0"/>
                  </a:lnTo>
                  <a:lnTo>
                    <a:pt x="1078010" y="56"/>
                  </a:lnTo>
                  <a:lnTo>
                    <a:pt x="1080289" y="835"/>
                  </a:lnTo>
                  <a:lnTo>
                    <a:pt x="1111788" y="12903"/>
                  </a:lnTo>
                  <a:lnTo>
                    <a:pt x="1111788" y="33145"/>
                  </a:lnTo>
                  <a:lnTo>
                    <a:pt x="1309748" y="245543"/>
                  </a:lnTo>
                  <a:close/>
                </a:path>
                <a:path w="2174875" h="1781175">
                  <a:moveTo>
                    <a:pt x="1311514" y="247438"/>
                  </a:moveTo>
                  <a:lnTo>
                    <a:pt x="1311514" y="302927"/>
                  </a:lnTo>
                  <a:lnTo>
                    <a:pt x="973505" y="759623"/>
                  </a:lnTo>
                  <a:lnTo>
                    <a:pt x="973505" y="727696"/>
                  </a:lnTo>
                  <a:lnTo>
                    <a:pt x="1309748" y="273388"/>
                  </a:lnTo>
                  <a:lnTo>
                    <a:pt x="1309748" y="245543"/>
                  </a:lnTo>
                  <a:lnTo>
                    <a:pt x="1311514" y="247438"/>
                  </a:lnTo>
                  <a:close/>
                </a:path>
                <a:path w="2174875" h="1781175">
                  <a:moveTo>
                    <a:pt x="1293020" y="807610"/>
                  </a:moveTo>
                  <a:lnTo>
                    <a:pt x="1293020" y="826808"/>
                  </a:lnTo>
                  <a:lnTo>
                    <a:pt x="975936" y="779196"/>
                  </a:lnTo>
                  <a:lnTo>
                    <a:pt x="975936" y="759988"/>
                  </a:lnTo>
                  <a:lnTo>
                    <a:pt x="1293020" y="807610"/>
                  </a:lnTo>
                  <a:close/>
                </a:path>
                <a:path w="2174875" h="1781175">
                  <a:moveTo>
                    <a:pt x="1335532" y="98625"/>
                  </a:moveTo>
                  <a:lnTo>
                    <a:pt x="1335532" y="118858"/>
                  </a:lnTo>
                  <a:lnTo>
                    <a:pt x="1111788" y="33145"/>
                  </a:lnTo>
                  <a:lnTo>
                    <a:pt x="1111788" y="12903"/>
                  </a:lnTo>
                  <a:lnTo>
                    <a:pt x="1335532" y="98625"/>
                  </a:lnTo>
                  <a:close/>
                </a:path>
                <a:path w="2174875" h="1781175">
                  <a:moveTo>
                    <a:pt x="1513574" y="794272"/>
                  </a:moveTo>
                  <a:lnTo>
                    <a:pt x="1513574" y="888848"/>
                  </a:lnTo>
                  <a:lnTo>
                    <a:pt x="1297311" y="1275494"/>
                  </a:lnTo>
                  <a:lnTo>
                    <a:pt x="1297311" y="705033"/>
                  </a:lnTo>
                  <a:lnTo>
                    <a:pt x="1297558" y="698048"/>
                  </a:lnTo>
                  <a:lnTo>
                    <a:pt x="1297558" y="1236178"/>
                  </a:lnTo>
                  <a:lnTo>
                    <a:pt x="1508561" y="859175"/>
                  </a:lnTo>
                  <a:lnTo>
                    <a:pt x="1508561" y="839988"/>
                  </a:lnTo>
                  <a:lnTo>
                    <a:pt x="1509416" y="840116"/>
                  </a:lnTo>
                  <a:lnTo>
                    <a:pt x="1509416" y="782319"/>
                  </a:lnTo>
                  <a:lnTo>
                    <a:pt x="1513574" y="794272"/>
                  </a:lnTo>
                  <a:close/>
                </a:path>
                <a:path w="2174875" h="1781175">
                  <a:moveTo>
                    <a:pt x="1508561" y="839988"/>
                  </a:moveTo>
                  <a:lnTo>
                    <a:pt x="1508561" y="859175"/>
                  </a:lnTo>
                  <a:lnTo>
                    <a:pt x="1312558" y="829736"/>
                  </a:lnTo>
                  <a:lnTo>
                    <a:pt x="1311893" y="829636"/>
                  </a:lnTo>
                  <a:lnTo>
                    <a:pt x="1297558" y="1236178"/>
                  </a:lnTo>
                  <a:lnTo>
                    <a:pt x="1297558" y="698048"/>
                  </a:lnTo>
                  <a:lnTo>
                    <a:pt x="1311514" y="302927"/>
                  </a:lnTo>
                  <a:lnTo>
                    <a:pt x="1311514" y="247438"/>
                  </a:lnTo>
                  <a:lnTo>
                    <a:pt x="1312558" y="248558"/>
                  </a:lnTo>
                  <a:lnTo>
                    <a:pt x="1312558" y="810558"/>
                  </a:lnTo>
                  <a:lnTo>
                    <a:pt x="1508561" y="839988"/>
                  </a:lnTo>
                  <a:close/>
                </a:path>
                <a:path w="2174875" h="1781175">
                  <a:moveTo>
                    <a:pt x="1509416" y="782319"/>
                  </a:moveTo>
                  <a:lnTo>
                    <a:pt x="1509416" y="840116"/>
                  </a:lnTo>
                  <a:lnTo>
                    <a:pt x="1329722" y="323581"/>
                  </a:lnTo>
                  <a:lnTo>
                    <a:pt x="1312558" y="810558"/>
                  </a:lnTo>
                  <a:lnTo>
                    <a:pt x="1312558" y="248558"/>
                  </a:lnTo>
                  <a:lnTo>
                    <a:pt x="1315653" y="251879"/>
                  </a:lnTo>
                  <a:lnTo>
                    <a:pt x="1333463" y="132706"/>
                  </a:lnTo>
                  <a:lnTo>
                    <a:pt x="1333463" y="260706"/>
                  </a:lnTo>
                  <a:lnTo>
                    <a:pt x="1334602" y="260476"/>
                  </a:lnTo>
                  <a:lnTo>
                    <a:pt x="1334602" y="279842"/>
                  </a:lnTo>
                  <a:lnTo>
                    <a:pt x="1509416" y="782319"/>
                  </a:lnTo>
                  <a:close/>
                </a:path>
                <a:path w="2174875" h="1781175">
                  <a:moveTo>
                    <a:pt x="2024118" y="102262"/>
                  </a:moveTo>
                  <a:lnTo>
                    <a:pt x="2024118" y="121155"/>
                  </a:lnTo>
                  <a:lnTo>
                    <a:pt x="1354216" y="122199"/>
                  </a:lnTo>
                  <a:lnTo>
                    <a:pt x="1333463" y="260706"/>
                  </a:lnTo>
                  <a:lnTo>
                    <a:pt x="1333463" y="132706"/>
                  </a:lnTo>
                  <a:lnTo>
                    <a:pt x="1335532" y="118858"/>
                  </a:lnTo>
                  <a:lnTo>
                    <a:pt x="1335532" y="98625"/>
                  </a:lnTo>
                  <a:lnTo>
                    <a:pt x="1347760" y="103310"/>
                  </a:lnTo>
                  <a:lnTo>
                    <a:pt x="2024118" y="102262"/>
                  </a:lnTo>
                  <a:close/>
                </a:path>
                <a:path w="2174875" h="1781175">
                  <a:moveTo>
                    <a:pt x="2095889" y="102151"/>
                  </a:moveTo>
                  <a:lnTo>
                    <a:pt x="2095889" y="126034"/>
                  </a:lnTo>
                  <a:lnTo>
                    <a:pt x="1334602" y="279842"/>
                  </a:lnTo>
                  <a:lnTo>
                    <a:pt x="1334602" y="260476"/>
                  </a:lnTo>
                  <a:lnTo>
                    <a:pt x="2024118" y="121155"/>
                  </a:lnTo>
                  <a:lnTo>
                    <a:pt x="2024118" y="102262"/>
                  </a:lnTo>
                  <a:lnTo>
                    <a:pt x="2095889" y="102151"/>
                  </a:lnTo>
                  <a:close/>
                </a:path>
                <a:path w="2174875" h="1781175">
                  <a:moveTo>
                    <a:pt x="2148141" y="1125171"/>
                  </a:moveTo>
                  <a:lnTo>
                    <a:pt x="2148141" y="1146023"/>
                  </a:lnTo>
                  <a:lnTo>
                    <a:pt x="1532865" y="866484"/>
                  </a:lnTo>
                  <a:lnTo>
                    <a:pt x="1521245" y="1748935"/>
                  </a:lnTo>
                  <a:lnTo>
                    <a:pt x="1521245" y="816321"/>
                  </a:lnTo>
                  <a:lnTo>
                    <a:pt x="1526941" y="832693"/>
                  </a:lnTo>
                  <a:lnTo>
                    <a:pt x="1538637" y="818166"/>
                  </a:lnTo>
                  <a:lnTo>
                    <a:pt x="1538637" y="848241"/>
                  </a:lnTo>
                  <a:lnTo>
                    <a:pt x="2148141" y="1125171"/>
                  </a:lnTo>
                  <a:close/>
                </a:path>
                <a:path w="2174875" h="1781175">
                  <a:moveTo>
                    <a:pt x="2154635" y="693495"/>
                  </a:moveTo>
                  <a:lnTo>
                    <a:pt x="2154635" y="1128121"/>
                  </a:lnTo>
                  <a:lnTo>
                    <a:pt x="2111383" y="137064"/>
                  </a:lnTo>
                  <a:lnTo>
                    <a:pt x="1538637" y="848241"/>
                  </a:lnTo>
                  <a:lnTo>
                    <a:pt x="1538637" y="818166"/>
                  </a:lnTo>
                  <a:lnTo>
                    <a:pt x="2095889" y="126034"/>
                  </a:lnTo>
                  <a:lnTo>
                    <a:pt x="2095889" y="102151"/>
                  </a:lnTo>
                  <a:lnTo>
                    <a:pt x="2120610" y="102152"/>
                  </a:lnTo>
                  <a:lnTo>
                    <a:pt x="2122376" y="102323"/>
                  </a:lnTo>
                  <a:lnTo>
                    <a:pt x="2124009" y="102950"/>
                  </a:lnTo>
                  <a:lnTo>
                    <a:pt x="2125357" y="103955"/>
                  </a:lnTo>
                  <a:lnTo>
                    <a:pt x="2126003" y="104411"/>
                  </a:lnTo>
                  <a:lnTo>
                    <a:pt x="2126572" y="104962"/>
                  </a:lnTo>
                  <a:lnTo>
                    <a:pt x="2128300" y="107050"/>
                  </a:lnTo>
                  <a:lnTo>
                    <a:pt x="2129078" y="108910"/>
                  </a:lnTo>
                  <a:lnTo>
                    <a:pt x="2129211" y="111170"/>
                  </a:lnTo>
                  <a:lnTo>
                    <a:pt x="2154635" y="693495"/>
                  </a:lnTo>
                  <a:close/>
                </a:path>
              </a:pathLst>
            </a:custGeom>
            <a:solidFill>
              <a:srgbClr val="8081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104662" y="8149774"/>
              <a:ext cx="2393950" cy="2137410"/>
            </a:xfrm>
            <a:custGeom>
              <a:avLst/>
              <a:gdLst/>
              <a:ahLst/>
              <a:cxnLst/>
              <a:rect l="l" t="t" r="r" b="b"/>
              <a:pathLst>
                <a:path w="2393950" h="2137409">
                  <a:moveTo>
                    <a:pt x="245368" y="2137225"/>
                  </a:moveTo>
                  <a:lnTo>
                    <a:pt x="225182" y="2137225"/>
                  </a:lnTo>
                  <a:lnTo>
                    <a:pt x="246" y="1512365"/>
                  </a:lnTo>
                  <a:lnTo>
                    <a:pt x="246" y="1511844"/>
                  </a:lnTo>
                  <a:lnTo>
                    <a:pt x="0" y="1510382"/>
                  </a:lnTo>
                  <a:lnTo>
                    <a:pt x="0" y="1509170"/>
                  </a:lnTo>
                  <a:lnTo>
                    <a:pt x="664" y="1506984"/>
                  </a:lnTo>
                  <a:lnTo>
                    <a:pt x="23468" y="1447156"/>
                  </a:lnTo>
                  <a:lnTo>
                    <a:pt x="23468" y="1520747"/>
                  </a:lnTo>
                  <a:lnTo>
                    <a:pt x="245368" y="2137225"/>
                  </a:lnTo>
                  <a:close/>
                </a:path>
                <a:path w="2393950" h="2137409">
                  <a:moveTo>
                    <a:pt x="854608" y="1562646"/>
                  </a:moveTo>
                  <a:lnTo>
                    <a:pt x="854608" y="1581667"/>
                  </a:lnTo>
                  <a:lnTo>
                    <a:pt x="23468" y="1520747"/>
                  </a:lnTo>
                  <a:lnTo>
                    <a:pt x="23468" y="1447156"/>
                  </a:lnTo>
                  <a:lnTo>
                    <a:pt x="28613" y="1433650"/>
                  </a:lnTo>
                  <a:lnTo>
                    <a:pt x="28613" y="1486937"/>
                  </a:lnTo>
                  <a:lnTo>
                    <a:pt x="38980" y="1480378"/>
                  </a:lnTo>
                  <a:lnTo>
                    <a:pt x="38980" y="1502846"/>
                  </a:lnTo>
                  <a:lnTo>
                    <a:pt x="854608" y="1562646"/>
                  </a:lnTo>
                  <a:close/>
                </a:path>
                <a:path w="2393950" h="2137409">
                  <a:moveTo>
                    <a:pt x="657598" y="849197"/>
                  </a:moveTo>
                  <a:lnTo>
                    <a:pt x="657598" y="1088995"/>
                  </a:lnTo>
                  <a:lnTo>
                    <a:pt x="575232" y="52281"/>
                  </a:lnTo>
                  <a:lnTo>
                    <a:pt x="28613" y="1486937"/>
                  </a:lnTo>
                  <a:lnTo>
                    <a:pt x="28613" y="1433650"/>
                  </a:lnTo>
                  <a:lnTo>
                    <a:pt x="572441" y="6321"/>
                  </a:lnTo>
                  <a:lnTo>
                    <a:pt x="572840" y="5201"/>
                  </a:lnTo>
                  <a:lnTo>
                    <a:pt x="581707" y="0"/>
                  </a:lnTo>
                  <a:lnTo>
                    <a:pt x="582599" y="151"/>
                  </a:lnTo>
                  <a:lnTo>
                    <a:pt x="584744" y="455"/>
                  </a:lnTo>
                  <a:lnTo>
                    <a:pt x="586776" y="1480"/>
                  </a:lnTo>
                  <a:lnTo>
                    <a:pt x="593042" y="8438"/>
                  </a:lnTo>
                  <a:lnTo>
                    <a:pt x="593042" y="36676"/>
                  </a:lnTo>
                  <a:lnTo>
                    <a:pt x="657598" y="849197"/>
                  </a:lnTo>
                  <a:close/>
                </a:path>
                <a:path w="2393950" h="2137409">
                  <a:moveTo>
                    <a:pt x="856146" y="1514167"/>
                  </a:moveTo>
                  <a:lnTo>
                    <a:pt x="856146" y="1562759"/>
                  </a:lnTo>
                  <a:lnTo>
                    <a:pt x="663143" y="1107941"/>
                  </a:lnTo>
                  <a:lnTo>
                    <a:pt x="38980" y="1502846"/>
                  </a:lnTo>
                  <a:lnTo>
                    <a:pt x="38980" y="1480378"/>
                  </a:lnTo>
                  <a:lnTo>
                    <a:pt x="657598" y="1088995"/>
                  </a:lnTo>
                  <a:lnTo>
                    <a:pt x="657598" y="849197"/>
                  </a:lnTo>
                  <a:lnTo>
                    <a:pt x="674592" y="1063082"/>
                  </a:lnTo>
                  <a:lnTo>
                    <a:pt x="683839" y="1047293"/>
                  </a:lnTo>
                  <a:lnTo>
                    <a:pt x="683839" y="1108150"/>
                  </a:lnTo>
                  <a:lnTo>
                    <a:pt x="856146" y="1514167"/>
                  </a:lnTo>
                  <a:close/>
                </a:path>
                <a:path w="2393950" h="2137409">
                  <a:moveTo>
                    <a:pt x="858520" y="1519759"/>
                  </a:moveTo>
                  <a:lnTo>
                    <a:pt x="858520" y="1611358"/>
                  </a:lnTo>
                  <a:lnTo>
                    <a:pt x="531710" y="2137225"/>
                  </a:lnTo>
                  <a:lnTo>
                    <a:pt x="509344" y="2137225"/>
                  </a:lnTo>
                  <a:lnTo>
                    <a:pt x="854608" y="1581667"/>
                  </a:lnTo>
                  <a:lnTo>
                    <a:pt x="854608" y="1562646"/>
                  </a:lnTo>
                  <a:lnTo>
                    <a:pt x="856146" y="1562759"/>
                  </a:lnTo>
                  <a:lnTo>
                    <a:pt x="856146" y="1514167"/>
                  </a:lnTo>
                  <a:lnTo>
                    <a:pt x="858520" y="1519759"/>
                  </a:lnTo>
                  <a:close/>
                </a:path>
                <a:path w="2393950" h="2137409">
                  <a:moveTo>
                    <a:pt x="1006714" y="467765"/>
                  </a:moveTo>
                  <a:lnTo>
                    <a:pt x="1006714" y="495993"/>
                  </a:lnTo>
                  <a:lnTo>
                    <a:pt x="593042" y="36676"/>
                  </a:lnTo>
                  <a:lnTo>
                    <a:pt x="593042" y="8438"/>
                  </a:lnTo>
                  <a:lnTo>
                    <a:pt x="1006714" y="467765"/>
                  </a:lnTo>
                  <a:close/>
                </a:path>
                <a:path w="2393950" h="2137409">
                  <a:moveTo>
                    <a:pt x="1599889" y="1333338"/>
                  </a:moveTo>
                  <a:lnTo>
                    <a:pt x="1599889" y="1353005"/>
                  </a:lnTo>
                  <a:lnTo>
                    <a:pt x="683839" y="1108150"/>
                  </a:lnTo>
                  <a:lnTo>
                    <a:pt x="683839" y="1047293"/>
                  </a:lnTo>
                  <a:lnTo>
                    <a:pt x="692706" y="1032153"/>
                  </a:lnTo>
                  <a:lnTo>
                    <a:pt x="692706" y="1090856"/>
                  </a:lnTo>
                  <a:lnTo>
                    <a:pt x="1599889" y="1333338"/>
                  </a:lnTo>
                  <a:close/>
                </a:path>
                <a:path w="2393950" h="2137409">
                  <a:moveTo>
                    <a:pt x="1646788" y="536611"/>
                  </a:moveTo>
                  <a:lnTo>
                    <a:pt x="1646788" y="563254"/>
                  </a:lnTo>
                  <a:lnTo>
                    <a:pt x="692706" y="1090856"/>
                  </a:lnTo>
                  <a:lnTo>
                    <a:pt x="692706" y="1032153"/>
                  </a:lnTo>
                  <a:lnTo>
                    <a:pt x="693180" y="1031343"/>
                  </a:lnTo>
                  <a:lnTo>
                    <a:pt x="693180" y="1068910"/>
                  </a:lnTo>
                  <a:lnTo>
                    <a:pt x="1624629" y="553818"/>
                  </a:lnTo>
                  <a:lnTo>
                    <a:pt x="1624629" y="534803"/>
                  </a:lnTo>
                  <a:lnTo>
                    <a:pt x="1646788" y="536611"/>
                  </a:lnTo>
                  <a:close/>
                </a:path>
                <a:path w="2393950" h="2137409">
                  <a:moveTo>
                    <a:pt x="1624629" y="534803"/>
                  </a:moveTo>
                  <a:lnTo>
                    <a:pt x="1624629" y="553818"/>
                  </a:lnTo>
                  <a:lnTo>
                    <a:pt x="1023574" y="504745"/>
                  </a:lnTo>
                  <a:lnTo>
                    <a:pt x="693180" y="1068910"/>
                  </a:lnTo>
                  <a:lnTo>
                    <a:pt x="693180" y="1031343"/>
                  </a:lnTo>
                  <a:lnTo>
                    <a:pt x="1006714" y="495993"/>
                  </a:lnTo>
                  <a:lnTo>
                    <a:pt x="1006714" y="467765"/>
                  </a:lnTo>
                  <a:lnTo>
                    <a:pt x="1022852" y="485685"/>
                  </a:lnTo>
                  <a:lnTo>
                    <a:pt x="1624629" y="534803"/>
                  </a:lnTo>
                  <a:close/>
                </a:path>
                <a:path w="2393950" h="2137409">
                  <a:moveTo>
                    <a:pt x="1245192" y="1799097"/>
                  </a:moveTo>
                  <a:lnTo>
                    <a:pt x="1245192" y="1821567"/>
                  </a:lnTo>
                  <a:lnTo>
                    <a:pt x="879235" y="1589811"/>
                  </a:lnTo>
                  <a:lnTo>
                    <a:pt x="837219" y="2137225"/>
                  </a:lnTo>
                  <a:lnTo>
                    <a:pt x="818160" y="2137225"/>
                  </a:lnTo>
                  <a:lnTo>
                    <a:pt x="858520" y="1611358"/>
                  </a:lnTo>
                  <a:lnTo>
                    <a:pt x="858520" y="1519759"/>
                  </a:lnTo>
                  <a:lnTo>
                    <a:pt x="876406" y="1561905"/>
                  </a:lnTo>
                  <a:lnTo>
                    <a:pt x="893855" y="1556866"/>
                  </a:lnTo>
                  <a:lnTo>
                    <a:pt x="893855" y="1576617"/>
                  </a:lnTo>
                  <a:lnTo>
                    <a:pt x="1245192" y="1799097"/>
                  </a:lnTo>
                  <a:close/>
                </a:path>
                <a:path w="2393950" h="2137409">
                  <a:moveTo>
                    <a:pt x="1609060" y="1335789"/>
                  </a:moveTo>
                  <a:lnTo>
                    <a:pt x="1609060" y="1370110"/>
                  </a:lnTo>
                  <a:lnTo>
                    <a:pt x="893855" y="1576617"/>
                  </a:lnTo>
                  <a:lnTo>
                    <a:pt x="893855" y="1556866"/>
                  </a:lnTo>
                  <a:lnTo>
                    <a:pt x="1599889" y="1353005"/>
                  </a:lnTo>
                  <a:lnTo>
                    <a:pt x="1599889" y="1333338"/>
                  </a:lnTo>
                  <a:lnTo>
                    <a:pt x="1609060" y="1335789"/>
                  </a:lnTo>
                  <a:close/>
                </a:path>
                <a:path w="2393950" h="2137409">
                  <a:moveTo>
                    <a:pt x="1488359" y="1953081"/>
                  </a:moveTo>
                  <a:lnTo>
                    <a:pt x="1488359" y="1975565"/>
                  </a:lnTo>
                  <a:lnTo>
                    <a:pt x="1261312" y="1831781"/>
                  </a:lnTo>
                  <a:lnTo>
                    <a:pt x="1015098" y="2137225"/>
                  </a:lnTo>
                  <a:lnTo>
                    <a:pt x="990770" y="2137225"/>
                  </a:lnTo>
                  <a:lnTo>
                    <a:pt x="1245192" y="1821567"/>
                  </a:lnTo>
                  <a:lnTo>
                    <a:pt x="1245192" y="1799097"/>
                  </a:lnTo>
                  <a:lnTo>
                    <a:pt x="1257172" y="1806684"/>
                  </a:lnTo>
                  <a:lnTo>
                    <a:pt x="1273292" y="1786684"/>
                  </a:lnTo>
                  <a:lnTo>
                    <a:pt x="1273292" y="1816897"/>
                  </a:lnTo>
                  <a:lnTo>
                    <a:pt x="1488359" y="1953081"/>
                  </a:lnTo>
                  <a:close/>
                </a:path>
                <a:path w="2393950" h="2137409">
                  <a:moveTo>
                    <a:pt x="1496619" y="1958311"/>
                  </a:moveTo>
                  <a:lnTo>
                    <a:pt x="1496619" y="1992727"/>
                  </a:lnTo>
                  <a:lnTo>
                    <a:pt x="1245599" y="2137225"/>
                  </a:lnTo>
                  <a:lnTo>
                    <a:pt x="1207542" y="2137225"/>
                  </a:lnTo>
                  <a:lnTo>
                    <a:pt x="1488359" y="1975565"/>
                  </a:lnTo>
                  <a:lnTo>
                    <a:pt x="1488359" y="1953081"/>
                  </a:lnTo>
                  <a:lnTo>
                    <a:pt x="1496619" y="1958311"/>
                  </a:lnTo>
                  <a:close/>
                </a:path>
                <a:path w="2393950" h="2137409">
                  <a:moveTo>
                    <a:pt x="1618117" y="1338210"/>
                  </a:moveTo>
                  <a:lnTo>
                    <a:pt x="1618117" y="1389113"/>
                  </a:lnTo>
                  <a:lnTo>
                    <a:pt x="1273292" y="1816897"/>
                  </a:lnTo>
                  <a:lnTo>
                    <a:pt x="1273292" y="1786684"/>
                  </a:lnTo>
                  <a:lnTo>
                    <a:pt x="1609060" y="1370110"/>
                  </a:lnTo>
                  <a:lnTo>
                    <a:pt x="1609060" y="1335789"/>
                  </a:lnTo>
                  <a:lnTo>
                    <a:pt x="1618117" y="1338210"/>
                  </a:lnTo>
                  <a:close/>
                </a:path>
                <a:path w="2393950" h="2137409">
                  <a:moveTo>
                    <a:pt x="2086475" y="2137225"/>
                  </a:moveTo>
                  <a:lnTo>
                    <a:pt x="2019449" y="2137225"/>
                  </a:lnTo>
                  <a:lnTo>
                    <a:pt x="1515644" y="1988474"/>
                  </a:lnTo>
                  <a:lnTo>
                    <a:pt x="1510344" y="2137225"/>
                  </a:lnTo>
                  <a:lnTo>
                    <a:pt x="1491456" y="2137225"/>
                  </a:lnTo>
                  <a:lnTo>
                    <a:pt x="1496619" y="1992727"/>
                  </a:lnTo>
                  <a:lnTo>
                    <a:pt x="1496619" y="1958311"/>
                  </a:lnTo>
                  <a:lnTo>
                    <a:pt x="1500302" y="1960644"/>
                  </a:lnTo>
                  <a:lnTo>
                    <a:pt x="1523352" y="1848824"/>
                  </a:lnTo>
                  <a:lnTo>
                    <a:pt x="1523352" y="1970971"/>
                  </a:lnTo>
                  <a:lnTo>
                    <a:pt x="2086475" y="2137225"/>
                  </a:lnTo>
                  <a:close/>
                </a:path>
                <a:path w="2393950" h="2137409">
                  <a:moveTo>
                    <a:pt x="2393483" y="2137225"/>
                  </a:moveTo>
                  <a:lnTo>
                    <a:pt x="2374492" y="2137225"/>
                  </a:lnTo>
                  <a:lnTo>
                    <a:pt x="2277538" y="1076599"/>
                  </a:lnTo>
                  <a:lnTo>
                    <a:pt x="1523352" y="1970971"/>
                  </a:lnTo>
                  <a:lnTo>
                    <a:pt x="1523352" y="1848824"/>
                  </a:lnTo>
                  <a:lnTo>
                    <a:pt x="1523561" y="1847811"/>
                  </a:lnTo>
                  <a:lnTo>
                    <a:pt x="1523561" y="1941242"/>
                  </a:lnTo>
                  <a:lnTo>
                    <a:pt x="2250140" y="1079579"/>
                  </a:lnTo>
                  <a:lnTo>
                    <a:pt x="2250140" y="1058678"/>
                  </a:lnTo>
                  <a:lnTo>
                    <a:pt x="2267020" y="1050894"/>
                  </a:lnTo>
                  <a:lnTo>
                    <a:pt x="2267020" y="1026591"/>
                  </a:lnTo>
                  <a:lnTo>
                    <a:pt x="2290677" y="1045655"/>
                  </a:lnTo>
                  <a:lnTo>
                    <a:pt x="2291247" y="1046092"/>
                  </a:lnTo>
                  <a:lnTo>
                    <a:pt x="2291817" y="1046642"/>
                  </a:lnTo>
                  <a:lnTo>
                    <a:pt x="2293507" y="1048825"/>
                  </a:lnTo>
                  <a:lnTo>
                    <a:pt x="2294133" y="1050553"/>
                  </a:lnTo>
                  <a:lnTo>
                    <a:pt x="2393483" y="2137225"/>
                  </a:lnTo>
                  <a:close/>
                </a:path>
                <a:path w="2393950" h="2137409">
                  <a:moveTo>
                    <a:pt x="2250140" y="1058678"/>
                  </a:moveTo>
                  <a:lnTo>
                    <a:pt x="2250140" y="1079579"/>
                  </a:lnTo>
                  <a:lnTo>
                    <a:pt x="1643655" y="1359251"/>
                  </a:lnTo>
                  <a:lnTo>
                    <a:pt x="1523561" y="1941242"/>
                  </a:lnTo>
                  <a:lnTo>
                    <a:pt x="1523561" y="1847811"/>
                  </a:lnTo>
                  <a:lnTo>
                    <a:pt x="1618117" y="1389113"/>
                  </a:lnTo>
                  <a:lnTo>
                    <a:pt x="1618117" y="1338210"/>
                  </a:lnTo>
                  <a:lnTo>
                    <a:pt x="1626168" y="1340362"/>
                  </a:lnTo>
                  <a:lnTo>
                    <a:pt x="1645212" y="622650"/>
                  </a:lnTo>
                  <a:lnTo>
                    <a:pt x="1645212" y="1337628"/>
                  </a:lnTo>
                  <a:lnTo>
                    <a:pt x="2250140" y="1058678"/>
                  </a:lnTo>
                  <a:close/>
                </a:path>
                <a:path w="2393950" h="2137409">
                  <a:moveTo>
                    <a:pt x="2267020" y="1026591"/>
                  </a:moveTo>
                  <a:lnTo>
                    <a:pt x="2267020" y="1050894"/>
                  </a:lnTo>
                  <a:lnTo>
                    <a:pt x="1665699" y="566348"/>
                  </a:lnTo>
                  <a:lnTo>
                    <a:pt x="1645212" y="1337628"/>
                  </a:lnTo>
                  <a:lnTo>
                    <a:pt x="1645212" y="622650"/>
                  </a:lnTo>
                  <a:lnTo>
                    <a:pt x="1646788" y="563254"/>
                  </a:lnTo>
                  <a:lnTo>
                    <a:pt x="1646788" y="536611"/>
                  </a:lnTo>
                  <a:lnTo>
                    <a:pt x="1657344" y="537473"/>
                  </a:lnTo>
                  <a:lnTo>
                    <a:pt x="1658559" y="537549"/>
                  </a:lnTo>
                  <a:lnTo>
                    <a:pt x="1659736" y="537872"/>
                  </a:lnTo>
                  <a:lnTo>
                    <a:pt x="1660951" y="538460"/>
                  </a:lnTo>
                  <a:lnTo>
                    <a:pt x="1661521" y="538764"/>
                  </a:lnTo>
                  <a:lnTo>
                    <a:pt x="1662091" y="539125"/>
                  </a:lnTo>
                  <a:lnTo>
                    <a:pt x="2267020" y="1026591"/>
                  </a:lnTo>
                  <a:close/>
                </a:path>
              </a:pathLst>
            </a:custGeom>
            <a:solidFill>
              <a:srgbClr val="A6A8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340569" y="7137093"/>
              <a:ext cx="2947670" cy="3060065"/>
            </a:xfrm>
            <a:custGeom>
              <a:avLst/>
              <a:gdLst/>
              <a:ahLst/>
              <a:cxnLst/>
              <a:rect l="l" t="t" r="r" b="b"/>
              <a:pathLst>
                <a:path w="2947669" h="3060065">
                  <a:moveTo>
                    <a:pt x="2947430" y="3037661"/>
                  </a:moveTo>
                  <a:lnTo>
                    <a:pt x="2947430" y="3059497"/>
                  </a:lnTo>
                  <a:lnTo>
                    <a:pt x="2338867" y="2712675"/>
                  </a:lnTo>
                  <a:lnTo>
                    <a:pt x="1587985" y="2790908"/>
                  </a:lnTo>
                  <a:lnTo>
                    <a:pt x="645428" y="2403579"/>
                  </a:lnTo>
                  <a:lnTo>
                    <a:pt x="642105" y="2401888"/>
                  </a:lnTo>
                  <a:lnTo>
                    <a:pt x="641972" y="2401812"/>
                  </a:lnTo>
                  <a:lnTo>
                    <a:pt x="1158" y="1211289"/>
                  </a:lnTo>
                  <a:lnTo>
                    <a:pt x="0" y="1207057"/>
                  </a:lnTo>
                  <a:lnTo>
                    <a:pt x="550" y="1204741"/>
                  </a:lnTo>
                  <a:lnTo>
                    <a:pt x="930" y="1203546"/>
                  </a:lnTo>
                  <a:lnTo>
                    <a:pt x="24949" y="1158560"/>
                  </a:lnTo>
                  <a:lnTo>
                    <a:pt x="24949" y="1198875"/>
                  </a:lnTo>
                  <a:lnTo>
                    <a:pt x="26278" y="1198974"/>
                  </a:lnTo>
                  <a:lnTo>
                    <a:pt x="26278" y="1218011"/>
                  </a:lnTo>
                  <a:lnTo>
                    <a:pt x="646947" y="2372824"/>
                  </a:lnTo>
                  <a:lnTo>
                    <a:pt x="667187" y="2327375"/>
                  </a:lnTo>
                  <a:lnTo>
                    <a:pt x="667187" y="2392112"/>
                  </a:lnTo>
                  <a:lnTo>
                    <a:pt x="1570042" y="2764273"/>
                  </a:lnTo>
                  <a:lnTo>
                    <a:pt x="1570042" y="2712412"/>
                  </a:lnTo>
                  <a:lnTo>
                    <a:pt x="1590985" y="2765697"/>
                  </a:lnTo>
                  <a:lnTo>
                    <a:pt x="1616484" y="2743989"/>
                  </a:lnTo>
                  <a:lnTo>
                    <a:pt x="1616484" y="2768924"/>
                  </a:lnTo>
                  <a:lnTo>
                    <a:pt x="2333039" y="2694241"/>
                  </a:lnTo>
                  <a:lnTo>
                    <a:pt x="2351588" y="2604889"/>
                  </a:lnTo>
                  <a:lnTo>
                    <a:pt x="2351588" y="2698152"/>
                  </a:lnTo>
                  <a:lnTo>
                    <a:pt x="2947430" y="3037661"/>
                  </a:lnTo>
                  <a:close/>
                </a:path>
                <a:path w="2947669" h="3060065">
                  <a:moveTo>
                    <a:pt x="1124719" y="1227895"/>
                  </a:moveTo>
                  <a:lnTo>
                    <a:pt x="1124719" y="1280645"/>
                  </a:lnTo>
                  <a:lnTo>
                    <a:pt x="647630" y="32387"/>
                  </a:lnTo>
                  <a:lnTo>
                    <a:pt x="24949" y="1198875"/>
                  </a:lnTo>
                  <a:lnTo>
                    <a:pt x="24949" y="1158560"/>
                  </a:lnTo>
                  <a:lnTo>
                    <a:pt x="640605" y="5271"/>
                  </a:lnTo>
                  <a:lnTo>
                    <a:pt x="646757" y="417"/>
                  </a:lnTo>
                  <a:lnTo>
                    <a:pt x="648428" y="0"/>
                  </a:lnTo>
                  <a:lnTo>
                    <a:pt x="650231" y="37"/>
                  </a:lnTo>
                  <a:lnTo>
                    <a:pt x="652320" y="702"/>
                  </a:lnTo>
                  <a:lnTo>
                    <a:pt x="652662" y="835"/>
                  </a:lnTo>
                  <a:lnTo>
                    <a:pt x="668383" y="7860"/>
                  </a:lnTo>
                  <a:lnTo>
                    <a:pt x="668383" y="33507"/>
                  </a:lnTo>
                  <a:lnTo>
                    <a:pt x="1124719" y="1227895"/>
                  </a:lnTo>
                  <a:close/>
                </a:path>
                <a:path w="2947669" h="3060065">
                  <a:moveTo>
                    <a:pt x="1124719" y="1280934"/>
                  </a:moveTo>
                  <a:lnTo>
                    <a:pt x="1124719" y="1299965"/>
                  </a:lnTo>
                  <a:lnTo>
                    <a:pt x="26278" y="1218011"/>
                  </a:lnTo>
                  <a:lnTo>
                    <a:pt x="26278" y="1198974"/>
                  </a:lnTo>
                  <a:lnTo>
                    <a:pt x="1124719" y="1280934"/>
                  </a:lnTo>
                  <a:close/>
                </a:path>
                <a:path w="2947669" h="3060065">
                  <a:moveTo>
                    <a:pt x="1570042" y="2712412"/>
                  </a:moveTo>
                  <a:lnTo>
                    <a:pt x="1570042" y="2764273"/>
                  </a:lnTo>
                  <a:lnTo>
                    <a:pt x="1257571" y="1969282"/>
                  </a:lnTo>
                  <a:lnTo>
                    <a:pt x="667187" y="2392112"/>
                  </a:lnTo>
                  <a:lnTo>
                    <a:pt x="667187" y="2327375"/>
                  </a:lnTo>
                  <a:lnTo>
                    <a:pt x="670623" y="2319658"/>
                  </a:lnTo>
                  <a:lnTo>
                    <a:pt x="670623" y="2366294"/>
                  </a:lnTo>
                  <a:lnTo>
                    <a:pt x="1251496" y="1950260"/>
                  </a:lnTo>
                  <a:lnTo>
                    <a:pt x="1251496" y="1846382"/>
                  </a:lnTo>
                  <a:lnTo>
                    <a:pt x="1265394" y="1921158"/>
                  </a:lnTo>
                  <a:lnTo>
                    <a:pt x="1276160" y="1895051"/>
                  </a:lnTo>
                  <a:lnTo>
                    <a:pt x="1276160" y="1964707"/>
                  </a:lnTo>
                  <a:lnTo>
                    <a:pt x="1570042" y="2712412"/>
                  </a:lnTo>
                  <a:close/>
                </a:path>
                <a:path w="2947669" h="3060065">
                  <a:moveTo>
                    <a:pt x="1748103" y="716041"/>
                  </a:moveTo>
                  <a:lnTo>
                    <a:pt x="1748103" y="738742"/>
                  </a:lnTo>
                  <a:lnTo>
                    <a:pt x="668383" y="33507"/>
                  </a:lnTo>
                  <a:lnTo>
                    <a:pt x="668383" y="7860"/>
                  </a:lnTo>
                  <a:lnTo>
                    <a:pt x="754414" y="46301"/>
                  </a:lnTo>
                  <a:lnTo>
                    <a:pt x="754414" y="67013"/>
                  </a:lnTo>
                  <a:lnTo>
                    <a:pt x="1748103" y="716041"/>
                  </a:lnTo>
                  <a:close/>
                </a:path>
                <a:path w="2947669" h="3060065">
                  <a:moveTo>
                    <a:pt x="1251496" y="1846382"/>
                  </a:moveTo>
                  <a:lnTo>
                    <a:pt x="1251496" y="1950260"/>
                  </a:lnTo>
                  <a:lnTo>
                    <a:pt x="1135105" y="1323296"/>
                  </a:lnTo>
                  <a:lnTo>
                    <a:pt x="670623" y="2366294"/>
                  </a:lnTo>
                  <a:lnTo>
                    <a:pt x="670623" y="2319658"/>
                  </a:lnTo>
                  <a:lnTo>
                    <a:pt x="1124719" y="1299965"/>
                  </a:lnTo>
                  <a:lnTo>
                    <a:pt x="1124719" y="1227895"/>
                  </a:lnTo>
                  <a:lnTo>
                    <a:pt x="1142832" y="1275304"/>
                  </a:lnTo>
                  <a:lnTo>
                    <a:pt x="1150902" y="1268150"/>
                  </a:lnTo>
                  <a:lnTo>
                    <a:pt x="1150902" y="1305185"/>
                  </a:lnTo>
                  <a:lnTo>
                    <a:pt x="1251496" y="1846382"/>
                  </a:lnTo>
                  <a:close/>
                </a:path>
                <a:path w="2947669" h="3060065">
                  <a:moveTo>
                    <a:pt x="1804969" y="515726"/>
                  </a:moveTo>
                  <a:lnTo>
                    <a:pt x="1804969" y="536448"/>
                  </a:lnTo>
                  <a:lnTo>
                    <a:pt x="754414" y="67013"/>
                  </a:lnTo>
                  <a:lnTo>
                    <a:pt x="754414" y="46301"/>
                  </a:lnTo>
                  <a:lnTo>
                    <a:pt x="1804969" y="515726"/>
                  </a:lnTo>
                  <a:close/>
                </a:path>
                <a:path w="2947669" h="3060065">
                  <a:moveTo>
                    <a:pt x="1477651" y="1386537"/>
                  </a:moveTo>
                  <a:lnTo>
                    <a:pt x="1477651" y="1406427"/>
                  </a:lnTo>
                  <a:lnTo>
                    <a:pt x="1150902" y="1305185"/>
                  </a:lnTo>
                  <a:lnTo>
                    <a:pt x="1150902" y="1268150"/>
                  </a:lnTo>
                  <a:lnTo>
                    <a:pt x="1157794" y="1262041"/>
                  </a:lnTo>
                  <a:lnTo>
                    <a:pt x="1157794" y="1287416"/>
                  </a:lnTo>
                  <a:lnTo>
                    <a:pt x="1477651" y="1386537"/>
                  </a:lnTo>
                  <a:close/>
                </a:path>
                <a:path w="2947669" h="3060065">
                  <a:moveTo>
                    <a:pt x="1739293" y="746551"/>
                  </a:moveTo>
                  <a:lnTo>
                    <a:pt x="1739293" y="771926"/>
                  </a:lnTo>
                  <a:lnTo>
                    <a:pt x="1157794" y="1287416"/>
                  </a:lnTo>
                  <a:lnTo>
                    <a:pt x="1157794" y="1262041"/>
                  </a:lnTo>
                  <a:lnTo>
                    <a:pt x="1739293" y="746551"/>
                  </a:lnTo>
                  <a:close/>
                </a:path>
                <a:path w="2947669" h="3060065">
                  <a:moveTo>
                    <a:pt x="2458638" y="2008009"/>
                  </a:moveTo>
                  <a:lnTo>
                    <a:pt x="2458638" y="2027031"/>
                  </a:lnTo>
                  <a:lnTo>
                    <a:pt x="1276160" y="1964707"/>
                  </a:lnTo>
                  <a:lnTo>
                    <a:pt x="1276160" y="1895051"/>
                  </a:lnTo>
                  <a:lnTo>
                    <a:pt x="1280280" y="1885059"/>
                  </a:lnTo>
                  <a:lnTo>
                    <a:pt x="1280280" y="1934883"/>
                  </a:lnTo>
                  <a:lnTo>
                    <a:pt x="1298849" y="1925761"/>
                  </a:lnTo>
                  <a:lnTo>
                    <a:pt x="1298849" y="1946900"/>
                  </a:lnTo>
                  <a:lnTo>
                    <a:pt x="2458638" y="2008009"/>
                  </a:lnTo>
                  <a:close/>
                </a:path>
                <a:path w="2947669" h="3060065">
                  <a:moveTo>
                    <a:pt x="2016276" y="1553449"/>
                  </a:moveTo>
                  <a:lnTo>
                    <a:pt x="2016276" y="1573334"/>
                  </a:lnTo>
                  <a:lnTo>
                    <a:pt x="1495840" y="1412065"/>
                  </a:lnTo>
                  <a:lnTo>
                    <a:pt x="1280280" y="1934883"/>
                  </a:lnTo>
                  <a:lnTo>
                    <a:pt x="1280280" y="1885059"/>
                  </a:lnTo>
                  <a:lnTo>
                    <a:pt x="1477651" y="1406427"/>
                  </a:lnTo>
                  <a:lnTo>
                    <a:pt x="1477651" y="1386537"/>
                  </a:lnTo>
                  <a:lnTo>
                    <a:pt x="1484923" y="1388791"/>
                  </a:lnTo>
                  <a:lnTo>
                    <a:pt x="1503094" y="1344726"/>
                  </a:lnTo>
                  <a:lnTo>
                    <a:pt x="1503094" y="1394429"/>
                  </a:lnTo>
                  <a:lnTo>
                    <a:pt x="2016276" y="1553449"/>
                  </a:lnTo>
                  <a:close/>
                </a:path>
                <a:path w="2947669" h="3060065">
                  <a:moveTo>
                    <a:pt x="2458998" y="1980984"/>
                  </a:moveTo>
                  <a:lnTo>
                    <a:pt x="2458998" y="2008028"/>
                  </a:lnTo>
                  <a:lnTo>
                    <a:pt x="2039897" y="1582863"/>
                  </a:lnTo>
                  <a:lnTo>
                    <a:pt x="1298849" y="1946900"/>
                  </a:lnTo>
                  <a:lnTo>
                    <a:pt x="1298849" y="1925761"/>
                  </a:lnTo>
                  <a:lnTo>
                    <a:pt x="2016276" y="1573334"/>
                  </a:lnTo>
                  <a:lnTo>
                    <a:pt x="2016276" y="1553449"/>
                  </a:lnTo>
                  <a:lnTo>
                    <a:pt x="2027023" y="1556780"/>
                  </a:lnTo>
                  <a:lnTo>
                    <a:pt x="2027023" y="1496800"/>
                  </a:lnTo>
                  <a:lnTo>
                    <a:pt x="2040428" y="1536979"/>
                  </a:lnTo>
                  <a:lnTo>
                    <a:pt x="2054289" y="1479697"/>
                  </a:lnTo>
                  <a:lnTo>
                    <a:pt x="2054289" y="1560387"/>
                  </a:lnTo>
                  <a:lnTo>
                    <a:pt x="2062358" y="1559485"/>
                  </a:lnTo>
                  <a:lnTo>
                    <a:pt x="2062358" y="1578592"/>
                  </a:lnTo>
                  <a:lnTo>
                    <a:pt x="2458998" y="1980984"/>
                  </a:lnTo>
                  <a:close/>
                </a:path>
                <a:path w="2947669" h="3060065">
                  <a:moveTo>
                    <a:pt x="2027023" y="1496800"/>
                  </a:moveTo>
                  <a:lnTo>
                    <a:pt x="2027023" y="1556780"/>
                  </a:lnTo>
                  <a:lnTo>
                    <a:pt x="1762742" y="764636"/>
                  </a:lnTo>
                  <a:lnTo>
                    <a:pt x="1503094" y="1394429"/>
                  </a:lnTo>
                  <a:lnTo>
                    <a:pt x="1503094" y="1344726"/>
                  </a:lnTo>
                  <a:lnTo>
                    <a:pt x="1739293" y="771926"/>
                  </a:lnTo>
                  <a:lnTo>
                    <a:pt x="1739293" y="746551"/>
                  </a:lnTo>
                  <a:lnTo>
                    <a:pt x="1748103" y="738742"/>
                  </a:lnTo>
                  <a:lnTo>
                    <a:pt x="1748103" y="716041"/>
                  </a:lnTo>
                  <a:lnTo>
                    <a:pt x="1757862" y="722416"/>
                  </a:lnTo>
                  <a:lnTo>
                    <a:pt x="1775862" y="651357"/>
                  </a:lnTo>
                  <a:lnTo>
                    <a:pt x="1775862" y="743981"/>
                  </a:lnTo>
                  <a:lnTo>
                    <a:pt x="2027023" y="1496800"/>
                  </a:lnTo>
                  <a:close/>
                </a:path>
                <a:path w="2947669" h="3060065">
                  <a:moveTo>
                    <a:pt x="2468037" y="1990153"/>
                  </a:moveTo>
                  <a:lnTo>
                    <a:pt x="2468037" y="2043965"/>
                  </a:lnTo>
                  <a:lnTo>
                    <a:pt x="1616484" y="2768924"/>
                  </a:lnTo>
                  <a:lnTo>
                    <a:pt x="1616484" y="2743989"/>
                  </a:lnTo>
                  <a:lnTo>
                    <a:pt x="2458638" y="2027031"/>
                  </a:lnTo>
                  <a:lnTo>
                    <a:pt x="2458638" y="2008009"/>
                  </a:lnTo>
                  <a:lnTo>
                    <a:pt x="2458998" y="2008028"/>
                  </a:lnTo>
                  <a:lnTo>
                    <a:pt x="2458998" y="1980984"/>
                  </a:lnTo>
                  <a:lnTo>
                    <a:pt x="2468037" y="1990153"/>
                  </a:lnTo>
                  <a:close/>
                </a:path>
                <a:path w="2947669" h="3060065">
                  <a:moveTo>
                    <a:pt x="2266451" y="578080"/>
                  </a:moveTo>
                  <a:lnTo>
                    <a:pt x="2266451" y="602874"/>
                  </a:lnTo>
                  <a:lnTo>
                    <a:pt x="1775862" y="743981"/>
                  </a:lnTo>
                  <a:lnTo>
                    <a:pt x="1775862" y="651357"/>
                  </a:lnTo>
                  <a:lnTo>
                    <a:pt x="1777001" y="646860"/>
                  </a:lnTo>
                  <a:lnTo>
                    <a:pt x="1777001" y="723896"/>
                  </a:lnTo>
                  <a:lnTo>
                    <a:pt x="2232463" y="592888"/>
                  </a:lnTo>
                  <a:lnTo>
                    <a:pt x="2232463" y="573813"/>
                  </a:lnTo>
                  <a:lnTo>
                    <a:pt x="2266451" y="578080"/>
                  </a:lnTo>
                  <a:close/>
                </a:path>
                <a:path w="2947669" h="3060065">
                  <a:moveTo>
                    <a:pt x="2232463" y="573813"/>
                  </a:moveTo>
                  <a:lnTo>
                    <a:pt x="2232463" y="592888"/>
                  </a:lnTo>
                  <a:lnTo>
                    <a:pt x="1823292" y="541518"/>
                  </a:lnTo>
                  <a:lnTo>
                    <a:pt x="1777001" y="723896"/>
                  </a:lnTo>
                  <a:lnTo>
                    <a:pt x="1777001" y="646860"/>
                  </a:lnTo>
                  <a:lnTo>
                    <a:pt x="1804969" y="536448"/>
                  </a:lnTo>
                  <a:lnTo>
                    <a:pt x="1804969" y="515726"/>
                  </a:lnTo>
                  <a:lnTo>
                    <a:pt x="1818716" y="521869"/>
                  </a:lnTo>
                  <a:lnTo>
                    <a:pt x="2232463" y="573813"/>
                  </a:lnTo>
                  <a:close/>
                </a:path>
                <a:path w="2947669" h="3060065">
                  <a:moveTo>
                    <a:pt x="2947430" y="1322275"/>
                  </a:moveTo>
                  <a:lnTo>
                    <a:pt x="2947430" y="1350727"/>
                  </a:lnTo>
                  <a:lnTo>
                    <a:pt x="2284488" y="609043"/>
                  </a:lnTo>
                  <a:lnTo>
                    <a:pt x="2054289" y="1560387"/>
                  </a:lnTo>
                  <a:lnTo>
                    <a:pt x="2054289" y="1479697"/>
                  </a:lnTo>
                  <a:lnTo>
                    <a:pt x="2266451" y="602874"/>
                  </a:lnTo>
                  <a:lnTo>
                    <a:pt x="2266451" y="578080"/>
                  </a:lnTo>
                  <a:lnTo>
                    <a:pt x="2282475" y="580092"/>
                  </a:lnTo>
                  <a:lnTo>
                    <a:pt x="2284070" y="580795"/>
                  </a:lnTo>
                  <a:lnTo>
                    <a:pt x="2285856" y="582181"/>
                  </a:lnTo>
                  <a:lnTo>
                    <a:pt x="2286615" y="582959"/>
                  </a:lnTo>
                  <a:lnTo>
                    <a:pt x="2947430" y="1322275"/>
                  </a:lnTo>
                  <a:close/>
                </a:path>
                <a:path w="2947669" h="3060065">
                  <a:moveTo>
                    <a:pt x="2947430" y="1460597"/>
                  </a:moveTo>
                  <a:lnTo>
                    <a:pt x="2947430" y="1479710"/>
                  </a:lnTo>
                  <a:lnTo>
                    <a:pt x="2062358" y="1578592"/>
                  </a:lnTo>
                  <a:lnTo>
                    <a:pt x="2062358" y="1559485"/>
                  </a:lnTo>
                  <a:lnTo>
                    <a:pt x="2947430" y="1460597"/>
                  </a:lnTo>
                  <a:close/>
                </a:path>
                <a:path w="2947669" h="3060065">
                  <a:moveTo>
                    <a:pt x="2947430" y="2887354"/>
                  </a:moveTo>
                  <a:lnTo>
                    <a:pt x="2947430" y="2928377"/>
                  </a:lnTo>
                  <a:lnTo>
                    <a:pt x="2486833" y="2046756"/>
                  </a:lnTo>
                  <a:lnTo>
                    <a:pt x="2351588" y="2698152"/>
                  </a:lnTo>
                  <a:lnTo>
                    <a:pt x="2351588" y="2604889"/>
                  </a:lnTo>
                  <a:lnTo>
                    <a:pt x="2468037" y="2043965"/>
                  </a:lnTo>
                  <a:lnTo>
                    <a:pt x="2468037" y="1990153"/>
                  </a:lnTo>
                  <a:lnTo>
                    <a:pt x="2483074" y="2005408"/>
                  </a:lnTo>
                  <a:lnTo>
                    <a:pt x="2494637" y="1994094"/>
                  </a:lnTo>
                  <a:lnTo>
                    <a:pt x="2494637" y="2020672"/>
                  </a:lnTo>
                  <a:lnTo>
                    <a:pt x="2947430" y="2887354"/>
                  </a:lnTo>
                  <a:close/>
                </a:path>
                <a:path w="2947669" h="3060065">
                  <a:moveTo>
                    <a:pt x="2947430" y="1551031"/>
                  </a:moveTo>
                  <a:lnTo>
                    <a:pt x="2947430" y="1577610"/>
                  </a:lnTo>
                  <a:lnTo>
                    <a:pt x="2494637" y="2020672"/>
                  </a:lnTo>
                  <a:lnTo>
                    <a:pt x="2494637" y="1994094"/>
                  </a:lnTo>
                  <a:lnTo>
                    <a:pt x="2947430" y="1551031"/>
                  </a:lnTo>
                  <a:close/>
                </a:path>
              </a:pathLst>
            </a:custGeom>
            <a:solidFill>
              <a:srgbClr val="D0D3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832560" y="7645185"/>
            <a:ext cx="262255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90" i="1">
                <a:solidFill>
                  <a:srgbClr val="FFFFFF"/>
                </a:solidFill>
                <a:latin typeface="Verdana"/>
                <a:cs typeface="Verdana"/>
              </a:rPr>
              <a:t>RIMBERIO</a:t>
            </a:r>
            <a:r>
              <a:rPr dirty="0" sz="2100" spc="-11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 i="1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057649" cy="6918796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37246" y="0"/>
            <a:ext cx="7250752" cy="44214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5473935"/>
            <a:ext cx="4110990" cy="4813300"/>
            <a:chOff x="0" y="5473935"/>
            <a:chExt cx="4110990" cy="48133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473935"/>
              <a:ext cx="4110681" cy="481306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5550" y="6166234"/>
              <a:ext cx="85725" cy="857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5550" y="6518659"/>
              <a:ext cx="85725" cy="857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5550" y="6871084"/>
              <a:ext cx="85725" cy="857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5550" y="7223509"/>
              <a:ext cx="85725" cy="85724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3034101" y="4887925"/>
            <a:ext cx="2143760" cy="2533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8960">
              <a:lnSpc>
                <a:spcPct val="100000"/>
              </a:lnSpc>
              <a:spcBef>
                <a:spcPts val="100"/>
              </a:spcBef>
            </a:pPr>
            <a:r>
              <a:rPr dirty="0" sz="5750" spc="-1045">
                <a:solidFill>
                  <a:srgbClr val="FFFFFF"/>
                </a:solidFill>
                <a:latin typeface="Trebuchet MS"/>
                <a:cs typeface="Trebuchet MS"/>
              </a:rPr>
              <a:t>Q1</a:t>
            </a:r>
            <a:endParaRPr sz="5750">
              <a:latin typeface="Trebuchet MS"/>
              <a:cs typeface="Trebuchet MS"/>
            </a:endParaRPr>
          </a:p>
          <a:p>
            <a:pPr algn="just" marL="12700" marR="5080">
              <a:lnSpc>
                <a:spcPct val="115599"/>
              </a:lnSpc>
              <a:spcBef>
                <a:spcPts val="1739"/>
              </a:spcBef>
            </a:pPr>
            <a:r>
              <a:rPr dirty="0" sz="2000" spc="85">
                <a:solidFill>
                  <a:srgbClr val="FFFFFF"/>
                </a:solidFill>
                <a:latin typeface="Lucida Sans Unicode"/>
                <a:cs typeface="Lucida Sans Unicode"/>
              </a:rPr>
              <a:t>Idea</a:t>
            </a:r>
            <a:r>
              <a:rPr dirty="0" sz="20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35">
                <a:solidFill>
                  <a:srgbClr val="FFFFFF"/>
                </a:solidFill>
                <a:latin typeface="Lucida Sans Unicode"/>
                <a:cs typeface="Lucida Sans Unicode"/>
              </a:rPr>
              <a:t>Generation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Market</a:t>
            </a:r>
            <a:r>
              <a:rPr dirty="0" sz="20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60">
                <a:solidFill>
                  <a:srgbClr val="FFFFFF"/>
                </a:solidFill>
                <a:latin typeface="Lucida Sans Unicode"/>
                <a:cs typeface="Lucida Sans Unicode"/>
              </a:rPr>
              <a:t>Research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Concept</a:t>
            </a:r>
            <a:endParaRPr sz="200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375"/>
              </a:spcBef>
            </a:pPr>
            <a:r>
              <a:rPr dirty="0" sz="2000" spc="65">
                <a:solidFill>
                  <a:srgbClr val="FFFFFF"/>
                </a:solidFill>
                <a:latin typeface="Lucida Sans Unicode"/>
                <a:cs typeface="Lucida Sans Unicode"/>
              </a:rPr>
              <a:t>Brand</a:t>
            </a:r>
            <a:r>
              <a:rPr dirty="0" sz="20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40">
                <a:solidFill>
                  <a:srgbClr val="FFFFFF"/>
                </a:solidFill>
                <a:latin typeface="Lucida Sans Unicode"/>
                <a:cs typeface="Lucida Sans Unicode"/>
              </a:rPr>
              <a:t>Survey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2678" y="6145914"/>
            <a:ext cx="85725" cy="85724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8002678" y="6850764"/>
            <a:ext cx="85725" cy="790575"/>
            <a:chOff x="8002678" y="6850764"/>
            <a:chExt cx="85725" cy="790575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2678" y="6850764"/>
              <a:ext cx="85725" cy="857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2678" y="7555613"/>
              <a:ext cx="85725" cy="85724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8231229" y="4887925"/>
            <a:ext cx="2237740" cy="286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8320">
              <a:lnSpc>
                <a:spcPct val="100000"/>
              </a:lnSpc>
              <a:spcBef>
                <a:spcPts val="100"/>
              </a:spcBef>
            </a:pPr>
            <a:r>
              <a:rPr dirty="0" sz="5750" spc="-730">
                <a:solidFill>
                  <a:srgbClr val="FFFFFF"/>
                </a:solidFill>
                <a:latin typeface="Trebuchet MS"/>
                <a:cs typeface="Trebuchet MS"/>
              </a:rPr>
              <a:t>Q2</a:t>
            </a:r>
            <a:endParaRPr sz="5750">
              <a:latin typeface="Trebuchet MS"/>
              <a:cs typeface="Trebuchet MS"/>
            </a:endParaRPr>
          </a:p>
          <a:p>
            <a:pPr marL="12700" marR="5080">
              <a:lnSpc>
                <a:spcPct val="115599"/>
              </a:lnSpc>
              <a:spcBef>
                <a:spcPts val="1580"/>
              </a:spcBef>
            </a:pPr>
            <a:r>
              <a:rPr dirty="0" sz="2000" spc="65">
                <a:solidFill>
                  <a:srgbClr val="FFFFFF"/>
                </a:solidFill>
                <a:latin typeface="Lucida Sans Unicode"/>
                <a:cs typeface="Lucida Sans Unicode"/>
              </a:rPr>
              <a:t>Brand</a:t>
            </a:r>
            <a:r>
              <a:rPr dirty="0" sz="20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45">
                <a:solidFill>
                  <a:srgbClr val="FFFFFF"/>
                </a:solidFill>
                <a:latin typeface="Lucida Sans Unicode"/>
                <a:cs typeface="Lucida Sans Unicode"/>
              </a:rPr>
              <a:t>Awareness 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20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Marketing </a:t>
            </a:r>
            <a:r>
              <a:rPr dirty="0" sz="2000" spc="60">
                <a:solidFill>
                  <a:srgbClr val="FFFFFF"/>
                </a:solidFill>
                <a:latin typeface="Lucida Sans Unicode"/>
                <a:cs typeface="Lucida Sans Unicode"/>
              </a:rPr>
              <a:t>Component Research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Cost</a:t>
            </a:r>
            <a:r>
              <a:rPr dirty="0" sz="20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Analysis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33021" y="6166234"/>
            <a:ext cx="85725" cy="85724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13233021" y="6518658"/>
            <a:ext cx="85725" cy="790575"/>
            <a:chOff x="13233021" y="6518658"/>
            <a:chExt cx="85725" cy="790575"/>
          </a:xfrm>
        </p:grpSpPr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33021" y="6518658"/>
              <a:ext cx="85725" cy="8572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33021" y="6871083"/>
              <a:ext cx="85725" cy="8572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33021" y="7223508"/>
              <a:ext cx="85725" cy="85724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13461572" y="4887925"/>
            <a:ext cx="2218690" cy="2533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1990">
              <a:lnSpc>
                <a:spcPct val="100000"/>
              </a:lnSpc>
              <a:spcBef>
                <a:spcPts val="100"/>
              </a:spcBef>
            </a:pPr>
            <a:r>
              <a:rPr dirty="0" sz="5750" spc="-730">
                <a:solidFill>
                  <a:srgbClr val="FFFFFF"/>
                </a:solidFill>
                <a:latin typeface="Trebuchet MS"/>
                <a:cs typeface="Trebuchet MS"/>
              </a:rPr>
              <a:t>Q3</a:t>
            </a:r>
            <a:endParaRPr sz="5750">
              <a:latin typeface="Trebuchet MS"/>
              <a:cs typeface="Trebuchet MS"/>
            </a:endParaRPr>
          </a:p>
          <a:p>
            <a:pPr algn="just" marL="12700" marR="5080">
              <a:lnSpc>
                <a:spcPct val="115599"/>
              </a:lnSpc>
              <a:spcBef>
                <a:spcPts val="1739"/>
              </a:spcBef>
            </a:pP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Testing</a:t>
            </a:r>
            <a:r>
              <a:rPr dirty="0" sz="2000" spc="-1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functions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Apps</a:t>
            </a:r>
            <a:r>
              <a:rPr dirty="0" sz="20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interaction </a:t>
            </a:r>
            <a:r>
              <a:rPr dirty="0" sz="2000">
                <a:solidFill>
                  <a:srgbClr val="FFFFFF"/>
                </a:solidFill>
                <a:latin typeface="Lucida Sans Unicode"/>
                <a:cs typeface="Lucida Sans Unicode"/>
              </a:rPr>
              <a:t>Product</a:t>
            </a:r>
            <a:r>
              <a:rPr dirty="0" sz="2000" spc="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Lucida Sans Unicode"/>
                <a:cs typeface="Lucida Sans Unicode"/>
              </a:rPr>
              <a:t>Handling </a:t>
            </a:r>
            <a:r>
              <a:rPr dirty="0" sz="2000" spc="40">
                <a:solidFill>
                  <a:srgbClr val="FFFFFF"/>
                </a:solidFill>
                <a:latin typeface="Lucida Sans Unicode"/>
                <a:cs typeface="Lucida Sans Unicode"/>
              </a:rPr>
              <a:t>Launch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4884" rIns="0" bIns="0" rtlCol="0" vert="horz">
            <a:spAutoFit/>
          </a:bodyPr>
          <a:lstStyle/>
          <a:p>
            <a:pPr marL="5078095">
              <a:lnSpc>
                <a:spcPct val="100000"/>
              </a:lnSpc>
              <a:spcBef>
                <a:spcPts val="135"/>
              </a:spcBef>
            </a:pPr>
            <a:r>
              <a:rPr dirty="0" spc="-1275"/>
              <a:t>ROADMAP</a:t>
            </a:r>
          </a:p>
        </p:txBody>
      </p:sp>
      <p:sp>
        <p:nvSpPr>
          <p:cNvPr id="21" name="object 21" descr=""/>
          <p:cNvSpPr/>
          <p:nvPr/>
        </p:nvSpPr>
        <p:spPr>
          <a:xfrm>
            <a:off x="2001500" y="6214306"/>
            <a:ext cx="3825875" cy="2058035"/>
          </a:xfrm>
          <a:custGeom>
            <a:avLst/>
            <a:gdLst/>
            <a:ahLst/>
            <a:cxnLst/>
            <a:rect l="l" t="t" r="r" b="b"/>
            <a:pathLst>
              <a:path w="3825875" h="2058034">
                <a:moveTo>
                  <a:pt x="1692446" y="2045121"/>
                </a:moveTo>
                <a:lnTo>
                  <a:pt x="1767868" y="2052412"/>
                </a:lnTo>
                <a:lnTo>
                  <a:pt x="1815872" y="2055408"/>
                </a:lnTo>
                <a:lnTo>
                  <a:pt x="1864189" y="2057215"/>
                </a:lnTo>
                <a:lnTo>
                  <a:pt x="1912804" y="2057821"/>
                </a:lnTo>
                <a:lnTo>
                  <a:pt x="1961419" y="2057215"/>
                </a:lnTo>
                <a:lnTo>
                  <a:pt x="2009736" y="2055408"/>
                </a:lnTo>
                <a:lnTo>
                  <a:pt x="2057740" y="2052412"/>
                </a:lnTo>
                <a:lnTo>
                  <a:pt x="2105417" y="2048244"/>
                </a:lnTo>
                <a:lnTo>
                  <a:pt x="2133163" y="2045121"/>
                </a:lnTo>
              </a:path>
              <a:path w="3825875" h="2058034">
                <a:moveTo>
                  <a:pt x="1601207" y="2032422"/>
                </a:moveTo>
                <a:lnTo>
                  <a:pt x="1625876" y="2036445"/>
                </a:lnTo>
                <a:lnTo>
                  <a:pt x="1672856" y="2042917"/>
                </a:lnTo>
                <a:lnTo>
                  <a:pt x="1692446" y="2045121"/>
                </a:lnTo>
              </a:path>
              <a:path w="3825875" h="2058034">
                <a:moveTo>
                  <a:pt x="2133163" y="2045121"/>
                </a:moveTo>
                <a:lnTo>
                  <a:pt x="2152753" y="2042917"/>
                </a:lnTo>
                <a:lnTo>
                  <a:pt x="2199732" y="2036445"/>
                </a:lnTo>
                <a:lnTo>
                  <a:pt x="2224402" y="2032422"/>
                </a:lnTo>
              </a:path>
              <a:path w="3825875" h="2058034">
                <a:moveTo>
                  <a:pt x="5371" y="2"/>
                </a:moveTo>
                <a:lnTo>
                  <a:pt x="5344" y="423"/>
                </a:lnTo>
              </a:path>
              <a:path w="3825875" h="2058034">
                <a:moveTo>
                  <a:pt x="451" y="102021"/>
                </a:moveTo>
                <a:lnTo>
                  <a:pt x="0" y="144934"/>
                </a:lnTo>
                <a:lnTo>
                  <a:pt x="402" y="193550"/>
                </a:lnTo>
                <a:lnTo>
                  <a:pt x="2330" y="241865"/>
                </a:lnTo>
                <a:lnTo>
                  <a:pt x="5325" y="289869"/>
                </a:lnTo>
                <a:lnTo>
                  <a:pt x="9493" y="337546"/>
                </a:lnTo>
                <a:lnTo>
                  <a:pt x="14821" y="384882"/>
                </a:lnTo>
                <a:lnTo>
                  <a:pt x="21233" y="431872"/>
                </a:lnTo>
                <a:lnTo>
                  <a:pt x="28894" y="478471"/>
                </a:lnTo>
                <a:lnTo>
                  <a:pt x="37612" y="524696"/>
                </a:lnTo>
                <a:lnTo>
                  <a:pt x="47431" y="570523"/>
                </a:lnTo>
                <a:lnTo>
                  <a:pt x="58338" y="615936"/>
                </a:lnTo>
                <a:lnTo>
                  <a:pt x="70317" y="660922"/>
                </a:lnTo>
                <a:lnTo>
                  <a:pt x="83355" y="705466"/>
                </a:lnTo>
                <a:lnTo>
                  <a:pt x="97382" y="749574"/>
                </a:lnTo>
                <a:lnTo>
                  <a:pt x="97434" y="749723"/>
                </a:lnTo>
                <a:lnTo>
                  <a:pt x="112548" y="793171"/>
                </a:lnTo>
                <a:lnTo>
                  <a:pt x="128676" y="836303"/>
                </a:lnTo>
                <a:lnTo>
                  <a:pt x="145804" y="878937"/>
                </a:lnTo>
                <a:lnTo>
                  <a:pt x="163919" y="921057"/>
                </a:lnTo>
                <a:lnTo>
                  <a:pt x="183006" y="962648"/>
                </a:lnTo>
                <a:lnTo>
                  <a:pt x="203042" y="1003703"/>
                </a:lnTo>
                <a:lnTo>
                  <a:pt x="224041" y="1044191"/>
                </a:lnTo>
                <a:lnTo>
                  <a:pt x="245960" y="1084114"/>
                </a:lnTo>
                <a:lnTo>
                  <a:pt x="268794" y="1123451"/>
                </a:lnTo>
                <a:lnTo>
                  <a:pt x="292528" y="1162188"/>
                </a:lnTo>
                <a:lnTo>
                  <a:pt x="317149" y="1200312"/>
                </a:lnTo>
                <a:lnTo>
                  <a:pt x="342642" y="1237807"/>
                </a:lnTo>
                <a:lnTo>
                  <a:pt x="368993" y="1274660"/>
                </a:lnTo>
                <a:lnTo>
                  <a:pt x="396187" y="1310856"/>
                </a:lnTo>
                <a:lnTo>
                  <a:pt x="424210" y="1346380"/>
                </a:lnTo>
                <a:lnTo>
                  <a:pt x="424328" y="1346523"/>
                </a:lnTo>
                <a:lnTo>
                  <a:pt x="453048" y="1381219"/>
                </a:lnTo>
                <a:lnTo>
                  <a:pt x="482686" y="1415358"/>
                </a:lnTo>
                <a:lnTo>
                  <a:pt x="513110" y="1448783"/>
                </a:lnTo>
                <a:lnTo>
                  <a:pt x="544306" y="1481479"/>
                </a:lnTo>
                <a:lnTo>
                  <a:pt x="576259" y="1513432"/>
                </a:lnTo>
                <a:lnTo>
                  <a:pt x="608955" y="1544628"/>
                </a:lnTo>
                <a:lnTo>
                  <a:pt x="642297" y="1575159"/>
                </a:lnTo>
                <a:lnTo>
                  <a:pt x="676518" y="1604690"/>
                </a:lnTo>
                <a:lnTo>
                  <a:pt x="711357" y="1633527"/>
                </a:lnTo>
                <a:lnTo>
                  <a:pt x="746882" y="1661550"/>
                </a:lnTo>
                <a:lnTo>
                  <a:pt x="783078" y="1688745"/>
                </a:lnTo>
                <a:lnTo>
                  <a:pt x="819930" y="1715095"/>
                </a:lnTo>
                <a:lnTo>
                  <a:pt x="857426" y="1740588"/>
                </a:lnTo>
                <a:lnTo>
                  <a:pt x="895549" y="1765209"/>
                </a:lnTo>
                <a:lnTo>
                  <a:pt x="934287" y="1788944"/>
                </a:lnTo>
                <a:lnTo>
                  <a:pt x="973624" y="1811777"/>
                </a:lnTo>
                <a:lnTo>
                  <a:pt x="1013546" y="1833696"/>
                </a:lnTo>
                <a:lnTo>
                  <a:pt x="1054039" y="1854685"/>
                </a:lnTo>
                <a:lnTo>
                  <a:pt x="1095089" y="1874731"/>
                </a:lnTo>
                <a:lnTo>
                  <a:pt x="1136681" y="1893818"/>
                </a:lnTo>
                <a:lnTo>
                  <a:pt x="1178801" y="1911934"/>
                </a:lnTo>
                <a:lnTo>
                  <a:pt x="1221434" y="1929062"/>
                </a:lnTo>
                <a:lnTo>
                  <a:pt x="1264566" y="1945189"/>
                </a:lnTo>
                <a:lnTo>
                  <a:pt x="1308184" y="1960301"/>
                </a:lnTo>
                <a:lnTo>
                  <a:pt x="1352272" y="1974383"/>
                </a:lnTo>
                <a:lnTo>
                  <a:pt x="1396815" y="1987420"/>
                </a:lnTo>
                <a:lnTo>
                  <a:pt x="1441801" y="1999400"/>
                </a:lnTo>
                <a:lnTo>
                  <a:pt x="1487215" y="2010306"/>
                </a:lnTo>
                <a:lnTo>
                  <a:pt x="1533041" y="2020125"/>
                </a:lnTo>
                <a:lnTo>
                  <a:pt x="1579266" y="2028843"/>
                </a:lnTo>
                <a:lnTo>
                  <a:pt x="1601207" y="2032422"/>
                </a:lnTo>
              </a:path>
              <a:path w="3825875" h="2058034">
                <a:moveTo>
                  <a:pt x="2224402" y="2032422"/>
                </a:moveTo>
                <a:lnTo>
                  <a:pt x="2292567" y="2020125"/>
                </a:lnTo>
                <a:lnTo>
                  <a:pt x="2338394" y="2010306"/>
                </a:lnTo>
                <a:lnTo>
                  <a:pt x="2383807" y="1999400"/>
                </a:lnTo>
                <a:lnTo>
                  <a:pt x="2428793" y="1987420"/>
                </a:lnTo>
                <a:lnTo>
                  <a:pt x="2473337" y="1974383"/>
                </a:lnTo>
                <a:lnTo>
                  <a:pt x="2517425" y="1960301"/>
                </a:lnTo>
                <a:lnTo>
                  <a:pt x="2561042" y="1945189"/>
                </a:lnTo>
                <a:lnTo>
                  <a:pt x="2604174" y="1929062"/>
                </a:lnTo>
                <a:lnTo>
                  <a:pt x="2646808" y="1911934"/>
                </a:lnTo>
                <a:lnTo>
                  <a:pt x="2688927" y="1893818"/>
                </a:lnTo>
                <a:lnTo>
                  <a:pt x="2730519" y="1874731"/>
                </a:lnTo>
                <a:lnTo>
                  <a:pt x="2771569" y="1854685"/>
                </a:lnTo>
                <a:lnTo>
                  <a:pt x="2812062" y="1833696"/>
                </a:lnTo>
                <a:lnTo>
                  <a:pt x="2851984" y="1811777"/>
                </a:lnTo>
                <a:lnTo>
                  <a:pt x="2891322" y="1788944"/>
                </a:lnTo>
                <a:lnTo>
                  <a:pt x="2930059" y="1765209"/>
                </a:lnTo>
                <a:lnTo>
                  <a:pt x="2968183" y="1740588"/>
                </a:lnTo>
                <a:lnTo>
                  <a:pt x="3005678" y="1715095"/>
                </a:lnTo>
                <a:lnTo>
                  <a:pt x="3042531" y="1688745"/>
                </a:lnTo>
                <a:lnTo>
                  <a:pt x="3078726" y="1661550"/>
                </a:lnTo>
                <a:lnTo>
                  <a:pt x="3114251" y="1633527"/>
                </a:lnTo>
                <a:lnTo>
                  <a:pt x="3149090" y="1604690"/>
                </a:lnTo>
                <a:lnTo>
                  <a:pt x="3183313" y="1575127"/>
                </a:lnTo>
                <a:lnTo>
                  <a:pt x="3216654" y="1544628"/>
                </a:lnTo>
                <a:lnTo>
                  <a:pt x="3249350" y="1513432"/>
                </a:lnTo>
                <a:lnTo>
                  <a:pt x="3281303" y="1481479"/>
                </a:lnTo>
                <a:lnTo>
                  <a:pt x="3312498" y="1448783"/>
                </a:lnTo>
                <a:lnTo>
                  <a:pt x="3342922" y="1415358"/>
                </a:lnTo>
                <a:lnTo>
                  <a:pt x="3372561" y="1381219"/>
                </a:lnTo>
                <a:lnTo>
                  <a:pt x="3401280" y="1346523"/>
                </a:lnTo>
                <a:lnTo>
                  <a:pt x="3401416" y="1346400"/>
                </a:lnTo>
                <a:lnTo>
                  <a:pt x="3429421" y="1310856"/>
                </a:lnTo>
                <a:lnTo>
                  <a:pt x="3456615" y="1274660"/>
                </a:lnTo>
                <a:lnTo>
                  <a:pt x="3482966" y="1237807"/>
                </a:lnTo>
                <a:lnTo>
                  <a:pt x="3508459" y="1200312"/>
                </a:lnTo>
                <a:lnTo>
                  <a:pt x="3533080" y="1162188"/>
                </a:lnTo>
                <a:lnTo>
                  <a:pt x="3556814" y="1123451"/>
                </a:lnTo>
                <a:lnTo>
                  <a:pt x="3579648" y="1084114"/>
                </a:lnTo>
                <a:lnTo>
                  <a:pt x="3601567" y="1044191"/>
                </a:lnTo>
                <a:lnTo>
                  <a:pt x="3622565" y="1003702"/>
                </a:lnTo>
                <a:lnTo>
                  <a:pt x="3642602" y="962648"/>
                </a:lnTo>
                <a:lnTo>
                  <a:pt x="3661689" y="921057"/>
                </a:lnTo>
                <a:lnTo>
                  <a:pt x="3679804" y="878937"/>
                </a:lnTo>
                <a:lnTo>
                  <a:pt x="3696933" y="836303"/>
                </a:lnTo>
                <a:lnTo>
                  <a:pt x="3713060" y="793171"/>
                </a:lnTo>
                <a:lnTo>
                  <a:pt x="3728120" y="749703"/>
                </a:lnTo>
                <a:lnTo>
                  <a:pt x="3728175" y="749555"/>
                </a:lnTo>
                <a:lnTo>
                  <a:pt x="3742253" y="705466"/>
                </a:lnTo>
                <a:lnTo>
                  <a:pt x="3755291" y="660922"/>
                </a:lnTo>
                <a:lnTo>
                  <a:pt x="3767270" y="615936"/>
                </a:lnTo>
                <a:lnTo>
                  <a:pt x="3778177" y="570523"/>
                </a:lnTo>
                <a:lnTo>
                  <a:pt x="3787996" y="524696"/>
                </a:lnTo>
                <a:lnTo>
                  <a:pt x="3796714" y="478471"/>
                </a:lnTo>
                <a:lnTo>
                  <a:pt x="3804259" y="432212"/>
                </a:lnTo>
                <a:lnTo>
                  <a:pt x="3804319" y="431862"/>
                </a:lnTo>
                <a:lnTo>
                  <a:pt x="3810788" y="384882"/>
                </a:lnTo>
                <a:lnTo>
                  <a:pt x="3816115" y="337546"/>
                </a:lnTo>
                <a:lnTo>
                  <a:pt x="3820283" y="289869"/>
                </a:lnTo>
                <a:lnTo>
                  <a:pt x="3823278" y="241865"/>
                </a:lnTo>
                <a:lnTo>
                  <a:pt x="3825206" y="193550"/>
                </a:lnTo>
                <a:lnTo>
                  <a:pt x="3825613" y="152821"/>
                </a:lnTo>
              </a:path>
              <a:path w="3825875" h="2058034">
                <a:moveTo>
                  <a:pt x="3823399" y="51217"/>
                </a:moveTo>
                <a:lnTo>
                  <a:pt x="3823202" y="48006"/>
                </a:lnTo>
                <a:lnTo>
                  <a:pt x="3820309" y="420"/>
                </a:lnTo>
                <a:lnTo>
                  <a:pt x="3820263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7203974" y="6214309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5">
                <a:moveTo>
                  <a:pt x="26" y="0"/>
                </a:moveTo>
                <a:lnTo>
                  <a:pt x="0" y="42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7198629" y="6214306"/>
            <a:ext cx="3825875" cy="2058035"/>
          </a:xfrm>
          <a:custGeom>
            <a:avLst/>
            <a:gdLst/>
            <a:ahLst/>
            <a:cxnLst/>
            <a:rect l="l" t="t" r="r" b="b"/>
            <a:pathLst>
              <a:path w="3825875" h="2058034">
                <a:moveTo>
                  <a:pt x="1692446" y="2045121"/>
                </a:moveTo>
                <a:lnTo>
                  <a:pt x="1767868" y="2052412"/>
                </a:lnTo>
                <a:lnTo>
                  <a:pt x="1815872" y="2055408"/>
                </a:lnTo>
                <a:lnTo>
                  <a:pt x="1864189" y="2057215"/>
                </a:lnTo>
                <a:lnTo>
                  <a:pt x="1912804" y="2057821"/>
                </a:lnTo>
                <a:lnTo>
                  <a:pt x="1961419" y="2057215"/>
                </a:lnTo>
                <a:lnTo>
                  <a:pt x="2009736" y="2055408"/>
                </a:lnTo>
                <a:lnTo>
                  <a:pt x="2057740" y="2052412"/>
                </a:lnTo>
                <a:lnTo>
                  <a:pt x="2105417" y="2048244"/>
                </a:lnTo>
                <a:lnTo>
                  <a:pt x="2133162" y="2045121"/>
                </a:lnTo>
              </a:path>
              <a:path w="3825875" h="2058034">
                <a:moveTo>
                  <a:pt x="1601206" y="2032422"/>
                </a:moveTo>
                <a:lnTo>
                  <a:pt x="1625876" y="2036445"/>
                </a:lnTo>
                <a:lnTo>
                  <a:pt x="1672855" y="2042917"/>
                </a:lnTo>
                <a:lnTo>
                  <a:pt x="1692446" y="2045121"/>
                </a:lnTo>
              </a:path>
              <a:path w="3825875" h="2058034">
                <a:moveTo>
                  <a:pt x="2133162" y="2045121"/>
                </a:moveTo>
                <a:lnTo>
                  <a:pt x="2152753" y="2042917"/>
                </a:lnTo>
                <a:lnTo>
                  <a:pt x="2199732" y="2036445"/>
                </a:lnTo>
                <a:lnTo>
                  <a:pt x="2224402" y="2032422"/>
                </a:lnTo>
              </a:path>
              <a:path w="3825875" h="2058034">
                <a:moveTo>
                  <a:pt x="451" y="102021"/>
                </a:moveTo>
                <a:lnTo>
                  <a:pt x="0" y="144934"/>
                </a:lnTo>
                <a:lnTo>
                  <a:pt x="402" y="193550"/>
                </a:lnTo>
                <a:lnTo>
                  <a:pt x="2330" y="241865"/>
                </a:lnTo>
                <a:lnTo>
                  <a:pt x="5325" y="289869"/>
                </a:lnTo>
                <a:lnTo>
                  <a:pt x="9493" y="337546"/>
                </a:lnTo>
                <a:lnTo>
                  <a:pt x="14820" y="384882"/>
                </a:lnTo>
                <a:lnTo>
                  <a:pt x="21233" y="431872"/>
                </a:lnTo>
                <a:lnTo>
                  <a:pt x="21291" y="432222"/>
                </a:lnTo>
                <a:lnTo>
                  <a:pt x="28894" y="478471"/>
                </a:lnTo>
                <a:lnTo>
                  <a:pt x="37612" y="524696"/>
                </a:lnTo>
                <a:lnTo>
                  <a:pt x="47431" y="570523"/>
                </a:lnTo>
                <a:lnTo>
                  <a:pt x="58338" y="615936"/>
                </a:lnTo>
                <a:lnTo>
                  <a:pt x="70317" y="660922"/>
                </a:lnTo>
                <a:lnTo>
                  <a:pt x="83355" y="705466"/>
                </a:lnTo>
                <a:lnTo>
                  <a:pt x="97382" y="749574"/>
                </a:lnTo>
                <a:lnTo>
                  <a:pt x="97434" y="749723"/>
                </a:lnTo>
                <a:lnTo>
                  <a:pt x="112548" y="793171"/>
                </a:lnTo>
                <a:lnTo>
                  <a:pt x="128675" y="836303"/>
                </a:lnTo>
                <a:lnTo>
                  <a:pt x="145804" y="878937"/>
                </a:lnTo>
                <a:lnTo>
                  <a:pt x="163919" y="921057"/>
                </a:lnTo>
                <a:lnTo>
                  <a:pt x="183006" y="962648"/>
                </a:lnTo>
                <a:lnTo>
                  <a:pt x="203042" y="1003703"/>
                </a:lnTo>
                <a:lnTo>
                  <a:pt x="224041" y="1044191"/>
                </a:lnTo>
                <a:lnTo>
                  <a:pt x="245960" y="1084114"/>
                </a:lnTo>
                <a:lnTo>
                  <a:pt x="268794" y="1123451"/>
                </a:lnTo>
                <a:lnTo>
                  <a:pt x="292528" y="1162188"/>
                </a:lnTo>
                <a:lnTo>
                  <a:pt x="317149" y="1200312"/>
                </a:lnTo>
                <a:lnTo>
                  <a:pt x="342642" y="1237807"/>
                </a:lnTo>
                <a:lnTo>
                  <a:pt x="368993" y="1274660"/>
                </a:lnTo>
                <a:lnTo>
                  <a:pt x="396187" y="1310856"/>
                </a:lnTo>
                <a:lnTo>
                  <a:pt x="424210" y="1346380"/>
                </a:lnTo>
                <a:lnTo>
                  <a:pt x="453048" y="1381219"/>
                </a:lnTo>
                <a:lnTo>
                  <a:pt x="482686" y="1415358"/>
                </a:lnTo>
                <a:lnTo>
                  <a:pt x="513110" y="1448783"/>
                </a:lnTo>
                <a:lnTo>
                  <a:pt x="544305" y="1481479"/>
                </a:lnTo>
                <a:lnTo>
                  <a:pt x="576259" y="1513432"/>
                </a:lnTo>
                <a:lnTo>
                  <a:pt x="608955" y="1544628"/>
                </a:lnTo>
                <a:lnTo>
                  <a:pt x="642297" y="1575159"/>
                </a:lnTo>
                <a:lnTo>
                  <a:pt x="676518" y="1604690"/>
                </a:lnTo>
                <a:lnTo>
                  <a:pt x="711357" y="1633527"/>
                </a:lnTo>
                <a:lnTo>
                  <a:pt x="746882" y="1661550"/>
                </a:lnTo>
                <a:lnTo>
                  <a:pt x="783077" y="1688745"/>
                </a:lnTo>
                <a:lnTo>
                  <a:pt x="819930" y="1715095"/>
                </a:lnTo>
                <a:lnTo>
                  <a:pt x="857426" y="1740588"/>
                </a:lnTo>
                <a:lnTo>
                  <a:pt x="895549" y="1765209"/>
                </a:lnTo>
                <a:lnTo>
                  <a:pt x="934287" y="1788944"/>
                </a:lnTo>
                <a:lnTo>
                  <a:pt x="973624" y="1811777"/>
                </a:lnTo>
                <a:lnTo>
                  <a:pt x="1013546" y="1833696"/>
                </a:lnTo>
                <a:lnTo>
                  <a:pt x="1054039" y="1854685"/>
                </a:lnTo>
                <a:lnTo>
                  <a:pt x="1095089" y="1874731"/>
                </a:lnTo>
                <a:lnTo>
                  <a:pt x="1136681" y="1893818"/>
                </a:lnTo>
                <a:lnTo>
                  <a:pt x="1178800" y="1911934"/>
                </a:lnTo>
                <a:lnTo>
                  <a:pt x="1221434" y="1929062"/>
                </a:lnTo>
                <a:lnTo>
                  <a:pt x="1264566" y="1945189"/>
                </a:lnTo>
                <a:lnTo>
                  <a:pt x="1308184" y="1960301"/>
                </a:lnTo>
                <a:lnTo>
                  <a:pt x="1352271" y="1974383"/>
                </a:lnTo>
                <a:lnTo>
                  <a:pt x="1396815" y="1987420"/>
                </a:lnTo>
                <a:lnTo>
                  <a:pt x="1441801" y="1999400"/>
                </a:lnTo>
                <a:lnTo>
                  <a:pt x="1487214" y="2010306"/>
                </a:lnTo>
                <a:lnTo>
                  <a:pt x="1533041" y="2020125"/>
                </a:lnTo>
                <a:lnTo>
                  <a:pt x="1579266" y="2028843"/>
                </a:lnTo>
                <a:lnTo>
                  <a:pt x="1601206" y="2032422"/>
                </a:lnTo>
              </a:path>
              <a:path w="3825875" h="2058034">
                <a:moveTo>
                  <a:pt x="2224402" y="2032422"/>
                </a:moveTo>
                <a:lnTo>
                  <a:pt x="2292567" y="2020125"/>
                </a:lnTo>
                <a:lnTo>
                  <a:pt x="2338394" y="2010306"/>
                </a:lnTo>
                <a:lnTo>
                  <a:pt x="2383807" y="1999400"/>
                </a:lnTo>
                <a:lnTo>
                  <a:pt x="2428793" y="1987420"/>
                </a:lnTo>
                <a:lnTo>
                  <a:pt x="2473337" y="1974383"/>
                </a:lnTo>
                <a:lnTo>
                  <a:pt x="2517424" y="1960301"/>
                </a:lnTo>
                <a:lnTo>
                  <a:pt x="2561042" y="1945189"/>
                </a:lnTo>
                <a:lnTo>
                  <a:pt x="2604174" y="1929062"/>
                </a:lnTo>
                <a:lnTo>
                  <a:pt x="2646808" y="1911934"/>
                </a:lnTo>
                <a:lnTo>
                  <a:pt x="2688927" y="1893818"/>
                </a:lnTo>
                <a:lnTo>
                  <a:pt x="2730519" y="1874731"/>
                </a:lnTo>
                <a:lnTo>
                  <a:pt x="2771569" y="1854685"/>
                </a:lnTo>
                <a:lnTo>
                  <a:pt x="2812062" y="1833696"/>
                </a:lnTo>
                <a:lnTo>
                  <a:pt x="2851984" y="1811777"/>
                </a:lnTo>
                <a:lnTo>
                  <a:pt x="2891321" y="1788944"/>
                </a:lnTo>
                <a:lnTo>
                  <a:pt x="2930059" y="1765209"/>
                </a:lnTo>
                <a:lnTo>
                  <a:pt x="2968183" y="1740588"/>
                </a:lnTo>
                <a:lnTo>
                  <a:pt x="3005678" y="1715095"/>
                </a:lnTo>
                <a:lnTo>
                  <a:pt x="3042531" y="1688745"/>
                </a:lnTo>
                <a:lnTo>
                  <a:pt x="3078726" y="1661550"/>
                </a:lnTo>
                <a:lnTo>
                  <a:pt x="3114251" y="1633527"/>
                </a:lnTo>
                <a:lnTo>
                  <a:pt x="3149090" y="1604690"/>
                </a:lnTo>
                <a:lnTo>
                  <a:pt x="3183313" y="1575127"/>
                </a:lnTo>
                <a:lnTo>
                  <a:pt x="3216653" y="1544628"/>
                </a:lnTo>
                <a:lnTo>
                  <a:pt x="3249350" y="1513432"/>
                </a:lnTo>
                <a:lnTo>
                  <a:pt x="3281303" y="1481479"/>
                </a:lnTo>
                <a:lnTo>
                  <a:pt x="3312498" y="1448783"/>
                </a:lnTo>
                <a:lnTo>
                  <a:pt x="3342922" y="1415358"/>
                </a:lnTo>
                <a:lnTo>
                  <a:pt x="3372560" y="1381219"/>
                </a:lnTo>
                <a:lnTo>
                  <a:pt x="3401280" y="1346523"/>
                </a:lnTo>
                <a:lnTo>
                  <a:pt x="3401416" y="1346400"/>
                </a:lnTo>
                <a:lnTo>
                  <a:pt x="3429421" y="1310856"/>
                </a:lnTo>
                <a:lnTo>
                  <a:pt x="3456615" y="1274660"/>
                </a:lnTo>
                <a:lnTo>
                  <a:pt x="3482966" y="1237807"/>
                </a:lnTo>
                <a:lnTo>
                  <a:pt x="3508459" y="1200312"/>
                </a:lnTo>
                <a:lnTo>
                  <a:pt x="3533080" y="1162188"/>
                </a:lnTo>
                <a:lnTo>
                  <a:pt x="3556814" y="1123451"/>
                </a:lnTo>
                <a:lnTo>
                  <a:pt x="3579648" y="1084114"/>
                </a:lnTo>
                <a:lnTo>
                  <a:pt x="3601567" y="1044191"/>
                </a:lnTo>
                <a:lnTo>
                  <a:pt x="3622565" y="1003702"/>
                </a:lnTo>
                <a:lnTo>
                  <a:pt x="3642602" y="962648"/>
                </a:lnTo>
                <a:lnTo>
                  <a:pt x="3661689" y="921057"/>
                </a:lnTo>
                <a:lnTo>
                  <a:pt x="3679804" y="878937"/>
                </a:lnTo>
                <a:lnTo>
                  <a:pt x="3696933" y="836303"/>
                </a:lnTo>
                <a:lnTo>
                  <a:pt x="3713060" y="793171"/>
                </a:lnTo>
                <a:lnTo>
                  <a:pt x="3728119" y="749703"/>
                </a:lnTo>
                <a:lnTo>
                  <a:pt x="3728175" y="749555"/>
                </a:lnTo>
                <a:lnTo>
                  <a:pt x="3742253" y="705466"/>
                </a:lnTo>
                <a:lnTo>
                  <a:pt x="3755291" y="660922"/>
                </a:lnTo>
                <a:lnTo>
                  <a:pt x="3767270" y="615936"/>
                </a:lnTo>
                <a:lnTo>
                  <a:pt x="3778177" y="570523"/>
                </a:lnTo>
                <a:lnTo>
                  <a:pt x="3787996" y="524696"/>
                </a:lnTo>
                <a:lnTo>
                  <a:pt x="3796714" y="478471"/>
                </a:lnTo>
                <a:lnTo>
                  <a:pt x="3804259" y="432212"/>
                </a:lnTo>
                <a:lnTo>
                  <a:pt x="3804319" y="431862"/>
                </a:lnTo>
                <a:lnTo>
                  <a:pt x="3810788" y="384882"/>
                </a:lnTo>
                <a:lnTo>
                  <a:pt x="3816115" y="337546"/>
                </a:lnTo>
                <a:lnTo>
                  <a:pt x="3820283" y="289869"/>
                </a:lnTo>
                <a:lnTo>
                  <a:pt x="3823278" y="241865"/>
                </a:lnTo>
                <a:lnTo>
                  <a:pt x="3825206" y="193550"/>
                </a:lnTo>
                <a:lnTo>
                  <a:pt x="3825613" y="152821"/>
                </a:lnTo>
              </a:path>
              <a:path w="3825875" h="2058034">
                <a:moveTo>
                  <a:pt x="3823399" y="51217"/>
                </a:moveTo>
                <a:lnTo>
                  <a:pt x="3823202" y="48006"/>
                </a:lnTo>
                <a:lnTo>
                  <a:pt x="3820309" y="420"/>
                </a:lnTo>
                <a:lnTo>
                  <a:pt x="3820263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80922" y="0"/>
            <a:ext cx="4907077" cy="4654847"/>
          </a:xfrm>
          <a:prstGeom prst="rect">
            <a:avLst/>
          </a:prstGeom>
        </p:spPr>
      </p:pic>
      <p:sp>
        <p:nvSpPr>
          <p:cNvPr id="25" name="object 25" descr=""/>
          <p:cNvSpPr/>
          <p:nvPr/>
        </p:nvSpPr>
        <p:spPr>
          <a:xfrm>
            <a:off x="12401102" y="6214309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5">
                <a:moveTo>
                  <a:pt x="26" y="0"/>
                </a:moveTo>
                <a:lnTo>
                  <a:pt x="0" y="42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2395758" y="6214306"/>
            <a:ext cx="3825875" cy="2058035"/>
          </a:xfrm>
          <a:custGeom>
            <a:avLst/>
            <a:gdLst/>
            <a:ahLst/>
            <a:cxnLst/>
            <a:rect l="l" t="t" r="r" b="b"/>
            <a:pathLst>
              <a:path w="3825875" h="2058034">
                <a:moveTo>
                  <a:pt x="1692446" y="2045121"/>
                </a:moveTo>
                <a:lnTo>
                  <a:pt x="1767868" y="2052412"/>
                </a:lnTo>
                <a:lnTo>
                  <a:pt x="1815872" y="2055408"/>
                </a:lnTo>
                <a:lnTo>
                  <a:pt x="1864189" y="2057215"/>
                </a:lnTo>
                <a:lnTo>
                  <a:pt x="1912804" y="2057821"/>
                </a:lnTo>
                <a:lnTo>
                  <a:pt x="1961419" y="2057215"/>
                </a:lnTo>
                <a:lnTo>
                  <a:pt x="2009736" y="2055408"/>
                </a:lnTo>
                <a:lnTo>
                  <a:pt x="2057740" y="2052412"/>
                </a:lnTo>
                <a:lnTo>
                  <a:pt x="2105417" y="2048244"/>
                </a:lnTo>
                <a:lnTo>
                  <a:pt x="2133162" y="2045121"/>
                </a:lnTo>
              </a:path>
              <a:path w="3825875" h="2058034">
                <a:moveTo>
                  <a:pt x="1601206" y="2032421"/>
                </a:moveTo>
                <a:lnTo>
                  <a:pt x="1625876" y="2036445"/>
                </a:lnTo>
                <a:lnTo>
                  <a:pt x="1672855" y="2042917"/>
                </a:lnTo>
                <a:lnTo>
                  <a:pt x="1692446" y="2045121"/>
                </a:lnTo>
              </a:path>
              <a:path w="3825875" h="2058034">
                <a:moveTo>
                  <a:pt x="2133162" y="2045121"/>
                </a:moveTo>
                <a:lnTo>
                  <a:pt x="2152753" y="2042917"/>
                </a:lnTo>
                <a:lnTo>
                  <a:pt x="2199732" y="2036445"/>
                </a:lnTo>
                <a:lnTo>
                  <a:pt x="2224402" y="2032421"/>
                </a:lnTo>
              </a:path>
              <a:path w="3825875" h="2058034">
                <a:moveTo>
                  <a:pt x="451" y="102021"/>
                </a:moveTo>
                <a:lnTo>
                  <a:pt x="0" y="144934"/>
                </a:lnTo>
                <a:lnTo>
                  <a:pt x="402" y="193550"/>
                </a:lnTo>
                <a:lnTo>
                  <a:pt x="2330" y="241865"/>
                </a:lnTo>
                <a:lnTo>
                  <a:pt x="5325" y="289869"/>
                </a:lnTo>
                <a:lnTo>
                  <a:pt x="9493" y="337546"/>
                </a:lnTo>
                <a:lnTo>
                  <a:pt x="14820" y="384882"/>
                </a:lnTo>
                <a:lnTo>
                  <a:pt x="21233" y="431872"/>
                </a:lnTo>
                <a:lnTo>
                  <a:pt x="28894" y="478471"/>
                </a:lnTo>
                <a:lnTo>
                  <a:pt x="37612" y="524696"/>
                </a:lnTo>
                <a:lnTo>
                  <a:pt x="47431" y="570523"/>
                </a:lnTo>
                <a:lnTo>
                  <a:pt x="58338" y="615936"/>
                </a:lnTo>
                <a:lnTo>
                  <a:pt x="70317" y="660922"/>
                </a:lnTo>
                <a:lnTo>
                  <a:pt x="83355" y="705466"/>
                </a:lnTo>
                <a:lnTo>
                  <a:pt x="97382" y="749574"/>
                </a:lnTo>
                <a:lnTo>
                  <a:pt x="112548" y="793171"/>
                </a:lnTo>
                <a:lnTo>
                  <a:pt x="128675" y="836303"/>
                </a:lnTo>
                <a:lnTo>
                  <a:pt x="145804" y="878937"/>
                </a:lnTo>
                <a:lnTo>
                  <a:pt x="163919" y="921057"/>
                </a:lnTo>
                <a:lnTo>
                  <a:pt x="183006" y="962648"/>
                </a:lnTo>
                <a:lnTo>
                  <a:pt x="203042" y="1003703"/>
                </a:lnTo>
                <a:lnTo>
                  <a:pt x="224041" y="1044191"/>
                </a:lnTo>
                <a:lnTo>
                  <a:pt x="245960" y="1084114"/>
                </a:lnTo>
                <a:lnTo>
                  <a:pt x="268794" y="1123451"/>
                </a:lnTo>
                <a:lnTo>
                  <a:pt x="292528" y="1162188"/>
                </a:lnTo>
                <a:lnTo>
                  <a:pt x="317149" y="1200312"/>
                </a:lnTo>
                <a:lnTo>
                  <a:pt x="342642" y="1237807"/>
                </a:lnTo>
                <a:lnTo>
                  <a:pt x="368993" y="1274660"/>
                </a:lnTo>
                <a:lnTo>
                  <a:pt x="396187" y="1310856"/>
                </a:lnTo>
                <a:lnTo>
                  <a:pt x="424210" y="1346380"/>
                </a:lnTo>
                <a:lnTo>
                  <a:pt x="453047" y="1381219"/>
                </a:lnTo>
                <a:lnTo>
                  <a:pt x="482686" y="1415358"/>
                </a:lnTo>
                <a:lnTo>
                  <a:pt x="513110" y="1448783"/>
                </a:lnTo>
                <a:lnTo>
                  <a:pt x="544305" y="1481479"/>
                </a:lnTo>
                <a:lnTo>
                  <a:pt x="576258" y="1513432"/>
                </a:lnTo>
                <a:lnTo>
                  <a:pt x="608954" y="1544628"/>
                </a:lnTo>
                <a:lnTo>
                  <a:pt x="642297" y="1575159"/>
                </a:lnTo>
                <a:lnTo>
                  <a:pt x="676518" y="1604690"/>
                </a:lnTo>
                <a:lnTo>
                  <a:pt x="711357" y="1633527"/>
                </a:lnTo>
                <a:lnTo>
                  <a:pt x="746882" y="1661550"/>
                </a:lnTo>
                <a:lnTo>
                  <a:pt x="783077" y="1688745"/>
                </a:lnTo>
                <a:lnTo>
                  <a:pt x="819930" y="1715095"/>
                </a:lnTo>
                <a:lnTo>
                  <a:pt x="857425" y="1740588"/>
                </a:lnTo>
                <a:lnTo>
                  <a:pt x="895549" y="1765209"/>
                </a:lnTo>
                <a:lnTo>
                  <a:pt x="934286" y="1788944"/>
                </a:lnTo>
                <a:lnTo>
                  <a:pt x="973624" y="1811777"/>
                </a:lnTo>
                <a:lnTo>
                  <a:pt x="1013546" y="1833696"/>
                </a:lnTo>
                <a:lnTo>
                  <a:pt x="1054039" y="1854685"/>
                </a:lnTo>
                <a:lnTo>
                  <a:pt x="1095089" y="1874731"/>
                </a:lnTo>
                <a:lnTo>
                  <a:pt x="1136681" y="1893818"/>
                </a:lnTo>
                <a:lnTo>
                  <a:pt x="1178800" y="1911934"/>
                </a:lnTo>
                <a:lnTo>
                  <a:pt x="1221434" y="1929062"/>
                </a:lnTo>
                <a:lnTo>
                  <a:pt x="1264566" y="1945189"/>
                </a:lnTo>
                <a:lnTo>
                  <a:pt x="1308184" y="1960301"/>
                </a:lnTo>
                <a:lnTo>
                  <a:pt x="1352271" y="1974382"/>
                </a:lnTo>
                <a:lnTo>
                  <a:pt x="1396815" y="1987420"/>
                </a:lnTo>
                <a:lnTo>
                  <a:pt x="1441801" y="1999400"/>
                </a:lnTo>
                <a:lnTo>
                  <a:pt x="1487214" y="2010306"/>
                </a:lnTo>
                <a:lnTo>
                  <a:pt x="1533041" y="2020125"/>
                </a:lnTo>
                <a:lnTo>
                  <a:pt x="1579266" y="2028843"/>
                </a:lnTo>
                <a:lnTo>
                  <a:pt x="1601206" y="2032421"/>
                </a:lnTo>
              </a:path>
              <a:path w="3825875" h="2058034">
                <a:moveTo>
                  <a:pt x="2224402" y="2032421"/>
                </a:moveTo>
                <a:lnTo>
                  <a:pt x="2292567" y="2020125"/>
                </a:lnTo>
                <a:lnTo>
                  <a:pt x="2338394" y="2010306"/>
                </a:lnTo>
                <a:lnTo>
                  <a:pt x="2383807" y="1999400"/>
                </a:lnTo>
                <a:lnTo>
                  <a:pt x="2428793" y="1987420"/>
                </a:lnTo>
                <a:lnTo>
                  <a:pt x="2473337" y="1974382"/>
                </a:lnTo>
                <a:lnTo>
                  <a:pt x="2517424" y="1960301"/>
                </a:lnTo>
                <a:lnTo>
                  <a:pt x="2561042" y="1945189"/>
                </a:lnTo>
                <a:lnTo>
                  <a:pt x="2604174" y="1929062"/>
                </a:lnTo>
                <a:lnTo>
                  <a:pt x="2646807" y="1911934"/>
                </a:lnTo>
                <a:lnTo>
                  <a:pt x="2688927" y="1893818"/>
                </a:lnTo>
                <a:lnTo>
                  <a:pt x="2730519" y="1874731"/>
                </a:lnTo>
                <a:lnTo>
                  <a:pt x="2771569" y="1854685"/>
                </a:lnTo>
                <a:lnTo>
                  <a:pt x="2812062" y="1833696"/>
                </a:lnTo>
                <a:lnTo>
                  <a:pt x="2851984" y="1811777"/>
                </a:lnTo>
                <a:lnTo>
                  <a:pt x="2891321" y="1788944"/>
                </a:lnTo>
                <a:lnTo>
                  <a:pt x="2930059" y="1765209"/>
                </a:lnTo>
                <a:lnTo>
                  <a:pt x="2968182" y="1740588"/>
                </a:lnTo>
                <a:lnTo>
                  <a:pt x="3005678" y="1715095"/>
                </a:lnTo>
                <a:lnTo>
                  <a:pt x="3042531" y="1688745"/>
                </a:lnTo>
                <a:lnTo>
                  <a:pt x="3078726" y="1661550"/>
                </a:lnTo>
                <a:lnTo>
                  <a:pt x="3114251" y="1633527"/>
                </a:lnTo>
                <a:lnTo>
                  <a:pt x="3149090" y="1604690"/>
                </a:lnTo>
                <a:lnTo>
                  <a:pt x="3183313" y="1575127"/>
                </a:lnTo>
                <a:lnTo>
                  <a:pt x="3216653" y="1544628"/>
                </a:lnTo>
                <a:lnTo>
                  <a:pt x="3249349" y="1513432"/>
                </a:lnTo>
                <a:lnTo>
                  <a:pt x="3281302" y="1481479"/>
                </a:lnTo>
                <a:lnTo>
                  <a:pt x="3312498" y="1448783"/>
                </a:lnTo>
                <a:lnTo>
                  <a:pt x="3342922" y="1415358"/>
                </a:lnTo>
                <a:lnTo>
                  <a:pt x="3372560" y="1381219"/>
                </a:lnTo>
                <a:lnTo>
                  <a:pt x="3401280" y="1346523"/>
                </a:lnTo>
                <a:lnTo>
                  <a:pt x="3401416" y="1346400"/>
                </a:lnTo>
                <a:lnTo>
                  <a:pt x="3429421" y="1310856"/>
                </a:lnTo>
                <a:lnTo>
                  <a:pt x="3456615" y="1274660"/>
                </a:lnTo>
                <a:lnTo>
                  <a:pt x="3482966" y="1237807"/>
                </a:lnTo>
                <a:lnTo>
                  <a:pt x="3508459" y="1200312"/>
                </a:lnTo>
                <a:lnTo>
                  <a:pt x="3533080" y="1162188"/>
                </a:lnTo>
                <a:lnTo>
                  <a:pt x="3556814" y="1123451"/>
                </a:lnTo>
                <a:lnTo>
                  <a:pt x="3579648" y="1084114"/>
                </a:lnTo>
                <a:lnTo>
                  <a:pt x="3601567" y="1044191"/>
                </a:lnTo>
                <a:lnTo>
                  <a:pt x="3622564" y="1003702"/>
                </a:lnTo>
                <a:lnTo>
                  <a:pt x="3642602" y="962648"/>
                </a:lnTo>
                <a:lnTo>
                  <a:pt x="3661689" y="921057"/>
                </a:lnTo>
                <a:lnTo>
                  <a:pt x="3679804" y="878937"/>
                </a:lnTo>
                <a:lnTo>
                  <a:pt x="3696932" y="836303"/>
                </a:lnTo>
                <a:lnTo>
                  <a:pt x="3713060" y="793171"/>
                </a:lnTo>
                <a:lnTo>
                  <a:pt x="3728119" y="749704"/>
                </a:lnTo>
                <a:lnTo>
                  <a:pt x="3728175" y="749555"/>
                </a:lnTo>
                <a:lnTo>
                  <a:pt x="3742253" y="705466"/>
                </a:lnTo>
                <a:lnTo>
                  <a:pt x="3755291" y="660922"/>
                </a:lnTo>
                <a:lnTo>
                  <a:pt x="3767270" y="615936"/>
                </a:lnTo>
                <a:lnTo>
                  <a:pt x="3778177" y="570523"/>
                </a:lnTo>
                <a:lnTo>
                  <a:pt x="3787996" y="524696"/>
                </a:lnTo>
                <a:lnTo>
                  <a:pt x="3796714" y="478471"/>
                </a:lnTo>
                <a:lnTo>
                  <a:pt x="3804258" y="432212"/>
                </a:lnTo>
                <a:lnTo>
                  <a:pt x="3804319" y="431862"/>
                </a:lnTo>
                <a:lnTo>
                  <a:pt x="3810787" y="384882"/>
                </a:lnTo>
                <a:lnTo>
                  <a:pt x="3816115" y="337546"/>
                </a:lnTo>
                <a:lnTo>
                  <a:pt x="3820283" y="289869"/>
                </a:lnTo>
                <a:lnTo>
                  <a:pt x="3823278" y="241865"/>
                </a:lnTo>
                <a:lnTo>
                  <a:pt x="3825206" y="193550"/>
                </a:lnTo>
                <a:lnTo>
                  <a:pt x="3825613" y="152821"/>
                </a:lnTo>
              </a:path>
              <a:path w="3825875" h="2058034">
                <a:moveTo>
                  <a:pt x="3823399" y="51217"/>
                </a:moveTo>
                <a:lnTo>
                  <a:pt x="3823202" y="48006"/>
                </a:lnTo>
                <a:lnTo>
                  <a:pt x="3820309" y="420"/>
                </a:lnTo>
                <a:lnTo>
                  <a:pt x="3820262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0242" y="1306627"/>
            <a:ext cx="1507490" cy="4000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65">
                <a:latin typeface="Lucida Sans Unicode"/>
                <a:cs typeface="Lucida Sans Unicode"/>
              </a:rPr>
              <a:t>Product</a:t>
            </a:r>
            <a:r>
              <a:rPr dirty="0" sz="2450" spc="-125">
                <a:latin typeface="Lucida Sans Unicode"/>
                <a:cs typeface="Lucida Sans Unicode"/>
              </a:rPr>
              <a:t> </a:t>
            </a:r>
            <a:r>
              <a:rPr dirty="0" sz="2450" spc="-50">
                <a:latin typeface="Lucida Sans Unicode"/>
                <a:cs typeface="Lucida Sans Unicode"/>
              </a:rPr>
              <a:t>2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62328" y="1812070"/>
            <a:ext cx="363855" cy="363855"/>
          </a:xfrm>
          <a:custGeom>
            <a:avLst/>
            <a:gdLst/>
            <a:ahLst/>
            <a:cxnLst/>
            <a:rect l="l" t="t" r="r" b="b"/>
            <a:pathLst>
              <a:path w="363854" h="363855">
                <a:moveTo>
                  <a:pt x="181670" y="363341"/>
                </a:moveTo>
                <a:lnTo>
                  <a:pt x="133375" y="356851"/>
                </a:lnTo>
                <a:lnTo>
                  <a:pt x="89978" y="338537"/>
                </a:lnTo>
                <a:lnTo>
                  <a:pt x="53210" y="310131"/>
                </a:lnTo>
                <a:lnTo>
                  <a:pt x="24803" y="273363"/>
                </a:lnTo>
                <a:lnTo>
                  <a:pt x="6489" y="229965"/>
                </a:lnTo>
                <a:lnTo>
                  <a:pt x="0" y="181670"/>
                </a:lnTo>
                <a:lnTo>
                  <a:pt x="6489" y="133375"/>
                </a:lnTo>
                <a:lnTo>
                  <a:pt x="24803" y="89978"/>
                </a:lnTo>
                <a:lnTo>
                  <a:pt x="53210" y="53210"/>
                </a:lnTo>
                <a:lnTo>
                  <a:pt x="89978" y="24803"/>
                </a:lnTo>
                <a:lnTo>
                  <a:pt x="133375" y="6489"/>
                </a:lnTo>
                <a:lnTo>
                  <a:pt x="181670" y="0"/>
                </a:lnTo>
                <a:lnTo>
                  <a:pt x="229966" y="6489"/>
                </a:lnTo>
                <a:lnTo>
                  <a:pt x="273363" y="24803"/>
                </a:lnTo>
                <a:lnTo>
                  <a:pt x="310131" y="53210"/>
                </a:lnTo>
                <a:lnTo>
                  <a:pt x="338538" y="89978"/>
                </a:lnTo>
                <a:lnTo>
                  <a:pt x="356852" y="133375"/>
                </a:lnTo>
                <a:lnTo>
                  <a:pt x="363341" y="181670"/>
                </a:lnTo>
                <a:lnTo>
                  <a:pt x="356852" y="229965"/>
                </a:lnTo>
                <a:lnTo>
                  <a:pt x="338538" y="273363"/>
                </a:lnTo>
                <a:lnTo>
                  <a:pt x="310131" y="310131"/>
                </a:lnTo>
                <a:lnTo>
                  <a:pt x="273363" y="338537"/>
                </a:lnTo>
                <a:lnTo>
                  <a:pt x="229966" y="356851"/>
                </a:lnTo>
                <a:lnTo>
                  <a:pt x="181670" y="3633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5812570" y="4932546"/>
            <a:ext cx="6664959" cy="3540125"/>
            <a:chOff x="5812570" y="4932546"/>
            <a:chExt cx="6664959" cy="3540125"/>
          </a:xfrm>
        </p:grpSpPr>
        <p:sp>
          <p:nvSpPr>
            <p:cNvPr id="5" name="object 5" descr=""/>
            <p:cNvSpPr/>
            <p:nvPr/>
          </p:nvSpPr>
          <p:spPr>
            <a:xfrm>
              <a:off x="5812561" y="4961838"/>
              <a:ext cx="6664959" cy="3510915"/>
            </a:xfrm>
            <a:custGeom>
              <a:avLst/>
              <a:gdLst/>
              <a:ahLst/>
              <a:cxnLst/>
              <a:rect l="l" t="t" r="r" b="b"/>
              <a:pathLst>
                <a:path w="6664959" h="3510915">
                  <a:moveTo>
                    <a:pt x="363347" y="181673"/>
                  </a:moveTo>
                  <a:lnTo>
                    <a:pt x="356857" y="133375"/>
                  </a:lnTo>
                  <a:lnTo>
                    <a:pt x="338543" y="89979"/>
                  </a:lnTo>
                  <a:lnTo>
                    <a:pt x="310134" y="53213"/>
                  </a:lnTo>
                  <a:lnTo>
                    <a:pt x="273367" y="24803"/>
                  </a:lnTo>
                  <a:lnTo>
                    <a:pt x="229971" y="6489"/>
                  </a:lnTo>
                  <a:lnTo>
                    <a:pt x="181673" y="0"/>
                  </a:lnTo>
                  <a:lnTo>
                    <a:pt x="133375" y="6489"/>
                  </a:lnTo>
                  <a:lnTo>
                    <a:pt x="89979" y="24803"/>
                  </a:lnTo>
                  <a:lnTo>
                    <a:pt x="53213" y="53213"/>
                  </a:lnTo>
                  <a:lnTo>
                    <a:pt x="24803" y="89979"/>
                  </a:lnTo>
                  <a:lnTo>
                    <a:pt x="6489" y="133375"/>
                  </a:lnTo>
                  <a:lnTo>
                    <a:pt x="0" y="181673"/>
                  </a:lnTo>
                  <a:lnTo>
                    <a:pt x="6489" y="229958"/>
                  </a:lnTo>
                  <a:lnTo>
                    <a:pt x="24803" y="273354"/>
                  </a:lnTo>
                  <a:lnTo>
                    <a:pt x="53213" y="310134"/>
                  </a:lnTo>
                  <a:lnTo>
                    <a:pt x="89979" y="338531"/>
                  </a:lnTo>
                  <a:lnTo>
                    <a:pt x="133375" y="356844"/>
                  </a:lnTo>
                  <a:lnTo>
                    <a:pt x="181673" y="363334"/>
                  </a:lnTo>
                  <a:lnTo>
                    <a:pt x="229971" y="356844"/>
                  </a:lnTo>
                  <a:lnTo>
                    <a:pt x="273367" y="338531"/>
                  </a:lnTo>
                  <a:lnTo>
                    <a:pt x="310134" y="310134"/>
                  </a:lnTo>
                  <a:lnTo>
                    <a:pt x="338543" y="273354"/>
                  </a:lnTo>
                  <a:lnTo>
                    <a:pt x="356857" y="229958"/>
                  </a:lnTo>
                  <a:lnTo>
                    <a:pt x="363347" y="181673"/>
                  </a:lnTo>
                  <a:close/>
                </a:path>
                <a:path w="6664959" h="3510915">
                  <a:moveTo>
                    <a:pt x="3513099" y="3328847"/>
                  </a:moveTo>
                  <a:lnTo>
                    <a:pt x="3506609" y="3280549"/>
                  </a:lnTo>
                  <a:lnTo>
                    <a:pt x="3488296" y="3237153"/>
                  </a:lnTo>
                  <a:lnTo>
                    <a:pt x="3459899" y="3200387"/>
                  </a:lnTo>
                  <a:lnTo>
                    <a:pt x="3423120" y="3171977"/>
                  </a:lnTo>
                  <a:lnTo>
                    <a:pt x="3379724" y="3153664"/>
                  </a:lnTo>
                  <a:lnTo>
                    <a:pt x="3331426" y="3147174"/>
                  </a:lnTo>
                  <a:lnTo>
                    <a:pt x="3283140" y="3153664"/>
                  </a:lnTo>
                  <a:lnTo>
                    <a:pt x="3239744" y="3171977"/>
                  </a:lnTo>
                  <a:lnTo>
                    <a:pt x="3202965" y="3200387"/>
                  </a:lnTo>
                  <a:lnTo>
                    <a:pt x="3174568" y="3237153"/>
                  </a:lnTo>
                  <a:lnTo>
                    <a:pt x="3156254" y="3280549"/>
                  </a:lnTo>
                  <a:lnTo>
                    <a:pt x="3149765" y="3328847"/>
                  </a:lnTo>
                  <a:lnTo>
                    <a:pt x="3156254" y="3377146"/>
                  </a:lnTo>
                  <a:lnTo>
                    <a:pt x="3174568" y="3420541"/>
                  </a:lnTo>
                  <a:lnTo>
                    <a:pt x="3202965" y="3457308"/>
                  </a:lnTo>
                  <a:lnTo>
                    <a:pt x="3239744" y="3485718"/>
                  </a:lnTo>
                  <a:lnTo>
                    <a:pt x="3283140" y="3504031"/>
                  </a:lnTo>
                  <a:lnTo>
                    <a:pt x="3331426" y="3510521"/>
                  </a:lnTo>
                  <a:lnTo>
                    <a:pt x="3379724" y="3504031"/>
                  </a:lnTo>
                  <a:lnTo>
                    <a:pt x="3423120" y="3485718"/>
                  </a:lnTo>
                  <a:lnTo>
                    <a:pt x="3459899" y="3457308"/>
                  </a:lnTo>
                  <a:lnTo>
                    <a:pt x="3488296" y="3420541"/>
                  </a:lnTo>
                  <a:lnTo>
                    <a:pt x="3506609" y="3377146"/>
                  </a:lnTo>
                  <a:lnTo>
                    <a:pt x="3513099" y="3328847"/>
                  </a:lnTo>
                  <a:close/>
                </a:path>
                <a:path w="6664959" h="3510915">
                  <a:moveTo>
                    <a:pt x="6664604" y="181673"/>
                  </a:moveTo>
                  <a:lnTo>
                    <a:pt x="6658115" y="133375"/>
                  </a:lnTo>
                  <a:lnTo>
                    <a:pt x="6639801" y="89979"/>
                  </a:lnTo>
                  <a:lnTo>
                    <a:pt x="6611404" y="53213"/>
                  </a:lnTo>
                  <a:lnTo>
                    <a:pt x="6574637" y="24803"/>
                  </a:lnTo>
                  <a:lnTo>
                    <a:pt x="6531229" y="6489"/>
                  </a:lnTo>
                  <a:lnTo>
                    <a:pt x="6482943" y="0"/>
                  </a:lnTo>
                  <a:lnTo>
                    <a:pt x="6434645" y="6489"/>
                  </a:lnTo>
                  <a:lnTo>
                    <a:pt x="6391249" y="24803"/>
                  </a:lnTo>
                  <a:lnTo>
                    <a:pt x="6354483" y="53213"/>
                  </a:lnTo>
                  <a:lnTo>
                    <a:pt x="6326073" y="89979"/>
                  </a:lnTo>
                  <a:lnTo>
                    <a:pt x="6307760" y="133375"/>
                  </a:lnTo>
                  <a:lnTo>
                    <a:pt x="6301270" y="181673"/>
                  </a:lnTo>
                  <a:lnTo>
                    <a:pt x="6307760" y="229958"/>
                  </a:lnTo>
                  <a:lnTo>
                    <a:pt x="6326073" y="273354"/>
                  </a:lnTo>
                  <a:lnTo>
                    <a:pt x="6354483" y="310134"/>
                  </a:lnTo>
                  <a:lnTo>
                    <a:pt x="6391249" y="338531"/>
                  </a:lnTo>
                  <a:lnTo>
                    <a:pt x="6434645" y="356844"/>
                  </a:lnTo>
                  <a:lnTo>
                    <a:pt x="6482943" y="363334"/>
                  </a:lnTo>
                  <a:lnTo>
                    <a:pt x="6531229" y="356844"/>
                  </a:lnTo>
                  <a:lnTo>
                    <a:pt x="6574637" y="338531"/>
                  </a:lnTo>
                  <a:lnTo>
                    <a:pt x="6611404" y="310134"/>
                  </a:lnTo>
                  <a:lnTo>
                    <a:pt x="6639801" y="273354"/>
                  </a:lnTo>
                  <a:lnTo>
                    <a:pt x="6658115" y="229958"/>
                  </a:lnTo>
                  <a:lnTo>
                    <a:pt x="6664604" y="1816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994241" y="4951596"/>
              <a:ext cx="6296025" cy="3338195"/>
            </a:xfrm>
            <a:custGeom>
              <a:avLst/>
              <a:gdLst/>
              <a:ahLst/>
              <a:cxnLst/>
              <a:rect l="l" t="t" r="r" b="b"/>
              <a:pathLst>
                <a:path w="6296025" h="3338195">
                  <a:moveTo>
                    <a:pt x="2865112" y="3328891"/>
                  </a:moveTo>
                  <a:lnTo>
                    <a:pt x="2910344" y="3332631"/>
                  </a:lnTo>
                  <a:lnTo>
                    <a:pt x="2957850" y="3335843"/>
                  </a:lnTo>
                  <a:lnTo>
                    <a:pt x="3002092" y="3338169"/>
                  </a:lnTo>
                </a:path>
                <a:path w="6296025" h="3338195">
                  <a:moveTo>
                    <a:pt x="3297352" y="3338169"/>
                  </a:moveTo>
                  <a:lnTo>
                    <a:pt x="3341594" y="3335843"/>
                  </a:lnTo>
                  <a:lnTo>
                    <a:pt x="3389100" y="3332631"/>
                  </a:lnTo>
                  <a:lnTo>
                    <a:pt x="3434332" y="3328891"/>
                  </a:lnTo>
                </a:path>
                <a:path w="6296025" h="3338195">
                  <a:moveTo>
                    <a:pt x="2748508" y="3316191"/>
                  </a:moveTo>
                  <a:lnTo>
                    <a:pt x="2769018" y="3318818"/>
                  </a:lnTo>
                  <a:lnTo>
                    <a:pt x="2815923" y="3324113"/>
                  </a:lnTo>
                  <a:lnTo>
                    <a:pt x="2863033" y="3328719"/>
                  </a:lnTo>
                  <a:lnTo>
                    <a:pt x="2865112" y="3328891"/>
                  </a:lnTo>
                </a:path>
                <a:path w="6296025" h="3338195">
                  <a:moveTo>
                    <a:pt x="3434332" y="3328891"/>
                  </a:moveTo>
                  <a:lnTo>
                    <a:pt x="3436411" y="3328719"/>
                  </a:lnTo>
                  <a:lnTo>
                    <a:pt x="3483522" y="3324113"/>
                  </a:lnTo>
                  <a:lnTo>
                    <a:pt x="3530427" y="3318818"/>
                  </a:lnTo>
                  <a:lnTo>
                    <a:pt x="3550936" y="3316191"/>
                  </a:lnTo>
                </a:path>
                <a:path w="6296025" h="3338195">
                  <a:moveTo>
                    <a:pt x="2658888" y="3303491"/>
                  </a:moveTo>
                  <a:lnTo>
                    <a:pt x="2675845" y="3306179"/>
                  </a:lnTo>
                  <a:lnTo>
                    <a:pt x="2722323" y="3312838"/>
                  </a:lnTo>
                  <a:lnTo>
                    <a:pt x="2748508" y="3316191"/>
                  </a:lnTo>
                </a:path>
                <a:path w="6296025" h="3338195">
                  <a:moveTo>
                    <a:pt x="3550936" y="3316191"/>
                  </a:moveTo>
                  <a:lnTo>
                    <a:pt x="3577121" y="3312838"/>
                  </a:lnTo>
                  <a:lnTo>
                    <a:pt x="3623600" y="3306179"/>
                  </a:lnTo>
                  <a:lnTo>
                    <a:pt x="3640556" y="3303491"/>
                  </a:lnTo>
                </a:path>
                <a:path w="6296025" h="3338195">
                  <a:moveTo>
                    <a:pt x="2403646" y="3252691"/>
                  </a:moveTo>
                  <a:lnTo>
                    <a:pt x="2446868" y="3262879"/>
                  </a:lnTo>
                  <a:lnTo>
                    <a:pt x="2492191" y="3272856"/>
                  </a:lnTo>
                  <a:lnTo>
                    <a:pt x="2537755" y="3282180"/>
                  </a:lnTo>
                  <a:lnTo>
                    <a:pt x="2583555" y="3290845"/>
                  </a:lnTo>
                  <a:lnTo>
                    <a:pt x="2629587" y="3298846"/>
                  </a:lnTo>
                  <a:lnTo>
                    <a:pt x="2658888" y="3303491"/>
                  </a:lnTo>
                </a:path>
                <a:path w="6296025" h="3338195">
                  <a:moveTo>
                    <a:pt x="3640556" y="3303491"/>
                  </a:moveTo>
                  <a:lnTo>
                    <a:pt x="3715889" y="3290845"/>
                  </a:lnTo>
                  <a:lnTo>
                    <a:pt x="3761689" y="3282180"/>
                  </a:lnTo>
                  <a:lnTo>
                    <a:pt x="3807253" y="3272856"/>
                  </a:lnTo>
                  <a:lnTo>
                    <a:pt x="3852576" y="3262879"/>
                  </a:lnTo>
                  <a:lnTo>
                    <a:pt x="3895798" y="3252691"/>
                  </a:lnTo>
                </a:path>
                <a:path w="6296025" h="3338195">
                  <a:moveTo>
                    <a:pt x="5872" y="6"/>
                  </a:moveTo>
                  <a:lnTo>
                    <a:pt x="5790" y="1494"/>
                  </a:lnTo>
                </a:path>
                <a:path w="6296025" h="3338195">
                  <a:moveTo>
                    <a:pt x="283" y="153891"/>
                  </a:moveTo>
                  <a:lnTo>
                    <a:pt x="0" y="191868"/>
                  </a:lnTo>
                  <a:lnTo>
                    <a:pt x="341" y="240103"/>
                  </a:lnTo>
                  <a:lnTo>
                    <a:pt x="403" y="242790"/>
                  </a:lnTo>
                  <a:lnTo>
                    <a:pt x="1331" y="288165"/>
                  </a:lnTo>
                  <a:lnTo>
                    <a:pt x="3240" y="336044"/>
                  </a:lnTo>
                  <a:lnTo>
                    <a:pt x="5747" y="383740"/>
                  </a:lnTo>
                  <a:lnTo>
                    <a:pt x="8959" y="431246"/>
                  </a:lnTo>
                  <a:lnTo>
                    <a:pt x="12870" y="478557"/>
                  </a:lnTo>
                  <a:lnTo>
                    <a:pt x="17476" y="525667"/>
                  </a:lnTo>
                  <a:lnTo>
                    <a:pt x="22715" y="572580"/>
                  </a:lnTo>
                  <a:lnTo>
                    <a:pt x="22768" y="572992"/>
                  </a:lnTo>
                  <a:lnTo>
                    <a:pt x="28752" y="619266"/>
                  </a:lnTo>
                  <a:lnTo>
                    <a:pt x="35411" y="665745"/>
                  </a:lnTo>
                  <a:lnTo>
                    <a:pt x="42743" y="712003"/>
                  </a:lnTo>
                  <a:lnTo>
                    <a:pt x="42859" y="712671"/>
                  </a:lnTo>
                  <a:lnTo>
                    <a:pt x="50745" y="758034"/>
                  </a:lnTo>
                  <a:lnTo>
                    <a:pt x="59410" y="803835"/>
                  </a:lnTo>
                  <a:lnTo>
                    <a:pt x="68733" y="849399"/>
                  </a:lnTo>
                  <a:lnTo>
                    <a:pt x="78710" y="894721"/>
                  </a:lnTo>
                  <a:lnTo>
                    <a:pt x="89335" y="939797"/>
                  </a:lnTo>
                  <a:lnTo>
                    <a:pt x="100604" y="984622"/>
                  </a:lnTo>
                  <a:lnTo>
                    <a:pt x="112510" y="1029189"/>
                  </a:lnTo>
                  <a:lnTo>
                    <a:pt x="125048" y="1073494"/>
                  </a:lnTo>
                  <a:lnTo>
                    <a:pt x="138215" y="1117532"/>
                  </a:lnTo>
                  <a:lnTo>
                    <a:pt x="152004" y="1161297"/>
                  </a:lnTo>
                  <a:lnTo>
                    <a:pt x="166410" y="1204785"/>
                  </a:lnTo>
                  <a:lnTo>
                    <a:pt x="181428" y="1247991"/>
                  </a:lnTo>
                  <a:lnTo>
                    <a:pt x="197053" y="1290908"/>
                  </a:lnTo>
                  <a:lnTo>
                    <a:pt x="213280" y="1333533"/>
                  </a:lnTo>
                  <a:lnTo>
                    <a:pt x="230104" y="1375859"/>
                  </a:lnTo>
                  <a:lnTo>
                    <a:pt x="247519" y="1417882"/>
                  </a:lnTo>
                  <a:lnTo>
                    <a:pt x="265521" y="1459597"/>
                  </a:lnTo>
                  <a:lnTo>
                    <a:pt x="284104" y="1500998"/>
                  </a:lnTo>
                  <a:lnTo>
                    <a:pt x="303263" y="1542080"/>
                  </a:lnTo>
                  <a:lnTo>
                    <a:pt x="322993" y="1582839"/>
                  </a:lnTo>
                  <a:lnTo>
                    <a:pt x="343289" y="1623268"/>
                  </a:lnTo>
                  <a:lnTo>
                    <a:pt x="364146" y="1663364"/>
                  </a:lnTo>
                  <a:lnTo>
                    <a:pt x="385485" y="1703161"/>
                  </a:lnTo>
                  <a:lnTo>
                    <a:pt x="407520" y="1742531"/>
                  </a:lnTo>
                  <a:lnTo>
                    <a:pt x="430028" y="1781593"/>
                  </a:lnTo>
                  <a:lnTo>
                    <a:pt x="453076" y="1820301"/>
                  </a:lnTo>
                  <a:lnTo>
                    <a:pt x="476659" y="1858648"/>
                  </a:lnTo>
                  <a:lnTo>
                    <a:pt x="500771" y="1896630"/>
                  </a:lnTo>
                  <a:lnTo>
                    <a:pt x="525408" y="1934242"/>
                  </a:lnTo>
                  <a:lnTo>
                    <a:pt x="550565" y="1971479"/>
                  </a:lnTo>
                  <a:lnTo>
                    <a:pt x="576236" y="2008335"/>
                  </a:lnTo>
                  <a:lnTo>
                    <a:pt x="602416" y="2044806"/>
                  </a:lnTo>
                  <a:lnTo>
                    <a:pt x="629100" y="2080886"/>
                  </a:lnTo>
                  <a:lnTo>
                    <a:pt x="656283" y="2116570"/>
                  </a:lnTo>
                  <a:lnTo>
                    <a:pt x="683960" y="2151853"/>
                  </a:lnTo>
                  <a:lnTo>
                    <a:pt x="712125" y="2186729"/>
                  </a:lnTo>
                  <a:lnTo>
                    <a:pt x="740774" y="2221194"/>
                  </a:lnTo>
                  <a:lnTo>
                    <a:pt x="769901" y="2255243"/>
                  </a:lnTo>
                  <a:lnTo>
                    <a:pt x="799501" y="2288870"/>
                  </a:lnTo>
                  <a:lnTo>
                    <a:pt x="829570" y="2322070"/>
                  </a:lnTo>
                  <a:lnTo>
                    <a:pt x="860101" y="2354838"/>
                  </a:lnTo>
                  <a:lnTo>
                    <a:pt x="891090" y="2387170"/>
                  </a:lnTo>
                  <a:lnTo>
                    <a:pt x="922531" y="2419058"/>
                  </a:lnTo>
                  <a:lnTo>
                    <a:pt x="954420" y="2450500"/>
                  </a:lnTo>
                  <a:lnTo>
                    <a:pt x="986751" y="2481489"/>
                  </a:lnTo>
                  <a:lnTo>
                    <a:pt x="1019519" y="2512020"/>
                  </a:lnTo>
                  <a:lnTo>
                    <a:pt x="1052720" y="2542088"/>
                  </a:lnTo>
                  <a:lnTo>
                    <a:pt x="1086347" y="2571688"/>
                  </a:lnTo>
                  <a:lnTo>
                    <a:pt x="1120395" y="2600816"/>
                  </a:lnTo>
                  <a:lnTo>
                    <a:pt x="1154860" y="2629464"/>
                  </a:lnTo>
                  <a:lnTo>
                    <a:pt x="1189737" y="2657630"/>
                  </a:lnTo>
                  <a:lnTo>
                    <a:pt x="1225020" y="2685307"/>
                  </a:lnTo>
                  <a:lnTo>
                    <a:pt x="1260704" y="2712490"/>
                  </a:lnTo>
                  <a:lnTo>
                    <a:pt x="1296784" y="2739174"/>
                  </a:lnTo>
                  <a:lnTo>
                    <a:pt x="1333254" y="2765354"/>
                  </a:lnTo>
                  <a:lnTo>
                    <a:pt x="1370111" y="2791025"/>
                  </a:lnTo>
                  <a:lnTo>
                    <a:pt x="1407347" y="2816182"/>
                  </a:lnTo>
                  <a:lnTo>
                    <a:pt x="1444959" y="2840819"/>
                  </a:lnTo>
                  <a:lnTo>
                    <a:pt x="1482942" y="2864931"/>
                  </a:lnTo>
                  <a:lnTo>
                    <a:pt x="1521289" y="2888514"/>
                  </a:lnTo>
                  <a:lnTo>
                    <a:pt x="1559996" y="2911562"/>
                  </a:lnTo>
                  <a:lnTo>
                    <a:pt x="1599058" y="2934069"/>
                  </a:lnTo>
                  <a:lnTo>
                    <a:pt x="1638470" y="2956032"/>
                  </a:lnTo>
                  <a:lnTo>
                    <a:pt x="1678226" y="2977444"/>
                  </a:lnTo>
                  <a:lnTo>
                    <a:pt x="1718321" y="2998300"/>
                  </a:lnTo>
                  <a:lnTo>
                    <a:pt x="1758751" y="3018596"/>
                  </a:lnTo>
                  <a:lnTo>
                    <a:pt x="1799509" y="3038326"/>
                  </a:lnTo>
                  <a:lnTo>
                    <a:pt x="1840592" y="3057486"/>
                  </a:lnTo>
                  <a:lnTo>
                    <a:pt x="1881993" y="3076069"/>
                  </a:lnTo>
                  <a:lnTo>
                    <a:pt x="1923708" y="3094070"/>
                  </a:lnTo>
                  <a:lnTo>
                    <a:pt x="1965731" y="3111486"/>
                  </a:lnTo>
                  <a:lnTo>
                    <a:pt x="2008057" y="3128309"/>
                  </a:lnTo>
                  <a:lnTo>
                    <a:pt x="2050681" y="3144537"/>
                  </a:lnTo>
                  <a:lnTo>
                    <a:pt x="2093599" y="3160162"/>
                  </a:lnTo>
                  <a:lnTo>
                    <a:pt x="2136804" y="3175180"/>
                  </a:lnTo>
                  <a:lnTo>
                    <a:pt x="2180292" y="3189586"/>
                  </a:lnTo>
                  <a:lnTo>
                    <a:pt x="2224058" y="3203375"/>
                  </a:lnTo>
                  <a:lnTo>
                    <a:pt x="2268096" y="3216541"/>
                  </a:lnTo>
                  <a:lnTo>
                    <a:pt x="2312401" y="3229080"/>
                  </a:lnTo>
                  <a:lnTo>
                    <a:pt x="2356968" y="3240986"/>
                  </a:lnTo>
                  <a:lnTo>
                    <a:pt x="2401792" y="3252254"/>
                  </a:lnTo>
                  <a:lnTo>
                    <a:pt x="2403646" y="3252691"/>
                  </a:lnTo>
                </a:path>
                <a:path w="6296025" h="3338195">
                  <a:moveTo>
                    <a:pt x="3895798" y="3252691"/>
                  </a:moveTo>
                  <a:lnTo>
                    <a:pt x="3942476" y="3240986"/>
                  </a:lnTo>
                  <a:lnTo>
                    <a:pt x="3987043" y="3229080"/>
                  </a:lnTo>
                  <a:lnTo>
                    <a:pt x="4031348" y="3216541"/>
                  </a:lnTo>
                  <a:lnTo>
                    <a:pt x="4075386" y="3203375"/>
                  </a:lnTo>
                  <a:lnTo>
                    <a:pt x="4119152" y="3189586"/>
                  </a:lnTo>
                  <a:lnTo>
                    <a:pt x="4162640" y="3175180"/>
                  </a:lnTo>
                  <a:lnTo>
                    <a:pt x="4205845" y="3160162"/>
                  </a:lnTo>
                  <a:lnTo>
                    <a:pt x="4248763" y="3144537"/>
                  </a:lnTo>
                  <a:lnTo>
                    <a:pt x="4291387" y="3128309"/>
                  </a:lnTo>
                  <a:lnTo>
                    <a:pt x="4333714" y="3111486"/>
                  </a:lnTo>
                  <a:lnTo>
                    <a:pt x="4375737" y="3094070"/>
                  </a:lnTo>
                  <a:lnTo>
                    <a:pt x="4417451" y="3076069"/>
                  </a:lnTo>
                  <a:lnTo>
                    <a:pt x="4458852" y="3057486"/>
                  </a:lnTo>
                  <a:lnTo>
                    <a:pt x="4499935" y="3038326"/>
                  </a:lnTo>
                  <a:lnTo>
                    <a:pt x="4540693" y="3018596"/>
                  </a:lnTo>
                  <a:lnTo>
                    <a:pt x="4581123" y="2998300"/>
                  </a:lnTo>
                  <a:lnTo>
                    <a:pt x="4621218" y="2977444"/>
                  </a:lnTo>
                  <a:lnTo>
                    <a:pt x="4660974" y="2956032"/>
                  </a:lnTo>
                  <a:lnTo>
                    <a:pt x="4700386" y="2934069"/>
                  </a:lnTo>
                  <a:lnTo>
                    <a:pt x="4739448" y="2911562"/>
                  </a:lnTo>
                  <a:lnTo>
                    <a:pt x="4778155" y="2888514"/>
                  </a:lnTo>
                  <a:lnTo>
                    <a:pt x="4816502" y="2864931"/>
                  </a:lnTo>
                  <a:lnTo>
                    <a:pt x="4854485" y="2840819"/>
                  </a:lnTo>
                  <a:lnTo>
                    <a:pt x="4892097" y="2816182"/>
                  </a:lnTo>
                  <a:lnTo>
                    <a:pt x="4929334" y="2791025"/>
                  </a:lnTo>
                  <a:lnTo>
                    <a:pt x="4966190" y="2765354"/>
                  </a:lnTo>
                  <a:lnTo>
                    <a:pt x="5002660" y="2739174"/>
                  </a:lnTo>
                  <a:lnTo>
                    <a:pt x="5038740" y="2712490"/>
                  </a:lnTo>
                  <a:lnTo>
                    <a:pt x="5074424" y="2685307"/>
                  </a:lnTo>
                  <a:lnTo>
                    <a:pt x="5109707" y="2657630"/>
                  </a:lnTo>
                  <a:lnTo>
                    <a:pt x="5144584" y="2629464"/>
                  </a:lnTo>
                  <a:lnTo>
                    <a:pt x="5179049" y="2600816"/>
                  </a:lnTo>
                  <a:lnTo>
                    <a:pt x="5213098" y="2571688"/>
                  </a:lnTo>
                  <a:lnTo>
                    <a:pt x="5246725" y="2542088"/>
                  </a:lnTo>
                  <a:lnTo>
                    <a:pt x="5279925" y="2512020"/>
                  </a:lnTo>
                  <a:lnTo>
                    <a:pt x="5312693" y="2481489"/>
                  </a:lnTo>
                  <a:lnTo>
                    <a:pt x="5345024" y="2450500"/>
                  </a:lnTo>
                  <a:lnTo>
                    <a:pt x="5376913" y="2419058"/>
                  </a:lnTo>
                  <a:lnTo>
                    <a:pt x="5408354" y="2387170"/>
                  </a:lnTo>
                  <a:lnTo>
                    <a:pt x="5439343" y="2354838"/>
                  </a:lnTo>
                  <a:lnTo>
                    <a:pt x="5469874" y="2322070"/>
                  </a:lnTo>
                  <a:lnTo>
                    <a:pt x="5499943" y="2288870"/>
                  </a:lnTo>
                  <a:lnTo>
                    <a:pt x="5529543" y="2255243"/>
                  </a:lnTo>
                  <a:lnTo>
                    <a:pt x="5558670" y="2221194"/>
                  </a:lnTo>
                  <a:lnTo>
                    <a:pt x="5587319" y="2186729"/>
                  </a:lnTo>
                  <a:lnTo>
                    <a:pt x="5615484" y="2151853"/>
                  </a:lnTo>
                  <a:lnTo>
                    <a:pt x="5643161" y="2116570"/>
                  </a:lnTo>
                  <a:lnTo>
                    <a:pt x="5670344" y="2080886"/>
                  </a:lnTo>
                  <a:lnTo>
                    <a:pt x="5697028" y="2044806"/>
                  </a:lnTo>
                  <a:lnTo>
                    <a:pt x="5723209" y="2008335"/>
                  </a:lnTo>
                  <a:lnTo>
                    <a:pt x="5748879" y="1971479"/>
                  </a:lnTo>
                  <a:lnTo>
                    <a:pt x="5774036" y="1934242"/>
                  </a:lnTo>
                  <a:lnTo>
                    <a:pt x="5798673" y="1896630"/>
                  </a:lnTo>
                  <a:lnTo>
                    <a:pt x="5822786" y="1858648"/>
                  </a:lnTo>
                  <a:lnTo>
                    <a:pt x="5846368" y="1820301"/>
                  </a:lnTo>
                  <a:lnTo>
                    <a:pt x="5869416" y="1781593"/>
                  </a:lnTo>
                  <a:lnTo>
                    <a:pt x="5891924" y="1742531"/>
                  </a:lnTo>
                  <a:lnTo>
                    <a:pt x="5913813" y="1703251"/>
                  </a:lnTo>
                  <a:lnTo>
                    <a:pt x="5913887" y="1703120"/>
                  </a:lnTo>
                  <a:lnTo>
                    <a:pt x="5935298" y="1663364"/>
                  </a:lnTo>
                  <a:lnTo>
                    <a:pt x="5956155" y="1623268"/>
                  </a:lnTo>
                  <a:lnTo>
                    <a:pt x="5976451" y="1582839"/>
                  </a:lnTo>
                  <a:lnTo>
                    <a:pt x="5996181" y="1542080"/>
                  </a:lnTo>
                  <a:lnTo>
                    <a:pt x="6015340" y="1500998"/>
                  </a:lnTo>
                  <a:lnTo>
                    <a:pt x="6033923" y="1459597"/>
                  </a:lnTo>
                  <a:lnTo>
                    <a:pt x="6051925" y="1417882"/>
                  </a:lnTo>
                  <a:lnTo>
                    <a:pt x="6069340" y="1375859"/>
                  </a:lnTo>
                  <a:lnTo>
                    <a:pt x="6086164" y="1333533"/>
                  </a:lnTo>
                  <a:lnTo>
                    <a:pt x="6102391" y="1290908"/>
                  </a:lnTo>
                  <a:lnTo>
                    <a:pt x="6118016" y="1247991"/>
                  </a:lnTo>
                  <a:lnTo>
                    <a:pt x="6133035" y="1204785"/>
                  </a:lnTo>
                  <a:lnTo>
                    <a:pt x="6147441" y="1161297"/>
                  </a:lnTo>
                  <a:lnTo>
                    <a:pt x="6161229" y="1117532"/>
                  </a:lnTo>
                  <a:lnTo>
                    <a:pt x="6174396" y="1073494"/>
                  </a:lnTo>
                  <a:lnTo>
                    <a:pt x="6186935" y="1029189"/>
                  </a:lnTo>
                  <a:lnTo>
                    <a:pt x="6198841" y="984622"/>
                  </a:lnTo>
                  <a:lnTo>
                    <a:pt x="6210109" y="939797"/>
                  </a:lnTo>
                  <a:lnTo>
                    <a:pt x="6220734" y="894721"/>
                  </a:lnTo>
                  <a:lnTo>
                    <a:pt x="6230711" y="849399"/>
                  </a:lnTo>
                  <a:lnTo>
                    <a:pt x="6240034" y="803835"/>
                  </a:lnTo>
                  <a:lnTo>
                    <a:pt x="6248699" y="758034"/>
                  </a:lnTo>
                  <a:lnTo>
                    <a:pt x="6256585" y="712671"/>
                  </a:lnTo>
                  <a:lnTo>
                    <a:pt x="6256715" y="712005"/>
                  </a:lnTo>
                  <a:lnTo>
                    <a:pt x="6264034" y="665745"/>
                  </a:lnTo>
                  <a:lnTo>
                    <a:pt x="6270692" y="619266"/>
                  </a:lnTo>
                  <a:lnTo>
                    <a:pt x="6276619" y="572985"/>
                  </a:lnTo>
                  <a:lnTo>
                    <a:pt x="6276677" y="572573"/>
                  </a:lnTo>
                  <a:lnTo>
                    <a:pt x="6281968" y="525667"/>
                  </a:lnTo>
                  <a:lnTo>
                    <a:pt x="6286574" y="478557"/>
                  </a:lnTo>
                  <a:lnTo>
                    <a:pt x="6290485" y="431246"/>
                  </a:lnTo>
                  <a:lnTo>
                    <a:pt x="6293697" y="383740"/>
                  </a:lnTo>
                  <a:lnTo>
                    <a:pt x="6296023" y="339496"/>
                  </a:lnTo>
                </a:path>
                <a:path w="6296025" h="3338195">
                  <a:moveTo>
                    <a:pt x="6293776" y="1487"/>
                  </a:moveTo>
                  <a:lnTo>
                    <a:pt x="6293647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409940" y="4920415"/>
            <a:ext cx="143700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65">
                <a:solidFill>
                  <a:srgbClr val="FFFFFF"/>
                </a:solidFill>
                <a:latin typeface="Lucida Sans Unicode"/>
                <a:cs typeface="Lucida Sans Unicode"/>
              </a:rPr>
              <a:t>Product</a:t>
            </a:r>
            <a:r>
              <a:rPr dirty="0" sz="24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75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404774" y="4920415"/>
            <a:ext cx="151320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65">
                <a:solidFill>
                  <a:srgbClr val="FFFFFF"/>
                </a:solidFill>
                <a:latin typeface="Lucida Sans Unicode"/>
                <a:cs typeface="Lucida Sans Unicode"/>
              </a:rPr>
              <a:t>Product</a:t>
            </a:r>
            <a:r>
              <a:rPr dirty="0" sz="24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50">
                <a:solidFill>
                  <a:srgbClr val="FFFFFF"/>
                </a:solidFill>
                <a:latin typeface="Lucida Sans Unicode"/>
                <a:cs typeface="Lucida Sans Unicode"/>
              </a:rPr>
              <a:t>3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379229" y="8707163"/>
            <a:ext cx="152971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65">
                <a:solidFill>
                  <a:srgbClr val="FFFFFF"/>
                </a:solidFill>
                <a:latin typeface="Lucida Sans Unicode"/>
                <a:cs typeface="Lucida Sans Unicode"/>
              </a:rPr>
              <a:t>Product</a:t>
            </a:r>
            <a:r>
              <a:rPr dirty="0" sz="24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5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21180" y="1740050"/>
            <a:ext cx="2943860" cy="151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8500"/>
              </a:lnSpc>
              <a:spcBef>
                <a:spcPts val="90"/>
              </a:spcBef>
            </a:pPr>
            <a:r>
              <a:rPr dirty="0" sz="1650" spc="170">
                <a:solidFill>
                  <a:srgbClr val="FFFFFF"/>
                </a:solidFill>
                <a:latin typeface="Lucida Sans Unicode"/>
                <a:cs typeface="Lucida Sans Unicode"/>
              </a:rPr>
              <a:t>We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build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0">
                <a:solidFill>
                  <a:srgbClr val="FFFFFF"/>
                </a:solidFill>
                <a:latin typeface="Lucida Sans Unicode"/>
                <a:cs typeface="Lucida Sans Unicode"/>
              </a:rPr>
              <a:t>software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0">
                <a:solidFill>
                  <a:srgbClr val="FFFFFF"/>
                </a:solidFill>
                <a:latin typeface="Lucida Sans Unicode"/>
                <a:cs typeface="Lucida Sans Unicode"/>
              </a:rPr>
              <a:t>that </a:t>
            </a:r>
            <a:r>
              <a:rPr dirty="0" sz="1650" spc="80">
                <a:solidFill>
                  <a:srgbClr val="FFFFFF"/>
                </a:solidFill>
                <a:latin typeface="Lucida Sans Unicode"/>
                <a:cs typeface="Lucida Sans Unicode"/>
              </a:rPr>
              <a:t>empowers</a:t>
            </a:r>
            <a:r>
              <a:rPr dirty="0" sz="1650" spc="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organizations</a:t>
            </a:r>
            <a:r>
              <a:rPr dirty="0" sz="165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Lucida Sans Unicode"/>
                <a:cs typeface="Lucida Sans Unicode"/>
              </a:rPr>
              <a:t>to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effectively</a:t>
            </a:r>
            <a:r>
              <a:rPr dirty="0" sz="1650" spc="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0">
                <a:solidFill>
                  <a:srgbClr val="FFFFFF"/>
                </a:solidFill>
                <a:latin typeface="Lucida Sans Unicode"/>
                <a:cs typeface="Lucida Sans Unicode"/>
              </a:rPr>
              <a:t>integrate</a:t>
            </a:r>
            <a:r>
              <a:rPr dirty="0" sz="1650" spc="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Lucida Sans Unicode"/>
                <a:cs typeface="Lucida Sans Unicode"/>
              </a:rPr>
              <a:t>their </a:t>
            </a:r>
            <a:r>
              <a:rPr dirty="0" sz="1650" spc="60">
                <a:solidFill>
                  <a:srgbClr val="FFFFFF"/>
                </a:solidFill>
                <a:latin typeface="Lucida Sans Unicode"/>
                <a:cs typeface="Lucida Sans Unicode"/>
              </a:rPr>
              <a:t>data,</a:t>
            </a:r>
            <a:r>
              <a:rPr dirty="0" sz="165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decisions,</a:t>
            </a:r>
            <a:r>
              <a:rPr dirty="0" sz="165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9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operations.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317560" y="7111530"/>
            <a:ext cx="2687320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400" spc="-925">
                <a:solidFill>
                  <a:srgbClr val="FFFFFF"/>
                </a:solidFill>
                <a:latin typeface="Trebuchet MS"/>
                <a:cs typeface="Trebuchet MS"/>
              </a:rPr>
              <a:t>PRODUCT</a:t>
            </a:r>
            <a:endParaRPr sz="6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6529" y="0"/>
            <a:ext cx="8115299" cy="405764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1263741"/>
            <a:ext cx="14735810" cy="9023350"/>
            <a:chOff x="0" y="1263741"/>
            <a:chExt cx="14735810" cy="902335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4554" y="6361958"/>
              <a:ext cx="8110828" cy="392504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263741"/>
              <a:ext cx="7038228" cy="774980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8449897" y="4290970"/>
            <a:ext cx="5852795" cy="4197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252470" algn="l"/>
                <a:tab pos="5168265" algn="l"/>
              </a:tabLst>
            </a:pPr>
            <a:r>
              <a:rPr dirty="0" sz="2550" spc="100">
                <a:solidFill>
                  <a:srgbClr val="FFFFFF"/>
                </a:solidFill>
                <a:latin typeface="Lucida Sans Unicode"/>
                <a:cs typeface="Lucida Sans Unicode"/>
              </a:rPr>
              <a:t>communication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105">
                <a:solidFill>
                  <a:srgbClr val="FFFFFF"/>
                </a:solidFill>
                <a:latin typeface="Lucida Sans Unicode"/>
                <a:cs typeface="Lucida Sans Unicode"/>
              </a:rPr>
              <a:t>method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65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449897" y="3770676"/>
            <a:ext cx="7789545" cy="939800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630"/>
              </a:spcBef>
              <a:tabLst>
                <a:tab pos="585470" algn="l"/>
                <a:tab pos="3044825" algn="l"/>
                <a:tab pos="3661410" algn="l"/>
                <a:tab pos="4248150" algn="l"/>
                <a:tab pos="5694045" algn="l"/>
                <a:tab pos="6391275" algn="l"/>
              </a:tabLst>
            </a:pPr>
            <a:r>
              <a:rPr dirty="0" sz="2550" spc="-5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55">
                <a:solidFill>
                  <a:srgbClr val="FFFFFF"/>
                </a:solidFill>
                <a:latin typeface="Lucida Sans Unicode"/>
                <a:cs typeface="Lucida Sans Unicode"/>
              </a:rPr>
              <a:t>presentation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-25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27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50">
                <a:solidFill>
                  <a:srgbClr val="FFFFFF"/>
                </a:solidFill>
                <a:latin typeface="Lucida Sans Unicode"/>
                <a:cs typeface="Lucida Sans Unicode"/>
              </a:rPr>
              <a:t>formal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-25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-10">
                <a:solidFill>
                  <a:srgbClr val="FFFFFF"/>
                </a:solidFill>
                <a:latin typeface="Lucida Sans Unicode"/>
                <a:cs typeface="Lucida Sans Unicode"/>
              </a:rPr>
              <a:t>informal</a:t>
            </a:r>
            <a:endParaRPr sz="2550">
              <a:latin typeface="Lucida Sans Unicode"/>
              <a:cs typeface="Lucida Sans Unicode"/>
            </a:endParaRPr>
          </a:p>
          <a:p>
            <a:pPr algn="r" marR="5080">
              <a:lnSpc>
                <a:spcPct val="100000"/>
              </a:lnSpc>
              <a:spcBef>
                <a:spcPts val="540"/>
              </a:spcBef>
            </a:pPr>
            <a:r>
              <a:rPr dirty="0" sz="2550" spc="-10">
                <a:solidFill>
                  <a:srgbClr val="FFFFFF"/>
                </a:solidFill>
                <a:latin typeface="Lucida Sans Unicode"/>
                <a:cs typeface="Lucida Sans Unicode"/>
              </a:rPr>
              <a:t>involves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449897" y="4685076"/>
            <a:ext cx="7789545" cy="2311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7600"/>
              </a:lnSpc>
              <a:spcBef>
                <a:spcPts val="95"/>
              </a:spcBef>
            </a:pPr>
            <a:r>
              <a:rPr dirty="0" sz="2550" spc="95">
                <a:solidFill>
                  <a:srgbClr val="FFFFFF"/>
                </a:solidFill>
                <a:latin typeface="Lucida Sans Unicode"/>
                <a:cs typeface="Lucida Sans Unicode"/>
              </a:rPr>
              <a:t>conveying</a:t>
            </a:r>
            <a:r>
              <a:rPr dirty="0" sz="2550" spc="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information,</a:t>
            </a:r>
            <a:r>
              <a:rPr dirty="0" sz="2550" spc="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ideas,</a:t>
            </a:r>
            <a:r>
              <a:rPr dirty="0" sz="2550" spc="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2550" spc="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32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550" spc="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65">
                <a:solidFill>
                  <a:srgbClr val="FFFFFF"/>
                </a:solidFill>
                <a:latin typeface="Lucida Sans Unicode"/>
                <a:cs typeface="Lucida Sans Unicode"/>
              </a:rPr>
              <a:t>message</a:t>
            </a:r>
            <a:r>
              <a:rPr dirty="0" sz="2550" spc="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5">
                <a:solidFill>
                  <a:srgbClr val="FFFFFF"/>
                </a:solidFill>
                <a:latin typeface="Lucida Sans Unicode"/>
                <a:cs typeface="Lucida Sans Unicode"/>
              </a:rPr>
              <a:t>to </a:t>
            </a:r>
            <a:r>
              <a:rPr dirty="0" sz="2550" spc="19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dirty="0" sz="2550" spc="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5">
                <a:solidFill>
                  <a:srgbClr val="FFFFFF"/>
                </a:solidFill>
                <a:latin typeface="Lucida Sans Unicode"/>
                <a:cs typeface="Lucida Sans Unicode"/>
              </a:rPr>
              <a:t>audience.</a:t>
            </a:r>
            <a:r>
              <a:rPr dirty="0" sz="2550" spc="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r>
              <a:rPr dirty="0" sz="255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often</a:t>
            </a:r>
            <a:r>
              <a:rPr dirty="0" sz="255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95">
                <a:solidFill>
                  <a:srgbClr val="FFFFFF"/>
                </a:solidFill>
                <a:latin typeface="Lucida Sans Unicode"/>
                <a:cs typeface="Lucida Sans Unicode"/>
              </a:rPr>
              <a:t>employs</a:t>
            </a:r>
            <a:r>
              <a:rPr dirty="0" sz="255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50">
                <a:solidFill>
                  <a:srgbClr val="FFFFFF"/>
                </a:solidFill>
                <a:latin typeface="Lucida Sans Unicode"/>
                <a:cs typeface="Lucida Sans Unicode"/>
              </a:rPr>
              <a:t>visual</a:t>
            </a:r>
            <a:r>
              <a:rPr dirty="0" sz="255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95">
                <a:solidFill>
                  <a:srgbClr val="FFFFFF"/>
                </a:solidFill>
                <a:latin typeface="Lucida Sans Unicode"/>
                <a:cs typeface="Lucida Sans Unicode"/>
              </a:rPr>
              <a:t>aids</a:t>
            </a:r>
            <a:r>
              <a:rPr dirty="0" sz="255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0">
                <a:solidFill>
                  <a:srgbClr val="FFFFFF"/>
                </a:solidFill>
                <a:latin typeface="Lucida Sans Unicode"/>
                <a:cs typeface="Lucida Sans Unicode"/>
              </a:rPr>
              <a:t>such </a:t>
            </a:r>
            <a:r>
              <a:rPr dirty="0" sz="2550" spc="175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2550" spc="63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slides,</a:t>
            </a:r>
            <a:r>
              <a:rPr dirty="0" sz="2550" spc="62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charts,</a:t>
            </a:r>
            <a:r>
              <a:rPr dirty="0" sz="2550" spc="63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45">
                <a:solidFill>
                  <a:srgbClr val="FFFFFF"/>
                </a:solidFill>
                <a:latin typeface="Lucida Sans Unicode"/>
                <a:cs typeface="Lucida Sans Unicode"/>
              </a:rPr>
              <a:t>graphs,</a:t>
            </a:r>
            <a:r>
              <a:rPr dirty="0" sz="2550" spc="63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2550" spc="62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80">
                <a:solidFill>
                  <a:srgbClr val="FFFFFF"/>
                </a:solidFill>
                <a:latin typeface="Lucida Sans Unicode"/>
                <a:cs typeface="Lucida Sans Unicode"/>
              </a:rPr>
              <a:t>multimedia </a:t>
            </a:r>
            <a:r>
              <a:rPr dirty="0" sz="2550" spc="90">
                <a:solidFill>
                  <a:srgbClr val="FFFFFF"/>
                </a:solidFill>
                <a:latin typeface="Lucida Sans Unicode"/>
                <a:cs typeface="Lucida Sans Unicode"/>
              </a:rPr>
              <a:t>elements</a:t>
            </a:r>
            <a:r>
              <a:rPr dirty="0" sz="2550" spc="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550" spc="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45">
                <a:solidFill>
                  <a:srgbClr val="FFFFFF"/>
                </a:solidFill>
                <a:latin typeface="Lucida Sans Unicode"/>
                <a:cs typeface="Lucida Sans Unicode"/>
              </a:rPr>
              <a:t>support</a:t>
            </a:r>
            <a:r>
              <a:rPr dirty="0" sz="2550" spc="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7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550" spc="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55">
                <a:solidFill>
                  <a:srgbClr val="FFFFFF"/>
                </a:solidFill>
                <a:latin typeface="Lucida Sans Unicode"/>
                <a:cs typeface="Lucida Sans Unicode"/>
              </a:rPr>
              <a:t>enhance</a:t>
            </a:r>
            <a:r>
              <a:rPr dirty="0" sz="2550" spc="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7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550" spc="2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40">
                <a:solidFill>
                  <a:srgbClr val="FFFFFF"/>
                </a:solidFill>
                <a:latin typeface="Lucida Sans Unicode"/>
                <a:cs typeface="Lucida Sans Unicode"/>
              </a:rPr>
              <a:t>spoken </a:t>
            </a:r>
            <a:r>
              <a:rPr dirty="0" sz="2550" spc="-10">
                <a:solidFill>
                  <a:srgbClr val="FFFFFF"/>
                </a:solidFill>
                <a:latin typeface="Lucida Sans Unicode"/>
                <a:cs typeface="Lucida Sans Unicode"/>
              </a:rPr>
              <a:t>content.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491582" y="1894879"/>
            <a:ext cx="5748020" cy="15093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440"/>
              <a:t>WHAT</a:t>
            </a:r>
            <a:r>
              <a:rPr dirty="0" spc="-590"/>
              <a:t> </a:t>
            </a:r>
            <a:r>
              <a:rPr dirty="0" spc="-1450"/>
              <a:t>WE</a:t>
            </a:r>
            <a:r>
              <a:rPr dirty="0" spc="-585"/>
              <a:t> </a:t>
            </a:r>
            <a:r>
              <a:rPr dirty="0" spc="-1630"/>
              <a:t>DO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3616590" y="7929975"/>
            <a:ext cx="262255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90" i="1">
                <a:solidFill>
                  <a:srgbClr val="FFFFFF"/>
                </a:solidFill>
                <a:latin typeface="Verdana"/>
                <a:cs typeface="Verdana"/>
              </a:rPr>
              <a:t>RIMBERIO</a:t>
            </a:r>
            <a:r>
              <a:rPr dirty="0" sz="2100" spc="-11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 i="1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9466" y="3965025"/>
            <a:ext cx="3023759" cy="26924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2821273"/>
            <a:ext cx="5414645" cy="7466330"/>
            <a:chOff x="0" y="2821273"/>
            <a:chExt cx="5414645" cy="746633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21273"/>
              <a:ext cx="3801084" cy="746572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720307" y="3965053"/>
              <a:ext cx="2694305" cy="2705735"/>
            </a:xfrm>
            <a:custGeom>
              <a:avLst/>
              <a:gdLst/>
              <a:ahLst/>
              <a:cxnLst/>
              <a:rect l="l" t="t" r="r" b="b"/>
              <a:pathLst>
                <a:path w="2694304" h="2705734">
                  <a:moveTo>
                    <a:pt x="1165016" y="65558"/>
                  </a:moveTo>
                  <a:lnTo>
                    <a:pt x="1113352" y="65558"/>
                  </a:lnTo>
                  <a:lnTo>
                    <a:pt x="1344095" y="0"/>
                  </a:lnTo>
                  <a:lnTo>
                    <a:pt x="1345733" y="0"/>
                  </a:lnTo>
                  <a:lnTo>
                    <a:pt x="1450429" y="14238"/>
                  </a:lnTo>
                  <a:lnTo>
                    <a:pt x="1345607" y="14238"/>
                  </a:lnTo>
                  <a:lnTo>
                    <a:pt x="1165016" y="65558"/>
                  </a:lnTo>
                  <a:close/>
                </a:path>
                <a:path w="2694304" h="2705734">
                  <a:moveTo>
                    <a:pt x="1827769" y="65558"/>
                  </a:moveTo>
                  <a:lnTo>
                    <a:pt x="1722978" y="65558"/>
                  </a:lnTo>
                  <a:lnTo>
                    <a:pt x="1345607" y="14238"/>
                  </a:lnTo>
                  <a:lnTo>
                    <a:pt x="1450429" y="14238"/>
                  </a:lnTo>
                  <a:lnTo>
                    <a:pt x="1827769" y="65558"/>
                  </a:lnTo>
                  <a:close/>
                </a:path>
                <a:path w="2694304" h="2705734">
                  <a:moveTo>
                    <a:pt x="1359946" y="2705395"/>
                  </a:moveTo>
                  <a:lnTo>
                    <a:pt x="1356223" y="2705395"/>
                  </a:lnTo>
                  <a:lnTo>
                    <a:pt x="865204" y="2629031"/>
                  </a:lnTo>
                  <a:lnTo>
                    <a:pt x="864230" y="2628664"/>
                  </a:lnTo>
                  <a:lnTo>
                    <a:pt x="550050" y="2416918"/>
                  </a:lnTo>
                  <a:lnTo>
                    <a:pt x="549570" y="2416494"/>
                  </a:lnTo>
                  <a:lnTo>
                    <a:pt x="549132" y="2416000"/>
                  </a:lnTo>
                  <a:lnTo>
                    <a:pt x="277999" y="2176284"/>
                  </a:lnTo>
                  <a:lnTo>
                    <a:pt x="277462" y="2175606"/>
                  </a:lnTo>
                  <a:lnTo>
                    <a:pt x="46408" y="1735501"/>
                  </a:lnTo>
                  <a:lnTo>
                    <a:pt x="46380" y="1735346"/>
                  </a:lnTo>
                  <a:lnTo>
                    <a:pt x="46267" y="1735176"/>
                  </a:lnTo>
                  <a:lnTo>
                    <a:pt x="46168" y="1734950"/>
                  </a:lnTo>
                  <a:lnTo>
                    <a:pt x="46111" y="1734456"/>
                  </a:lnTo>
                  <a:lnTo>
                    <a:pt x="45998" y="1734089"/>
                  </a:lnTo>
                  <a:lnTo>
                    <a:pt x="45801" y="1733778"/>
                  </a:lnTo>
                  <a:lnTo>
                    <a:pt x="165" y="1447969"/>
                  </a:lnTo>
                  <a:lnTo>
                    <a:pt x="70" y="1447376"/>
                  </a:lnTo>
                  <a:lnTo>
                    <a:pt x="0" y="1445879"/>
                  </a:lnTo>
                  <a:lnTo>
                    <a:pt x="31182" y="880548"/>
                  </a:lnTo>
                  <a:lnTo>
                    <a:pt x="31207" y="880096"/>
                  </a:lnTo>
                  <a:lnTo>
                    <a:pt x="31320" y="879898"/>
                  </a:lnTo>
                  <a:lnTo>
                    <a:pt x="31419" y="879263"/>
                  </a:lnTo>
                  <a:lnTo>
                    <a:pt x="31489" y="878881"/>
                  </a:lnTo>
                  <a:lnTo>
                    <a:pt x="31687" y="878302"/>
                  </a:lnTo>
                  <a:lnTo>
                    <a:pt x="31800" y="877893"/>
                  </a:lnTo>
                  <a:lnTo>
                    <a:pt x="31927" y="877582"/>
                  </a:lnTo>
                  <a:lnTo>
                    <a:pt x="32139" y="877328"/>
                  </a:lnTo>
                  <a:lnTo>
                    <a:pt x="32450" y="876833"/>
                  </a:lnTo>
                  <a:lnTo>
                    <a:pt x="32478" y="876607"/>
                  </a:lnTo>
                  <a:lnTo>
                    <a:pt x="520251" y="243388"/>
                  </a:lnTo>
                  <a:lnTo>
                    <a:pt x="528252" y="233147"/>
                  </a:lnTo>
                  <a:lnTo>
                    <a:pt x="528605" y="232765"/>
                  </a:lnTo>
                  <a:lnTo>
                    <a:pt x="528859" y="232582"/>
                  </a:lnTo>
                  <a:lnTo>
                    <a:pt x="529749" y="231833"/>
                  </a:lnTo>
                  <a:lnTo>
                    <a:pt x="530427" y="231437"/>
                  </a:lnTo>
                  <a:lnTo>
                    <a:pt x="531360" y="231098"/>
                  </a:lnTo>
                  <a:lnTo>
                    <a:pt x="531514" y="230886"/>
                  </a:lnTo>
                  <a:lnTo>
                    <a:pt x="531656" y="230886"/>
                  </a:lnTo>
                  <a:lnTo>
                    <a:pt x="1097304" y="70106"/>
                  </a:lnTo>
                  <a:lnTo>
                    <a:pt x="1103456" y="66405"/>
                  </a:lnTo>
                  <a:lnTo>
                    <a:pt x="1104446" y="65868"/>
                  </a:lnTo>
                  <a:lnTo>
                    <a:pt x="1105498" y="65558"/>
                  </a:lnTo>
                  <a:lnTo>
                    <a:pt x="1827923" y="65558"/>
                  </a:lnTo>
                  <a:lnTo>
                    <a:pt x="1829725" y="65868"/>
                  </a:lnTo>
                  <a:lnTo>
                    <a:pt x="1830855" y="66405"/>
                  </a:lnTo>
                  <a:lnTo>
                    <a:pt x="1831774" y="67154"/>
                  </a:lnTo>
                  <a:lnTo>
                    <a:pt x="1847524" y="79683"/>
                  </a:lnTo>
                  <a:lnTo>
                    <a:pt x="1137129" y="79683"/>
                  </a:lnTo>
                  <a:lnTo>
                    <a:pt x="1143867" y="83003"/>
                  </a:lnTo>
                  <a:lnTo>
                    <a:pt x="1111897" y="83003"/>
                  </a:lnTo>
                  <a:lnTo>
                    <a:pt x="1111071" y="87029"/>
                  </a:lnTo>
                  <a:lnTo>
                    <a:pt x="1096640" y="87029"/>
                  </a:lnTo>
                  <a:lnTo>
                    <a:pt x="1078765" y="97835"/>
                  </a:lnTo>
                  <a:lnTo>
                    <a:pt x="1051460" y="97835"/>
                  </a:lnTo>
                  <a:lnTo>
                    <a:pt x="539342" y="243388"/>
                  </a:lnTo>
                  <a:lnTo>
                    <a:pt x="531768" y="270665"/>
                  </a:lnTo>
                  <a:lnTo>
                    <a:pt x="517091" y="270665"/>
                  </a:lnTo>
                  <a:lnTo>
                    <a:pt x="105079" y="805512"/>
                  </a:lnTo>
                  <a:lnTo>
                    <a:pt x="125294" y="805512"/>
                  </a:lnTo>
                  <a:lnTo>
                    <a:pt x="48513" y="880548"/>
                  </a:lnTo>
                  <a:lnTo>
                    <a:pt x="66530" y="896948"/>
                  </a:lnTo>
                  <a:lnTo>
                    <a:pt x="45575" y="896948"/>
                  </a:lnTo>
                  <a:lnTo>
                    <a:pt x="48624" y="1076446"/>
                  </a:lnTo>
                  <a:lnTo>
                    <a:pt x="48628" y="1076643"/>
                  </a:lnTo>
                  <a:lnTo>
                    <a:pt x="34485" y="1076643"/>
                  </a:lnTo>
                  <a:lnTo>
                    <a:pt x="14114" y="1445879"/>
                  </a:lnTo>
                  <a:lnTo>
                    <a:pt x="43922" y="1632637"/>
                  </a:lnTo>
                  <a:lnTo>
                    <a:pt x="58075" y="1632637"/>
                  </a:lnTo>
                  <a:lnTo>
                    <a:pt x="59193" y="1698449"/>
                  </a:lnTo>
                  <a:lnTo>
                    <a:pt x="74505" y="1698449"/>
                  </a:lnTo>
                  <a:lnTo>
                    <a:pt x="62132" y="1728028"/>
                  </a:lnTo>
                  <a:lnTo>
                    <a:pt x="115607" y="1746251"/>
                  </a:lnTo>
                  <a:lnTo>
                    <a:pt x="71809" y="1746251"/>
                  </a:lnTo>
                  <a:lnTo>
                    <a:pt x="119394" y="1810651"/>
                  </a:lnTo>
                  <a:lnTo>
                    <a:pt x="101816" y="1810651"/>
                  </a:lnTo>
                  <a:lnTo>
                    <a:pt x="288962" y="2167116"/>
                  </a:lnTo>
                  <a:lnTo>
                    <a:pt x="508996" y="2361714"/>
                  </a:lnTo>
                  <a:lnTo>
                    <a:pt x="526570" y="2361714"/>
                  </a:lnTo>
                  <a:lnTo>
                    <a:pt x="543792" y="2385022"/>
                  </a:lnTo>
                  <a:lnTo>
                    <a:pt x="558039" y="2385022"/>
                  </a:lnTo>
                  <a:lnTo>
                    <a:pt x="560363" y="2402340"/>
                  </a:lnTo>
                  <a:lnTo>
                    <a:pt x="612459" y="2402340"/>
                  </a:lnTo>
                  <a:lnTo>
                    <a:pt x="577655" y="2412143"/>
                  </a:lnTo>
                  <a:lnTo>
                    <a:pt x="646757" y="2436835"/>
                  </a:lnTo>
                  <a:lnTo>
                    <a:pt x="604822" y="2436835"/>
                  </a:lnTo>
                  <a:lnTo>
                    <a:pt x="869937" y="2615457"/>
                  </a:lnTo>
                  <a:lnTo>
                    <a:pt x="1285608" y="2680096"/>
                  </a:lnTo>
                  <a:lnTo>
                    <a:pt x="1327531" y="2680096"/>
                  </a:lnTo>
                  <a:lnTo>
                    <a:pt x="1344293" y="2686086"/>
                  </a:lnTo>
                  <a:lnTo>
                    <a:pt x="1360002" y="2686086"/>
                  </a:lnTo>
                  <a:lnTo>
                    <a:pt x="1360851" y="2687838"/>
                  </a:lnTo>
                  <a:lnTo>
                    <a:pt x="1420021" y="2687838"/>
                  </a:lnTo>
                  <a:lnTo>
                    <a:pt x="1359946" y="2705395"/>
                  </a:lnTo>
                  <a:close/>
                </a:path>
                <a:path w="2694304" h="2705734">
                  <a:moveTo>
                    <a:pt x="1788542" y="393574"/>
                  </a:moveTo>
                  <a:lnTo>
                    <a:pt x="1774275" y="393574"/>
                  </a:lnTo>
                  <a:lnTo>
                    <a:pt x="1819158" y="79683"/>
                  </a:lnTo>
                  <a:lnTo>
                    <a:pt x="1847524" y="79683"/>
                  </a:lnTo>
                  <a:lnTo>
                    <a:pt x="1855249" y="85828"/>
                  </a:lnTo>
                  <a:lnTo>
                    <a:pt x="1832537" y="85828"/>
                  </a:lnTo>
                  <a:lnTo>
                    <a:pt x="1788542" y="393574"/>
                  </a:lnTo>
                  <a:close/>
                </a:path>
                <a:path w="2694304" h="2705734">
                  <a:moveTo>
                    <a:pt x="1053085" y="619503"/>
                  </a:moveTo>
                  <a:lnTo>
                    <a:pt x="1001774" y="619503"/>
                  </a:lnTo>
                  <a:lnTo>
                    <a:pt x="1760374" y="402459"/>
                  </a:lnTo>
                  <a:lnTo>
                    <a:pt x="1111897" y="83003"/>
                  </a:lnTo>
                  <a:lnTo>
                    <a:pt x="1143867" y="83003"/>
                  </a:lnTo>
                  <a:lnTo>
                    <a:pt x="1774275" y="393574"/>
                  </a:lnTo>
                  <a:lnTo>
                    <a:pt x="1788542" y="393574"/>
                  </a:lnTo>
                  <a:lnTo>
                    <a:pt x="1787809" y="398702"/>
                  </a:lnTo>
                  <a:lnTo>
                    <a:pt x="1860830" y="414537"/>
                  </a:lnTo>
                  <a:lnTo>
                    <a:pt x="1769514" y="414537"/>
                  </a:lnTo>
                  <a:lnTo>
                    <a:pt x="1053085" y="619503"/>
                  </a:lnTo>
                  <a:close/>
                </a:path>
                <a:path w="2694304" h="2705734">
                  <a:moveTo>
                    <a:pt x="2412726" y="529295"/>
                  </a:moveTo>
                  <a:lnTo>
                    <a:pt x="2390018" y="529295"/>
                  </a:lnTo>
                  <a:lnTo>
                    <a:pt x="1832537" y="85828"/>
                  </a:lnTo>
                  <a:lnTo>
                    <a:pt x="1855249" y="85828"/>
                  </a:lnTo>
                  <a:lnTo>
                    <a:pt x="2412726" y="529295"/>
                  </a:lnTo>
                  <a:close/>
                </a:path>
                <a:path w="2694304" h="2705734">
                  <a:moveTo>
                    <a:pt x="1050419" y="620265"/>
                  </a:moveTo>
                  <a:lnTo>
                    <a:pt x="987195" y="620265"/>
                  </a:lnTo>
                  <a:lnTo>
                    <a:pt x="1096640" y="87029"/>
                  </a:lnTo>
                  <a:lnTo>
                    <a:pt x="1111071" y="87029"/>
                  </a:lnTo>
                  <a:lnTo>
                    <a:pt x="1001774" y="619503"/>
                  </a:lnTo>
                  <a:lnTo>
                    <a:pt x="1053085" y="619503"/>
                  </a:lnTo>
                  <a:lnTo>
                    <a:pt x="1050419" y="620265"/>
                  </a:lnTo>
                  <a:close/>
                </a:path>
                <a:path w="2694304" h="2705734">
                  <a:moveTo>
                    <a:pt x="511905" y="440542"/>
                  </a:moveTo>
                  <a:lnTo>
                    <a:pt x="484598" y="440542"/>
                  </a:lnTo>
                  <a:lnTo>
                    <a:pt x="1051460" y="97835"/>
                  </a:lnTo>
                  <a:lnTo>
                    <a:pt x="1078765" y="97835"/>
                  </a:lnTo>
                  <a:lnTo>
                    <a:pt x="511905" y="440542"/>
                  </a:lnTo>
                  <a:close/>
                </a:path>
                <a:path w="2694304" h="2705734">
                  <a:moveTo>
                    <a:pt x="125294" y="805512"/>
                  </a:moveTo>
                  <a:lnTo>
                    <a:pt x="105079" y="805512"/>
                  </a:lnTo>
                  <a:lnTo>
                    <a:pt x="466727" y="452083"/>
                  </a:lnTo>
                  <a:lnTo>
                    <a:pt x="517091" y="270665"/>
                  </a:lnTo>
                  <a:lnTo>
                    <a:pt x="531768" y="270665"/>
                  </a:lnTo>
                  <a:lnTo>
                    <a:pt x="484598" y="440542"/>
                  </a:lnTo>
                  <a:lnTo>
                    <a:pt x="511905" y="440542"/>
                  </a:lnTo>
                  <a:lnTo>
                    <a:pt x="489754" y="453934"/>
                  </a:lnTo>
                  <a:lnTo>
                    <a:pt x="522579" y="464909"/>
                  </a:lnTo>
                  <a:lnTo>
                    <a:pt x="478043" y="464909"/>
                  </a:lnTo>
                  <a:lnTo>
                    <a:pt x="474728" y="478244"/>
                  </a:lnTo>
                  <a:lnTo>
                    <a:pt x="460172" y="478244"/>
                  </a:lnTo>
                  <a:lnTo>
                    <a:pt x="125294" y="805512"/>
                  </a:lnTo>
                  <a:close/>
                </a:path>
                <a:path w="2694304" h="2705734">
                  <a:moveTo>
                    <a:pt x="1608721" y="1014518"/>
                  </a:moveTo>
                  <a:lnTo>
                    <a:pt x="1593995" y="1014518"/>
                  </a:lnTo>
                  <a:lnTo>
                    <a:pt x="1769514" y="414537"/>
                  </a:lnTo>
                  <a:lnTo>
                    <a:pt x="1860830" y="414537"/>
                  </a:lnTo>
                  <a:lnTo>
                    <a:pt x="1862914" y="414989"/>
                  </a:lnTo>
                  <a:lnTo>
                    <a:pt x="1796215" y="414989"/>
                  </a:lnTo>
                  <a:lnTo>
                    <a:pt x="1799900" y="420173"/>
                  </a:lnTo>
                  <a:lnTo>
                    <a:pt x="1782596" y="420173"/>
                  </a:lnTo>
                  <a:lnTo>
                    <a:pt x="1608721" y="1014518"/>
                  </a:lnTo>
                  <a:close/>
                </a:path>
                <a:path w="2694304" h="2705734">
                  <a:moveTo>
                    <a:pt x="2280953" y="1076446"/>
                  </a:moveTo>
                  <a:lnTo>
                    <a:pt x="2266333" y="1076446"/>
                  </a:lnTo>
                  <a:lnTo>
                    <a:pt x="2409359" y="547955"/>
                  </a:lnTo>
                  <a:lnTo>
                    <a:pt x="1796215" y="414989"/>
                  </a:lnTo>
                  <a:lnTo>
                    <a:pt x="1862914" y="414989"/>
                  </a:lnTo>
                  <a:lnTo>
                    <a:pt x="2390018" y="529295"/>
                  </a:lnTo>
                  <a:lnTo>
                    <a:pt x="2412726" y="529295"/>
                  </a:lnTo>
                  <a:lnTo>
                    <a:pt x="2422511" y="537078"/>
                  </a:lnTo>
                  <a:lnTo>
                    <a:pt x="2423457" y="537813"/>
                  </a:lnTo>
                  <a:lnTo>
                    <a:pt x="2424065" y="538802"/>
                  </a:lnTo>
                  <a:lnTo>
                    <a:pt x="2424559" y="539946"/>
                  </a:lnTo>
                  <a:lnTo>
                    <a:pt x="2424701" y="540087"/>
                  </a:lnTo>
                  <a:lnTo>
                    <a:pt x="2434356" y="565443"/>
                  </a:lnTo>
                  <a:lnTo>
                    <a:pt x="2419248" y="565443"/>
                  </a:lnTo>
                  <a:lnTo>
                    <a:pt x="2280953" y="1076446"/>
                  </a:lnTo>
                  <a:close/>
                </a:path>
                <a:path w="2694304" h="2705734">
                  <a:moveTo>
                    <a:pt x="2278869" y="1084144"/>
                  </a:moveTo>
                  <a:lnTo>
                    <a:pt x="2254480" y="1084144"/>
                  </a:lnTo>
                  <a:lnTo>
                    <a:pt x="1782596" y="420173"/>
                  </a:lnTo>
                  <a:lnTo>
                    <a:pt x="1799900" y="420173"/>
                  </a:lnTo>
                  <a:lnTo>
                    <a:pt x="2266333" y="1076446"/>
                  </a:lnTo>
                  <a:lnTo>
                    <a:pt x="2280953" y="1076446"/>
                  </a:lnTo>
                  <a:lnTo>
                    <a:pt x="2278869" y="1084144"/>
                  </a:lnTo>
                  <a:close/>
                </a:path>
                <a:path w="2694304" h="2705734">
                  <a:moveTo>
                    <a:pt x="342329" y="1108059"/>
                  </a:moveTo>
                  <a:lnTo>
                    <a:pt x="318191" y="1108059"/>
                  </a:lnTo>
                  <a:lnTo>
                    <a:pt x="977221" y="631820"/>
                  </a:lnTo>
                  <a:lnTo>
                    <a:pt x="478043" y="464909"/>
                  </a:lnTo>
                  <a:lnTo>
                    <a:pt x="522579" y="464909"/>
                  </a:lnTo>
                  <a:lnTo>
                    <a:pt x="987195" y="620265"/>
                  </a:lnTo>
                  <a:lnTo>
                    <a:pt x="1050419" y="620265"/>
                  </a:lnTo>
                  <a:lnTo>
                    <a:pt x="1009290" y="632032"/>
                  </a:lnTo>
                  <a:lnTo>
                    <a:pt x="1025378" y="642556"/>
                  </a:lnTo>
                  <a:lnTo>
                    <a:pt x="999570" y="642556"/>
                  </a:lnTo>
                  <a:lnTo>
                    <a:pt x="999570" y="643319"/>
                  </a:lnTo>
                  <a:lnTo>
                    <a:pt x="985443" y="643319"/>
                  </a:lnTo>
                  <a:lnTo>
                    <a:pt x="342329" y="1108059"/>
                  </a:lnTo>
                  <a:close/>
                </a:path>
                <a:path w="2694304" h="2705734">
                  <a:moveTo>
                    <a:pt x="337012" y="1111901"/>
                  </a:moveTo>
                  <a:lnTo>
                    <a:pt x="302679" y="1111901"/>
                  </a:lnTo>
                  <a:lnTo>
                    <a:pt x="460172" y="478244"/>
                  </a:lnTo>
                  <a:lnTo>
                    <a:pt x="474728" y="478244"/>
                  </a:lnTo>
                  <a:lnTo>
                    <a:pt x="318191" y="1108059"/>
                  </a:lnTo>
                  <a:lnTo>
                    <a:pt x="342329" y="1108059"/>
                  </a:lnTo>
                  <a:lnTo>
                    <a:pt x="337012" y="1111901"/>
                  </a:lnTo>
                  <a:close/>
                </a:path>
                <a:path w="2694304" h="2705734">
                  <a:moveTo>
                    <a:pt x="2689689" y="1235983"/>
                  </a:moveTo>
                  <a:lnTo>
                    <a:pt x="2674573" y="1235983"/>
                  </a:lnTo>
                  <a:lnTo>
                    <a:pt x="2419248" y="565443"/>
                  </a:lnTo>
                  <a:lnTo>
                    <a:pt x="2434356" y="565443"/>
                  </a:lnTo>
                  <a:lnTo>
                    <a:pt x="2689689" y="1235983"/>
                  </a:lnTo>
                  <a:close/>
                </a:path>
                <a:path w="2694304" h="2705734">
                  <a:moveTo>
                    <a:pt x="1023713" y="1447969"/>
                  </a:moveTo>
                  <a:lnTo>
                    <a:pt x="999570" y="1447969"/>
                  </a:lnTo>
                  <a:lnTo>
                    <a:pt x="1585632" y="1025917"/>
                  </a:lnTo>
                  <a:lnTo>
                    <a:pt x="999570" y="642556"/>
                  </a:lnTo>
                  <a:lnTo>
                    <a:pt x="1025378" y="642556"/>
                  </a:lnTo>
                  <a:lnTo>
                    <a:pt x="1593995" y="1014518"/>
                  </a:lnTo>
                  <a:lnTo>
                    <a:pt x="1608721" y="1014518"/>
                  </a:lnTo>
                  <a:lnTo>
                    <a:pt x="1607275" y="1019462"/>
                  </a:lnTo>
                  <a:lnTo>
                    <a:pt x="1749607" y="1033687"/>
                  </a:lnTo>
                  <a:lnTo>
                    <a:pt x="1607642" y="1033687"/>
                  </a:lnTo>
                  <a:lnTo>
                    <a:pt x="1608635" y="1037303"/>
                  </a:lnTo>
                  <a:lnTo>
                    <a:pt x="1593967" y="1037303"/>
                  </a:lnTo>
                  <a:lnTo>
                    <a:pt x="1023713" y="1447969"/>
                  </a:lnTo>
                  <a:close/>
                </a:path>
                <a:path w="2694304" h="2705734">
                  <a:moveTo>
                    <a:pt x="1020320" y="1450413"/>
                  </a:moveTo>
                  <a:lnTo>
                    <a:pt x="985443" y="1450413"/>
                  </a:lnTo>
                  <a:lnTo>
                    <a:pt x="985443" y="643319"/>
                  </a:lnTo>
                  <a:lnTo>
                    <a:pt x="999570" y="643319"/>
                  </a:lnTo>
                  <a:lnTo>
                    <a:pt x="999570" y="1447969"/>
                  </a:lnTo>
                  <a:lnTo>
                    <a:pt x="1023713" y="1447969"/>
                  </a:lnTo>
                  <a:lnTo>
                    <a:pt x="1020320" y="1450413"/>
                  </a:lnTo>
                  <a:close/>
                </a:path>
                <a:path w="2694304" h="2705734">
                  <a:moveTo>
                    <a:pt x="74505" y="1698449"/>
                  </a:moveTo>
                  <a:lnTo>
                    <a:pt x="59193" y="1698449"/>
                  </a:lnTo>
                  <a:lnTo>
                    <a:pt x="298243" y="1126974"/>
                  </a:lnTo>
                  <a:lnTo>
                    <a:pt x="45575" y="896948"/>
                  </a:lnTo>
                  <a:lnTo>
                    <a:pt x="66530" y="896948"/>
                  </a:lnTo>
                  <a:lnTo>
                    <a:pt x="302679" y="1111901"/>
                  </a:lnTo>
                  <a:lnTo>
                    <a:pt x="337012" y="1111901"/>
                  </a:lnTo>
                  <a:lnTo>
                    <a:pt x="320339" y="1123951"/>
                  </a:lnTo>
                  <a:lnTo>
                    <a:pt x="348973" y="1138006"/>
                  </a:lnTo>
                  <a:lnTo>
                    <a:pt x="316948" y="1138006"/>
                  </a:lnTo>
                  <a:lnTo>
                    <a:pt x="319277" y="1147965"/>
                  </a:lnTo>
                  <a:lnTo>
                    <a:pt x="304770" y="1147965"/>
                  </a:lnTo>
                  <a:lnTo>
                    <a:pt x="74505" y="1698449"/>
                  </a:lnTo>
                  <a:close/>
                </a:path>
                <a:path w="2694304" h="2705734">
                  <a:moveTo>
                    <a:pt x="1815841" y="1728255"/>
                  </a:moveTo>
                  <a:lnTo>
                    <a:pt x="1798376" y="1728255"/>
                  </a:lnTo>
                  <a:lnTo>
                    <a:pt x="2256288" y="1098510"/>
                  </a:lnTo>
                  <a:lnTo>
                    <a:pt x="1607642" y="1033687"/>
                  </a:lnTo>
                  <a:lnTo>
                    <a:pt x="1749607" y="1033687"/>
                  </a:lnTo>
                  <a:lnTo>
                    <a:pt x="2254480" y="1084144"/>
                  </a:lnTo>
                  <a:lnTo>
                    <a:pt x="2278869" y="1084144"/>
                  </a:lnTo>
                  <a:lnTo>
                    <a:pt x="2277734" y="1088339"/>
                  </a:lnTo>
                  <a:lnTo>
                    <a:pt x="2319043" y="1103708"/>
                  </a:lnTo>
                  <a:lnTo>
                    <a:pt x="2278496" y="1103708"/>
                  </a:lnTo>
                  <a:lnTo>
                    <a:pt x="2279706" y="1110093"/>
                  </a:lnTo>
                  <a:lnTo>
                    <a:pt x="2265330" y="1110093"/>
                  </a:lnTo>
                  <a:lnTo>
                    <a:pt x="1815841" y="1728255"/>
                  </a:lnTo>
                  <a:close/>
                </a:path>
                <a:path w="2694304" h="2705734">
                  <a:moveTo>
                    <a:pt x="1812287" y="1733142"/>
                  </a:moveTo>
                  <a:lnTo>
                    <a:pt x="1785054" y="1733142"/>
                  </a:lnTo>
                  <a:lnTo>
                    <a:pt x="1593967" y="1037303"/>
                  </a:lnTo>
                  <a:lnTo>
                    <a:pt x="1608635" y="1037303"/>
                  </a:lnTo>
                  <a:lnTo>
                    <a:pt x="1798314" y="1728028"/>
                  </a:lnTo>
                  <a:lnTo>
                    <a:pt x="1798376" y="1728255"/>
                  </a:lnTo>
                  <a:lnTo>
                    <a:pt x="1815841" y="1728255"/>
                  </a:lnTo>
                  <a:lnTo>
                    <a:pt x="1812287" y="1733142"/>
                  </a:lnTo>
                  <a:close/>
                </a:path>
                <a:path w="2694304" h="2705734">
                  <a:moveTo>
                    <a:pt x="58075" y="1632637"/>
                  </a:moveTo>
                  <a:lnTo>
                    <a:pt x="43922" y="1632637"/>
                  </a:lnTo>
                  <a:lnTo>
                    <a:pt x="34485" y="1076643"/>
                  </a:lnTo>
                  <a:lnTo>
                    <a:pt x="48628" y="1076643"/>
                  </a:lnTo>
                  <a:lnTo>
                    <a:pt x="58075" y="1632637"/>
                  </a:lnTo>
                  <a:close/>
                </a:path>
                <a:path w="2694304" h="2705734">
                  <a:moveTo>
                    <a:pt x="2436085" y="1854723"/>
                  </a:moveTo>
                  <a:lnTo>
                    <a:pt x="2420717" y="1854723"/>
                  </a:lnTo>
                  <a:lnTo>
                    <a:pt x="2677313" y="1252086"/>
                  </a:lnTo>
                  <a:lnTo>
                    <a:pt x="2278496" y="1103708"/>
                  </a:lnTo>
                  <a:lnTo>
                    <a:pt x="2319043" y="1103708"/>
                  </a:lnTo>
                  <a:lnTo>
                    <a:pt x="2674573" y="1235983"/>
                  </a:lnTo>
                  <a:lnTo>
                    <a:pt x="2689689" y="1235983"/>
                  </a:lnTo>
                  <a:lnTo>
                    <a:pt x="2693319" y="1245518"/>
                  </a:lnTo>
                  <a:lnTo>
                    <a:pt x="2693334" y="1245687"/>
                  </a:lnTo>
                  <a:lnTo>
                    <a:pt x="2693644" y="1246577"/>
                  </a:lnTo>
                  <a:lnTo>
                    <a:pt x="2693842" y="1247524"/>
                  </a:lnTo>
                  <a:lnTo>
                    <a:pt x="2691006" y="1289266"/>
                  </a:lnTo>
                  <a:lnTo>
                    <a:pt x="2676847" y="1289266"/>
                  </a:lnTo>
                  <a:lnTo>
                    <a:pt x="2436085" y="1854723"/>
                  </a:lnTo>
                  <a:close/>
                </a:path>
                <a:path w="2694304" h="2705734">
                  <a:moveTo>
                    <a:pt x="2483201" y="1869725"/>
                  </a:moveTo>
                  <a:lnTo>
                    <a:pt x="2409189" y="1869725"/>
                  </a:lnTo>
                  <a:lnTo>
                    <a:pt x="2265330" y="1110093"/>
                  </a:lnTo>
                  <a:lnTo>
                    <a:pt x="2279706" y="1110093"/>
                  </a:lnTo>
                  <a:lnTo>
                    <a:pt x="2420717" y="1854723"/>
                  </a:lnTo>
                  <a:lnTo>
                    <a:pt x="2436085" y="1854723"/>
                  </a:lnTo>
                  <a:lnTo>
                    <a:pt x="2430196" y="1868553"/>
                  </a:lnTo>
                  <a:lnTo>
                    <a:pt x="2487838" y="1868553"/>
                  </a:lnTo>
                  <a:lnTo>
                    <a:pt x="2483201" y="1869725"/>
                  </a:lnTo>
                  <a:close/>
                </a:path>
                <a:path w="2694304" h="2705734">
                  <a:moveTo>
                    <a:pt x="509577" y="1866236"/>
                  </a:moveTo>
                  <a:lnTo>
                    <a:pt x="487268" y="1866236"/>
                  </a:lnTo>
                  <a:lnTo>
                    <a:pt x="979523" y="1463240"/>
                  </a:lnTo>
                  <a:lnTo>
                    <a:pt x="316948" y="1138006"/>
                  </a:lnTo>
                  <a:lnTo>
                    <a:pt x="348973" y="1138006"/>
                  </a:lnTo>
                  <a:lnTo>
                    <a:pt x="985443" y="1450413"/>
                  </a:lnTo>
                  <a:lnTo>
                    <a:pt x="1020320" y="1450413"/>
                  </a:lnTo>
                  <a:lnTo>
                    <a:pt x="1007609" y="1459567"/>
                  </a:lnTo>
                  <a:lnTo>
                    <a:pt x="1044299" y="1472478"/>
                  </a:lnTo>
                  <a:lnTo>
                    <a:pt x="1001703" y="1472478"/>
                  </a:lnTo>
                  <a:lnTo>
                    <a:pt x="1002134" y="1474780"/>
                  </a:lnTo>
                  <a:lnTo>
                    <a:pt x="987760" y="1474780"/>
                  </a:lnTo>
                  <a:lnTo>
                    <a:pt x="509577" y="1866236"/>
                  </a:lnTo>
                  <a:close/>
                </a:path>
                <a:path w="2694304" h="2705734">
                  <a:moveTo>
                    <a:pt x="507299" y="1868100"/>
                  </a:moveTo>
                  <a:lnTo>
                    <a:pt x="473183" y="1868100"/>
                  </a:lnTo>
                  <a:lnTo>
                    <a:pt x="304770" y="1147965"/>
                  </a:lnTo>
                  <a:lnTo>
                    <a:pt x="319277" y="1147965"/>
                  </a:lnTo>
                  <a:lnTo>
                    <a:pt x="487268" y="1866236"/>
                  </a:lnTo>
                  <a:lnTo>
                    <a:pt x="509577" y="1866236"/>
                  </a:lnTo>
                  <a:lnTo>
                    <a:pt x="507299" y="1868100"/>
                  </a:lnTo>
                  <a:close/>
                </a:path>
                <a:path w="2694304" h="2705734">
                  <a:moveTo>
                    <a:pt x="2487838" y="1868553"/>
                  </a:moveTo>
                  <a:lnTo>
                    <a:pt x="2430196" y="1868553"/>
                  </a:lnTo>
                  <a:lnTo>
                    <a:pt x="2641189" y="1815213"/>
                  </a:lnTo>
                  <a:lnTo>
                    <a:pt x="2676847" y="1289266"/>
                  </a:lnTo>
                  <a:lnTo>
                    <a:pt x="2691006" y="1289266"/>
                  </a:lnTo>
                  <a:lnTo>
                    <a:pt x="2654907" y="1821287"/>
                  </a:lnTo>
                  <a:lnTo>
                    <a:pt x="2654766" y="1821527"/>
                  </a:lnTo>
                  <a:lnTo>
                    <a:pt x="2654596" y="1822869"/>
                  </a:lnTo>
                  <a:lnTo>
                    <a:pt x="2654257" y="1824041"/>
                  </a:lnTo>
                  <a:lnTo>
                    <a:pt x="2647776" y="1832588"/>
                  </a:lnTo>
                  <a:lnTo>
                    <a:pt x="2630099" y="1832588"/>
                  </a:lnTo>
                  <a:lnTo>
                    <a:pt x="2487838" y="1868553"/>
                  </a:lnTo>
                  <a:close/>
                </a:path>
                <a:path w="2694304" h="2705734">
                  <a:moveTo>
                    <a:pt x="1167262" y="2234045"/>
                  </a:moveTo>
                  <a:lnTo>
                    <a:pt x="1144051" y="2234045"/>
                  </a:lnTo>
                  <a:lnTo>
                    <a:pt x="1780788" y="1746632"/>
                  </a:lnTo>
                  <a:lnTo>
                    <a:pt x="1001703" y="1472478"/>
                  </a:lnTo>
                  <a:lnTo>
                    <a:pt x="1044299" y="1472478"/>
                  </a:lnTo>
                  <a:lnTo>
                    <a:pt x="1785054" y="1733142"/>
                  </a:lnTo>
                  <a:lnTo>
                    <a:pt x="1812287" y="1733142"/>
                  </a:lnTo>
                  <a:lnTo>
                    <a:pt x="1807531" y="1739682"/>
                  </a:lnTo>
                  <a:lnTo>
                    <a:pt x="1870010" y="1753187"/>
                  </a:lnTo>
                  <a:lnTo>
                    <a:pt x="1803165" y="1753187"/>
                  </a:lnTo>
                  <a:lnTo>
                    <a:pt x="1803496" y="1757876"/>
                  </a:lnTo>
                  <a:lnTo>
                    <a:pt x="1789321" y="1757876"/>
                  </a:lnTo>
                  <a:lnTo>
                    <a:pt x="1167262" y="2234045"/>
                  </a:lnTo>
                  <a:close/>
                </a:path>
                <a:path w="2694304" h="2705734">
                  <a:moveTo>
                    <a:pt x="1143872" y="2233084"/>
                  </a:moveTo>
                  <a:lnTo>
                    <a:pt x="1129486" y="2233084"/>
                  </a:lnTo>
                  <a:lnTo>
                    <a:pt x="987760" y="1474780"/>
                  </a:lnTo>
                  <a:lnTo>
                    <a:pt x="1002134" y="1474780"/>
                  </a:lnTo>
                  <a:lnTo>
                    <a:pt x="1143872" y="2233084"/>
                  </a:lnTo>
                  <a:close/>
                </a:path>
                <a:path w="2694304" h="2705734">
                  <a:moveTo>
                    <a:pt x="558039" y="2385022"/>
                  </a:moveTo>
                  <a:lnTo>
                    <a:pt x="543792" y="2385022"/>
                  </a:lnTo>
                  <a:lnTo>
                    <a:pt x="476644" y="1884896"/>
                  </a:lnTo>
                  <a:lnTo>
                    <a:pt x="476545" y="1884162"/>
                  </a:lnTo>
                  <a:lnTo>
                    <a:pt x="71809" y="1746251"/>
                  </a:lnTo>
                  <a:lnTo>
                    <a:pt x="115607" y="1746251"/>
                  </a:lnTo>
                  <a:lnTo>
                    <a:pt x="473183" y="1868100"/>
                  </a:lnTo>
                  <a:lnTo>
                    <a:pt x="507299" y="1868100"/>
                  </a:lnTo>
                  <a:lnTo>
                    <a:pt x="495462" y="1877791"/>
                  </a:lnTo>
                  <a:lnTo>
                    <a:pt x="520770" y="1891973"/>
                  </a:lnTo>
                  <a:lnTo>
                    <a:pt x="491859" y="1891973"/>
                  </a:lnTo>
                  <a:lnTo>
                    <a:pt x="558039" y="2385022"/>
                  </a:lnTo>
                  <a:close/>
                </a:path>
                <a:path w="2694304" h="2705734">
                  <a:moveTo>
                    <a:pt x="1866586" y="2334960"/>
                  </a:moveTo>
                  <a:lnTo>
                    <a:pt x="1844149" y="2334960"/>
                  </a:lnTo>
                  <a:lnTo>
                    <a:pt x="2402238" y="1882678"/>
                  </a:lnTo>
                  <a:lnTo>
                    <a:pt x="1803165" y="1753187"/>
                  </a:lnTo>
                  <a:lnTo>
                    <a:pt x="1870010" y="1753187"/>
                  </a:lnTo>
                  <a:lnTo>
                    <a:pt x="2409189" y="1869725"/>
                  </a:lnTo>
                  <a:lnTo>
                    <a:pt x="2483201" y="1869725"/>
                  </a:lnTo>
                  <a:lnTo>
                    <a:pt x="2423189" y="1884896"/>
                  </a:lnTo>
                  <a:lnTo>
                    <a:pt x="2415311" y="1902765"/>
                  </a:lnTo>
                  <a:lnTo>
                    <a:pt x="2399865" y="1902765"/>
                  </a:lnTo>
                  <a:lnTo>
                    <a:pt x="1866586" y="2334960"/>
                  </a:lnTo>
                  <a:close/>
                </a:path>
                <a:path w="2694304" h="2705734">
                  <a:moveTo>
                    <a:pt x="1859474" y="2340723"/>
                  </a:moveTo>
                  <a:lnTo>
                    <a:pt x="1830389" y="2340723"/>
                  </a:lnTo>
                  <a:lnTo>
                    <a:pt x="1789321" y="1757876"/>
                  </a:lnTo>
                  <a:lnTo>
                    <a:pt x="1803496" y="1757876"/>
                  </a:lnTo>
                  <a:lnTo>
                    <a:pt x="1844149" y="2334960"/>
                  </a:lnTo>
                  <a:lnTo>
                    <a:pt x="1866586" y="2334960"/>
                  </a:lnTo>
                  <a:lnTo>
                    <a:pt x="1859474" y="2340723"/>
                  </a:lnTo>
                  <a:close/>
                </a:path>
                <a:path w="2694304" h="2705734">
                  <a:moveTo>
                    <a:pt x="526570" y="2361714"/>
                  </a:moveTo>
                  <a:lnTo>
                    <a:pt x="508996" y="2361714"/>
                  </a:lnTo>
                  <a:lnTo>
                    <a:pt x="101816" y="1810651"/>
                  </a:lnTo>
                  <a:lnTo>
                    <a:pt x="119394" y="1810651"/>
                  </a:lnTo>
                  <a:lnTo>
                    <a:pt x="526570" y="2361714"/>
                  </a:lnTo>
                  <a:close/>
                </a:path>
                <a:path w="2694304" h="2705734">
                  <a:moveTo>
                    <a:pt x="2208498" y="2411945"/>
                  </a:moveTo>
                  <a:lnTo>
                    <a:pt x="2190807" y="2411945"/>
                  </a:lnTo>
                  <a:lnTo>
                    <a:pt x="2630099" y="1832588"/>
                  </a:lnTo>
                  <a:lnTo>
                    <a:pt x="2647776" y="1832588"/>
                  </a:lnTo>
                  <a:lnTo>
                    <a:pt x="2208498" y="2411945"/>
                  </a:lnTo>
                  <a:close/>
                </a:path>
                <a:path w="2694304" h="2705734">
                  <a:moveTo>
                    <a:pt x="612459" y="2402340"/>
                  </a:moveTo>
                  <a:lnTo>
                    <a:pt x="560363" y="2402340"/>
                  </a:lnTo>
                  <a:lnTo>
                    <a:pt x="1120868" y="2244455"/>
                  </a:lnTo>
                  <a:lnTo>
                    <a:pt x="491859" y="1891973"/>
                  </a:lnTo>
                  <a:lnTo>
                    <a:pt x="520770" y="1891973"/>
                  </a:lnTo>
                  <a:lnTo>
                    <a:pt x="1129486" y="2233084"/>
                  </a:lnTo>
                  <a:lnTo>
                    <a:pt x="1143872" y="2233084"/>
                  </a:lnTo>
                  <a:lnTo>
                    <a:pt x="1144051" y="2234045"/>
                  </a:lnTo>
                  <a:lnTo>
                    <a:pt x="1167262" y="2234045"/>
                  </a:lnTo>
                  <a:lnTo>
                    <a:pt x="1156780" y="2242068"/>
                  </a:lnTo>
                  <a:lnTo>
                    <a:pt x="1245321" y="2255036"/>
                  </a:lnTo>
                  <a:lnTo>
                    <a:pt x="1135419" y="2255036"/>
                  </a:lnTo>
                  <a:lnTo>
                    <a:pt x="612459" y="2402340"/>
                  </a:lnTo>
                  <a:close/>
                </a:path>
                <a:path w="2694304" h="2705734">
                  <a:moveTo>
                    <a:pt x="2175616" y="2455312"/>
                  </a:moveTo>
                  <a:lnTo>
                    <a:pt x="2156252" y="2455312"/>
                  </a:lnTo>
                  <a:lnTo>
                    <a:pt x="2399865" y="1902765"/>
                  </a:lnTo>
                  <a:lnTo>
                    <a:pt x="2415311" y="1902765"/>
                  </a:lnTo>
                  <a:lnTo>
                    <a:pt x="2190807" y="2411945"/>
                  </a:lnTo>
                  <a:lnTo>
                    <a:pt x="2208498" y="2411945"/>
                  </a:lnTo>
                  <a:lnTo>
                    <a:pt x="2175616" y="2455312"/>
                  </a:lnTo>
                  <a:close/>
                </a:path>
                <a:path w="2694304" h="2705734">
                  <a:moveTo>
                    <a:pt x="1360002" y="2686086"/>
                  </a:moveTo>
                  <a:lnTo>
                    <a:pt x="1344293" y="2686086"/>
                  </a:lnTo>
                  <a:lnTo>
                    <a:pt x="1135419" y="2255036"/>
                  </a:lnTo>
                  <a:lnTo>
                    <a:pt x="1245321" y="2255036"/>
                  </a:lnTo>
                  <a:lnTo>
                    <a:pt x="1248889" y="2255558"/>
                  </a:lnTo>
                  <a:lnTo>
                    <a:pt x="1151369" y="2255558"/>
                  </a:lnTo>
                  <a:lnTo>
                    <a:pt x="1360002" y="2686086"/>
                  </a:lnTo>
                  <a:close/>
                </a:path>
                <a:path w="2694304" h="2705734">
                  <a:moveTo>
                    <a:pt x="1420021" y="2687838"/>
                  </a:moveTo>
                  <a:lnTo>
                    <a:pt x="1360851" y="2687838"/>
                  </a:lnTo>
                  <a:lnTo>
                    <a:pt x="1819892" y="2353479"/>
                  </a:lnTo>
                  <a:lnTo>
                    <a:pt x="1151369" y="2255558"/>
                  </a:lnTo>
                  <a:lnTo>
                    <a:pt x="1248889" y="2255558"/>
                  </a:lnTo>
                  <a:lnTo>
                    <a:pt x="1830389" y="2340723"/>
                  </a:lnTo>
                  <a:lnTo>
                    <a:pt x="1859474" y="2340723"/>
                  </a:lnTo>
                  <a:lnTo>
                    <a:pt x="1852258" y="2346571"/>
                  </a:lnTo>
                  <a:lnTo>
                    <a:pt x="1881126" y="2356897"/>
                  </a:lnTo>
                  <a:lnTo>
                    <a:pt x="1839190" y="2356897"/>
                  </a:lnTo>
                  <a:lnTo>
                    <a:pt x="1395081" y="2680407"/>
                  </a:lnTo>
                  <a:lnTo>
                    <a:pt x="1445443" y="2680407"/>
                  </a:lnTo>
                  <a:lnTo>
                    <a:pt x="1420021" y="2687838"/>
                  </a:lnTo>
                  <a:close/>
                </a:path>
                <a:path w="2694304" h="2705734">
                  <a:moveTo>
                    <a:pt x="1445443" y="2680407"/>
                  </a:moveTo>
                  <a:lnTo>
                    <a:pt x="1395081" y="2680407"/>
                  </a:lnTo>
                  <a:lnTo>
                    <a:pt x="2137194" y="2463519"/>
                  </a:lnTo>
                  <a:lnTo>
                    <a:pt x="1839190" y="2356897"/>
                  </a:lnTo>
                  <a:lnTo>
                    <a:pt x="1881126" y="2356897"/>
                  </a:lnTo>
                  <a:lnTo>
                    <a:pt x="2156252" y="2455312"/>
                  </a:lnTo>
                  <a:lnTo>
                    <a:pt x="2175616" y="2455312"/>
                  </a:lnTo>
                  <a:lnTo>
                    <a:pt x="2165421" y="2468759"/>
                  </a:lnTo>
                  <a:lnTo>
                    <a:pt x="2165084" y="2468759"/>
                  </a:lnTo>
                  <a:lnTo>
                    <a:pt x="2164135" y="2469677"/>
                  </a:lnTo>
                  <a:lnTo>
                    <a:pt x="2163527" y="2470129"/>
                  </a:lnTo>
                  <a:lnTo>
                    <a:pt x="2162482" y="2470596"/>
                  </a:lnTo>
                  <a:lnTo>
                    <a:pt x="2162312" y="2470892"/>
                  </a:lnTo>
                  <a:lnTo>
                    <a:pt x="1445443" y="2680407"/>
                  </a:lnTo>
                  <a:close/>
                </a:path>
                <a:path w="2694304" h="2705734">
                  <a:moveTo>
                    <a:pt x="1327531" y="2680096"/>
                  </a:moveTo>
                  <a:lnTo>
                    <a:pt x="1285608" y="2680096"/>
                  </a:lnTo>
                  <a:lnTo>
                    <a:pt x="604822" y="2436835"/>
                  </a:lnTo>
                  <a:lnTo>
                    <a:pt x="646757" y="2436835"/>
                  </a:lnTo>
                  <a:lnTo>
                    <a:pt x="1327531" y="26800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558365" y="7195832"/>
            <a:ext cx="301752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400" spc="120">
                <a:solidFill>
                  <a:srgbClr val="FFFFFF"/>
                </a:solidFill>
                <a:latin typeface="Lucida Sans Unicode"/>
                <a:cs typeface="Lucida Sans Unicode"/>
              </a:rPr>
              <a:t>We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build</a:t>
            </a:r>
            <a:r>
              <a:rPr dirty="0" sz="1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software</a:t>
            </a:r>
            <a:r>
              <a:rPr dirty="0" sz="1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35">
                <a:solidFill>
                  <a:srgbClr val="FFFFFF"/>
                </a:solidFill>
                <a:latin typeface="Lucida Sans Unicode"/>
                <a:cs typeface="Lucida Sans Unicode"/>
              </a:rPr>
              <a:t>empowers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organizations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effectively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integrate</a:t>
            </a:r>
            <a:r>
              <a:rPr dirty="0" sz="14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their</a:t>
            </a:r>
            <a:r>
              <a:rPr dirty="0" sz="1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data,</a:t>
            </a:r>
            <a:r>
              <a:rPr dirty="0" sz="1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decisions, </a:t>
            </a:r>
            <a:r>
              <a:rPr dirty="0" sz="1400" spc="8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operations.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635226" y="7195832"/>
            <a:ext cx="301752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400" spc="120">
                <a:solidFill>
                  <a:srgbClr val="FFFFFF"/>
                </a:solidFill>
                <a:latin typeface="Lucida Sans Unicode"/>
                <a:cs typeface="Lucida Sans Unicode"/>
              </a:rPr>
              <a:t>We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build</a:t>
            </a:r>
            <a:r>
              <a:rPr dirty="0" sz="1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software</a:t>
            </a:r>
            <a:r>
              <a:rPr dirty="0" sz="1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35">
                <a:solidFill>
                  <a:srgbClr val="FFFFFF"/>
                </a:solidFill>
                <a:latin typeface="Lucida Sans Unicode"/>
                <a:cs typeface="Lucida Sans Unicode"/>
              </a:rPr>
              <a:t>empowers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organizations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effectively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integrate</a:t>
            </a:r>
            <a:r>
              <a:rPr dirty="0" sz="14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their</a:t>
            </a:r>
            <a:r>
              <a:rPr dirty="0" sz="1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data,</a:t>
            </a:r>
            <a:r>
              <a:rPr dirty="0" sz="1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decisions, </a:t>
            </a:r>
            <a:r>
              <a:rPr dirty="0" sz="1400" spc="8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operations.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712086" y="7195832"/>
            <a:ext cx="301752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400" spc="120">
                <a:solidFill>
                  <a:srgbClr val="FFFFFF"/>
                </a:solidFill>
                <a:latin typeface="Lucida Sans Unicode"/>
                <a:cs typeface="Lucida Sans Unicode"/>
              </a:rPr>
              <a:t>We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build</a:t>
            </a:r>
            <a:r>
              <a:rPr dirty="0" sz="1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software</a:t>
            </a:r>
            <a:r>
              <a:rPr dirty="0" sz="1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35">
                <a:solidFill>
                  <a:srgbClr val="FFFFFF"/>
                </a:solidFill>
                <a:latin typeface="Lucida Sans Unicode"/>
                <a:cs typeface="Lucida Sans Unicode"/>
              </a:rPr>
              <a:t>empowers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organizations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effectively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integrate</a:t>
            </a:r>
            <a:r>
              <a:rPr dirty="0" sz="14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their</a:t>
            </a:r>
            <a:r>
              <a:rPr dirty="0" sz="1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data,</a:t>
            </a:r>
            <a:r>
              <a:rPr dirty="0" sz="1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decisions, </a:t>
            </a:r>
            <a:r>
              <a:rPr dirty="0" sz="1400" spc="8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operations.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3043344" y="0"/>
            <a:ext cx="5245100" cy="6658609"/>
            <a:chOff x="13043344" y="0"/>
            <a:chExt cx="5245100" cy="6658609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56133" y="0"/>
              <a:ext cx="4231864" cy="455555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43344" y="3965736"/>
              <a:ext cx="2702137" cy="269240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1780" rIns="0" bIns="0" rtlCol="0" vert="horz">
            <a:spAutoFit/>
          </a:bodyPr>
          <a:lstStyle/>
          <a:p>
            <a:pPr marL="5320030">
              <a:lnSpc>
                <a:spcPct val="100000"/>
              </a:lnSpc>
              <a:spcBef>
                <a:spcPts val="135"/>
              </a:spcBef>
            </a:pPr>
            <a:r>
              <a:rPr dirty="0" spc="-1555"/>
              <a:t>PROJECT</a:t>
            </a:r>
            <a:r>
              <a:rPr dirty="0" spc="-560"/>
              <a:t> </a:t>
            </a:r>
            <a:r>
              <a:rPr dirty="0" spc="-1580"/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9466" y="3965025"/>
            <a:ext cx="3023759" cy="26924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7092315" cy="6670675"/>
            <a:chOff x="0" y="0"/>
            <a:chExt cx="7092315" cy="667067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091777" cy="405764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720307" y="3965053"/>
              <a:ext cx="2694305" cy="2705735"/>
            </a:xfrm>
            <a:custGeom>
              <a:avLst/>
              <a:gdLst/>
              <a:ahLst/>
              <a:cxnLst/>
              <a:rect l="l" t="t" r="r" b="b"/>
              <a:pathLst>
                <a:path w="2694304" h="2705734">
                  <a:moveTo>
                    <a:pt x="1165016" y="65558"/>
                  </a:moveTo>
                  <a:lnTo>
                    <a:pt x="1113352" y="65558"/>
                  </a:lnTo>
                  <a:lnTo>
                    <a:pt x="1344095" y="0"/>
                  </a:lnTo>
                  <a:lnTo>
                    <a:pt x="1345733" y="0"/>
                  </a:lnTo>
                  <a:lnTo>
                    <a:pt x="1450429" y="14238"/>
                  </a:lnTo>
                  <a:lnTo>
                    <a:pt x="1345607" y="14238"/>
                  </a:lnTo>
                  <a:lnTo>
                    <a:pt x="1165016" y="65558"/>
                  </a:lnTo>
                  <a:close/>
                </a:path>
                <a:path w="2694304" h="2705734">
                  <a:moveTo>
                    <a:pt x="1827769" y="65558"/>
                  </a:moveTo>
                  <a:lnTo>
                    <a:pt x="1722978" y="65558"/>
                  </a:lnTo>
                  <a:lnTo>
                    <a:pt x="1345607" y="14238"/>
                  </a:lnTo>
                  <a:lnTo>
                    <a:pt x="1450429" y="14238"/>
                  </a:lnTo>
                  <a:lnTo>
                    <a:pt x="1827769" y="65558"/>
                  </a:lnTo>
                  <a:close/>
                </a:path>
                <a:path w="2694304" h="2705734">
                  <a:moveTo>
                    <a:pt x="1359946" y="2705395"/>
                  </a:moveTo>
                  <a:lnTo>
                    <a:pt x="1356223" y="2705395"/>
                  </a:lnTo>
                  <a:lnTo>
                    <a:pt x="865204" y="2629031"/>
                  </a:lnTo>
                  <a:lnTo>
                    <a:pt x="864230" y="2628664"/>
                  </a:lnTo>
                  <a:lnTo>
                    <a:pt x="550050" y="2416918"/>
                  </a:lnTo>
                  <a:lnTo>
                    <a:pt x="549570" y="2416494"/>
                  </a:lnTo>
                  <a:lnTo>
                    <a:pt x="549132" y="2416000"/>
                  </a:lnTo>
                  <a:lnTo>
                    <a:pt x="277999" y="2176284"/>
                  </a:lnTo>
                  <a:lnTo>
                    <a:pt x="277462" y="2175606"/>
                  </a:lnTo>
                  <a:lnTo>
                    <a:pt x="46408" y="1735501"/>
                  </a:lnTo>
                  <a:lnTo>
                    <a:pt x="46380" y="1735346"/>
                  </a:lnTo>
                  <a:lnTo>
                    <a:pt x="46267" y="1735176"/>
                  </a:lnTo>
                  <a:lnTo>
                    <a:pt x="46168" y="1734950"/>
                  </a:lnTo>
                  <a:lnTo>
                    <a:pt x="46111" y="1734456"/>
                  </a:lnTo>
                  <a:lnTo>
                    <a:pt x="45998" y="1734089"/>
                  </a:lnTo>
                  <a:lnTo>
                    <a:pt x="45801" y="1733778"/>
                  </a:lnTo>
                  <a:lnTo>
                    <a:pt x="165" y="1447969"/>
                  </a:lnTo>
                  <a:lnTo>
                    <a:pt x="70" y="1447376"/>
                  </a:lnTo>
                  <a:lnTo>
                    <a:pt x="0" y="1445879"/>
                  </a:lnTo>
                  <a:lnTo>
                    <a:pt x="31182" y="880548"/>
                  </a:lnTo>
                  <a:lnTo>
                    <a:pt x="31207" y="880096"/>
                  </a:lnTo>
                  <a:lnTo>
                    <a:pt x="31320" y="879898"/>
                  </a:lnTo>
                  <a:lnTo>
                    <a:pt x="31419" y="879263"/>
                  </a:lnTo>
                  <a:lnTo>
                    <a:pt x="31489" y="878881"/>
                  </a:lnTo>
                  <a:lnTo>
                    <a:pt x="31687" y="878302"/>
                  </a:lnTo>
                  <a:lnTo>
                    <a:pt x="31800" y="877893"/>
                  </a:lnTo>
                  <a:lnTo>
                    <a:pt x="31927" y="877582"/>
                  </a:lnTo>
                  <a:lnTo>
                    <a:pt x="32139" y="877328"/>
                  </a:lnTo>
                  <a:lnTo>
                    <a:pt x="32450" y="876833"/>
                  </a:lnTo>
                  <a:lnTo>
                    <a:pt x="32478" y="876607"/>
                  </a:lnTo>
                  <a:lnTo>
                    <a:pt x="520251" y="243388"/>
                  </a:lnTo>
                  <a:lnTo>
                    <a:pt x="528252" y="233147"/>
                  </a:lnTo>
                  <a:lnTo>
                    <a:pt x="528605" y="232765"/>
                  </a:lnTo>
                  <a:lnTo>
                    <a:pt x="528859" y="232582"/>
                  </a:lnTo>
                  <a:lnTo>
                    <a:pt x="529749" y="231833"/>
                  </a:lnTo>
                  <a:lnTo>
                    <a:pt x="530427" y="231437"/>
                  </a:lnTo>
                  <a:lnTo>
                    <a:pt x="531360" y="231098"/>
                  </a:lnTo>
                  <a:lnTo>
                    <a:pt x="531514" y="230886"/>
                  </a:lnTo>
                  <a:lnTo>
                    <a:pt x="531656" y="230886"/>
                  </a:lnTo>
                  <a:lnTo>
                    <a:pt x="1097304" y="70106"/>
                  </a:lnTo>
                  <a:lnTo>
                    <a:pt x="1103456" y="66405"/>
                  </a:lnTo>
                  <a:lnTo>
                    <a:pt x="1104446" y="65868"/>
                  </a:lnTo>
                  <a:lnTo>
                    <a:pt x="1105498" y="65558"/>
                  </a:lnTo>
                  <a:lnTo>
                    <a:pt x="1827923" y="65558"/>
                  </a:lnTo>
                  <a:lnTo>
                    <a:pt x="1829725" y="65868"/>
                  </a:lnTo>
                  <a:lnTo>
                    <a:pt x="1830855" y="66405"/>
                  </a:lnTo>
                  <a:lnTo>
                    <a:pt x="1831774" y="67154"/>
                  </a:lnTo>
                  <a:lnTo>
                    <a:pt x="1847524" y="79683"/>
                  </a:lnTo>
                  <a:lnTo>
                    <a:pt x="1137129" y="79683"/>
                  </a:lnTo>
                  <a:lnTo>
                    <a:pt x="1143867" y="83003"/>
                  </a:lnTo>
                  <a:lnTo>
                    <a:pt x="1111897" y="83003"/>
                  </a:lnTo>
                  <a:lnTo>
                    <a:pt x="1111071" y="87029"/>
                  </a:lnTo>
                  <a:lnTo>
                    <a:pt x="1096640" y="87029"/>
                  </a:lnTo>
                  <a:lnTo>
                    <a:pt x="1078765" y="97835"/>
                  </a:lnTo>
                  <a:lnTo>
                    <a:pt x="1051460" y="97835"/>
                  </a:lnTo>
                  <a:lnTo>
                    <a:pt x="539342" y="243388"/>
                  </a:lnTo>
                  <a:lnTo>
                    <a:pt x="531768" y="270665"/>
                  </a:lnTo>
                  <a:lnTo>
                    <a:pt x="517091" y="270665"/>
                  </a:lnTo>
                  <a:lnTo>
                    <a:pt x="105079" y="805512"/>
                  </a:lnTo>
                  <a:lnTo>
                    <a:pt x="125294" y="805512"/>
                  </a:lnTo>
                  <a:lnTo>
                    <a:pt x="48513" y="880548"/>
                  </a:lnTo>
                  <a:lnTo>
                    <a:pt x="66530" y="896948"/>
                  </a:lnTo>
                  <a:lnTo>
                    <a:pt x="45575" y="896948"/>
                  </a:lnTo>
                  <a:lnTo>
                    <a:pt x="48624" y="1076446"/>
                  </a:lnTo>
                  <a:lnTo>
                    <a:pt x="48628" y="1076643"/>
                  </a:lnTo>
                  <a:lnTo>
                    <a:pt x="34485" y="1076643"/>
                  </a:lnTo>
                  <a:lnTo>
                    <a:pt x="14114" y="1445879"/>
                  </a:lnTo>
                  <a:lnTo>
                    <a:pt x="43922" y="1632637"/>
                  </a:lnTo>
                  <a:lnTo>
                    <a:pt x="58075" y="1632637"/>
                  </a:lnTo>
                  <a:lnTo>
                    <a:pt x="59193" y="1698449"/>
                  </a:lnTo>
                  <a:lnTo>
                    <a:pt x="74505" y="1698449"/>
                  </a:lnTo>
                  <a:lnTo>
                    <a:pt x="62132" y="1728028"/>
                  </a:lnTo>
                  <a:lnTo>
                    <a:pt x="115607" y="1746251"/>
                  </a:lnTo>
                  <a:lnTo>
                    <a:pt x="71809" y="1746251"/>
                  </a:lnTo>
                  <a:lnTo>
                    <a:pt x="119394" y="1810651"/>
                  </a:lnTo>
                  <a:lnTo>
                    <a:pt x="101816" y="1810651"/>
                  </a:lnTo>
                  <a:lnTo>
                    <a:pt x="288962" y="2167116"/>
                  </a:lnTo>
                  <a:lnTo>
                    <a:pt x="508996" y="2361714"/>
                  </a:lnTo>
                  <a:lnTo>
                    <a:pt x="526570" y="2361714"/>
                  </a:lnTo>
                  <a:lnTo>
                    <a:pt x="543792" y="2385022"/>
                  </a:lnTo>
                  <a:lnTo>
                    <a:pt x="558039" y="2385022"/>
                  </a:lnTo>
                  <a:lnTo>
                    <a:pt x="560363" y="2402340"/>
                  </a:lnTo>
                  <a:lnTo>
                    <a:pt x="612459" y="2402340"/>
                  </a:lnTo>
                  <a:lnTo>
                    <a:pt x="577655" y="2412143"/>
                  </a:lnTo>
                  <a:lnTo>
                    <a:pt x="646757" y="2436835"/>
                  </a:lnTo>
                  <a:lnTo>
                    <a:pt x="604822" y="2436835"/>
                  </a:lnTo>
                  <a:lnTo>
                    <a:pt x="869937" y="2615457"/>
                  </a:lnTo>
                  <a:lnTo>
                    <a:pt x="1285608" y="2680096"/>
                  </a:lnTo>
                  <a:lnTo>
                    <a:pt x="1327531" y="2680096"/>
                  </a:lnTo>
                  <a:lnTo>
                    <a:pt x="1344293" y="2686086"/>
                  </a:lnTo>
                  <a:lnTo>
                    <a:pt x="1360002" y="2686086"/>
                  </a:lnTo>
                  <a:lnTo>
                    <a:pt x="1360851" y="2687838"/>
                  </a:lnTo>
                  <a:lnTo>
                    <a:pt x="1420021" y="2687838"/>
                  </a:lnTo>
                  <a:lnTo>
                    <a:pt x="1359946" y="2705395"/>
                  </a:lnTo>
                  <a:close/>
                </a:path>
                <a:path w="2694304" h="2705734">
                  <a:moveTo>
                    <a:pt x="1788542" y="393574"/>
                  </a:moveTo>
                  <a:lnTo>
                    <a:pt x="1774275" y="393574"/>
                  </a:lnTo>
                  <a:lnTo>
                    <a:pt x="1819158" y="79683"/>
                  </a:lnTo>
                  <a:lnTo>
                    <a:pt x="1847524" y="79683"/>
                  </a:lnTo>
                  <a:lnTo>
                    <a:pt x="1855249" y="85828"/>
                  </a:lnTo>
                  <a:lnTo>
                    <a:pt x="1832537" y="85828"/>
                  </a:lnTo>
                  <a:lnTo>
                    <a:pt x="1788542" y="393574"/>
                  </a:lnTo>
                  <a:close/>
                </a:path>
                <a:path w="2694304" h="2705734">
                  <a:moveTo>
                    <a:pt x="1053085" y="619503"/>
                  </a:moveTo>
                  <a:lnTo>
                    <a:pt x="1001774" y="619503"/>
                  </a:lnTo>
                  <a:lnTo>
                    <a:pt x="1760374" y="402459"/>
                  </a:lnTo>
                  <a:lnTo>
                    <a:pt x="1111897" y="83003"/>
                  </a:lnTo>
                  <a:lnTo>
                    <a:pt x="1143867" y="83003"/>
                  </a:lnTo>
                  <a:lnTo>
                    <a:pt x="1774275" y="393574"/>
                  </a:lnTo>
                  <a:lnTo>
                    <a:pt x="1788542" y="393574"/>
                  </a:lnTo>
                  <a:lnTo>
                    <a:pt x="1787809" y="398702"/>
                  </a:lnTo>
                  <a:lnTo>
                    <a:pt x="1860830" y="414537"/>
                  </a:lnTo>
                  <a:lnTo>
                    <a:pt x="1769514" y="414537"/>
                  </a:lnTo>
                  <a:lnTo>
                    <a:pt x="1053085" y="619503"/>
                  </a:lnTo>
                  <a:close/>
                </a:path>
                <a:path w="2694304" h="2705734">
                  <a:moveTo>
                    <a:pt x="2412726" y="529295"/>
                  </a:moveTo>
                  <a:lnTo>
                    <a:pt x="2390018" y="529295"/>
                  </a:lnTo>
                  <a:lnTo>
                    <a:pt x="1832537" y="85828"/>
                  </a:lnTo>
                  <a:lnTo>
                    <a:pt x="1855249" y="85828"/>
                  </a:lnTo>
                  <a:lnTo>
                    <a:pt x="2412726" y="529295"/>
                  </a:lnTo>
                  <a:close/>
                </a:path>
                <a:path w="2694304" h="2705734">
                  <a:moveTo>
                    <a:pt x="1050419" y="620265"/>
                  </a:moveTo>
                  <a:lnTo>
                    <a:pt x="987195" y="620265"/>
                  </a:lnTo>
                  <a:lnTo>
                    <a:pt x="1096640" y="87029"/>
                  </a:lnTo>
                  <a:lnTo>
                    <a:pt x="1111071" y="87029"/>
                  </a:lnTo>
                  <a:lnTo>
                    <a:pt x="1001774" y="619503"/>
                  </a:lnTo>
                  <a:lnTo>
                    <a:pt x="1053085" y="619503"/>
                  </a:lnTo>
                  <a:lnTo>
                    <a:pt x="1050419" y="620265"/>
                  </a:lnTo>
                  <a:close/>
                </a:path>
                <a:path w="2694304" h="2705734">
                  <a:moveTo>
                    <a:pt x="511905" y="440542"/>
                  </a:moveTo>
                  <a:lnTo>
                    <a:pt x="484598" y="440542"/>
                  </a:lnTo>
                  <a:lnTo>
                    <a:pt x="1051460" y="97835"/>
                  </a:lnTo>
                  <a:lnTo>
                    <a:pt x="1078765" y="97835"/>
                  </a:lnTo>
                  <a:lnTo>
                    <a:pt x="511905" y="440542"/>
                  </a:lnTo>
                  <a:close/>
                </a:path>
                <a:path w="2694304" h="2705734">
                  <a:moveTo>
                    <a:pt x="125294" y="805512"/>
                  </a:moveTo>
                  <a:lnTo>
                    <a:pt x="105079" y="805512"/>
                  </a:lnTo>
                  <a:lnTo>
                    <a:pt x="466727" y="452083"/>
                  </a:lnTo>
                  <a:lnTo>
                    <a:pt x="517091" y="270665"/>
                  </a:lnTo>
                  <a:lnTo>
                    <a:pt x="531768" y="270665"/>
                  </a:lnTo>
                  <a:lnTo>
                    <a:pt x="484598" y="440542"/>
                  </a:lnTo>
                  <a:lnTo>
                    <a:pt x="511905" y="440542"/>
                  </a:lnTo>
                  <a:lnTo>
                    <a:pt x="489754" y="453934"/>
                  </a:lnTo>
                  <a:lnTo>
                    <a:pt x="522579" y="464909"/>
                  </a:lnTo>
                  <a:lnTo>
                    <a:pt x="478043" y="464909"/>
                  </a:lnTo>
                  <a:lnTo>
                    <a:pt x="474728" y="478244"/>
                  </a:lnTo>
                  <a:lnTo>
                    <a:pt x="460172" y="478244"/>
                  </a:lnTo>
                  <a:lnTo>
                    <a:pt x="125294" y="805512"/>
                  </a:lnTo>
                  <a:close/>
                </a:path>
                <a:path w="2694304" h="2705734">
                  <a:moveTo>
                    <a:pt x="1608721" y="1014518"/>
                  </a:moveTo>
                  <a:lnTo>
                    <a:pt x="1593995" y="1014518"/>
                  </a:lnTo>
                  <a:lnTo>
                    <a:pt x="1769514" y="414537"/>
                  </a:lnTo>
                  <a:lnTo>
                    <a:pt x="1860830" y="414537"/>
                  </a:lnTo>
                  <a:lnTo>
                    <a:pt x="1862914" y="414989"/>
                  </a:lnTo>
                  <a:lnTo>
                    <a:pt x="1796215" y="414989"/>
                  </a:lnTo>
                  <a:lnTo>
                    <a:pt x="1799900" y="420173"/>
                  </a:lnTo>
                  <a:lnTo>
                    <a:pt x="1782596" y="420173"/>
                  </a:lnTo>
                  <a:lnTo>
                    <a:pt x="1608721" y="1014518"/>
                  </a:lnTo>
                  <a:close/>
                </a:path>
                <a:path w="2694304" h="2705734">
                  <a:moveTo>
                    <a:pt x="2280953" y="1076446"/>
                  </a:moveTo>
                  <a:lnTo>
                    <a:pt x="2266333" y="1076446"/>
                  </a:lnTo>
                  <a:lnTo>
                    <a:pt x="2409359" y="547955"/>
                  </a:lnTo>
                  <a:lnTo>
                    <a:pt x="1796215" y="414989"/>
                  </a:lnTo>
                  <a:lnTo>
                    <a:pt x="1862914" y="414989"/>
                  </a:lnTo>
                  <a:lnTo>
                    <a:pt x="2390018" y="529295"/>
                  </a:lnTo>
                  <a:lnTo>
                    <a:pt x="2412726" y="529295"/>
                  </a:lnTo>
                  <a:lnTo>
                    <a:pt x="2422511" y="537078"/>
                  </a:lnTo>
                  <a:lnTo>
                    <a:pt x="2423457" y="537813"/>
                  </a:lnTo>
                  <a:lnTo>
                    <a:pt x="2424065" y="538802"/>
                  </a:lnTo>
                  <a:lnTo>
                    <a:pt x="2424559" y="539946"/>
                  </a:lnTo>
                  <a:lnTo>
                    <a:pt x="2424701" y="540087"/>
                  </a:lnTo>
                  <a:lnTo>
                    <a:pt x="2434356" y="565443"/>
                  </a:lnTo>
                  <a:lnTo>
                    <a:pt x="2419248" y="565443"/>
                  </a:lnTo>
                  <a:lnTo>
                    <a:pt x="2280953" y="1076446"/>
                  </a:lnTo>
                  <a:close/>
                </a:path>
                <a:path w="2694304" h="2705734">
                  <a:moveTo>
                    <a:pt x="2278869" y="1084144"/>
                  </a:moveTo>
                  <a:lnTo>
                    <a:pt x="2254480" y="1084144"/>
                  </a:lnTo>
                  <a:lnTo>
                    <a:pt x="1782596" y="420173"/>
                  </a:lnTo>
                  <a:lnTo>
                    <a:pt x="1799900" y="420173"/>
                  </a:lnTo>
                  <a:lnTo>
                    <a:pt x="2266333" y="1076446"/>
                  </a:lnTo>
                  <a:lnTo>
                    <a:pt x="2280953" y="1076446"/>
                  </a:lnTo>
                  <a:lnTo>
                    <a:pt x="2278869" y="1084144"/>
                  </a:lnTo>
                  <a:close/>
                </a:path>
                <a:path w="2694304" h="2705734">
                  <a:moveTo>
                    <a:pt x="342329" y="1108059"/>
                  </a:moveTo>
                  <a:lnTo>
                    <a:pt x="318191" y="1108059"/>
                  </a:lnTo>
                  <a:lnTo>
                    <a:pt x="977221" y="631820"/>
                  </a:lnTo>
                  <a:lnTo>
                    <a:pt x="478043" y="464909"/>
                  </a:lnTo>
                  <a:lnTo>
                    <a:pt x="522579" y="464909"/>
                  </a:lnTo>
                  <a:lnTo>
                    <a:pt x="987195" y="620265"/>
                  </a:lnTo>
                  <a:lnTo>
                    <a:pt x="1050419" y="620265"/>
                  </a:lnTo>
                  <a:lnTo>
                    <a:pt x="1009290" y="632032"/>
                  </a:lnTo>
                  <a:lnTo>
                    <a:pt x="1025378" y="642556"/>
                  </a:lnTo>
                  <a:lnTo>
                    <a:pt x="999570" y="642556"/>
                  </a:lnTo>
                  <a:lnTo>
                    <a:pt x="999570" y="643319"/>
                  </a:lnTo>
                  <a:lnTo>
                    <a:pt x="985443" y="643319"/>
                  </a:lnTo>
                  <a:lnTo>
                    <a:pt x="342329" y="1108059"/>
                  </a:lnTo>
                  <a:close/>
                </a:path>
                <a:path w="2694304" h="2705734">
                  <a:moveTo>
                    <a:pt x="337012" y="1111901"/>
                  </a:moveTo>
                  <a:lnTo>
                    <a:pt x="302679" y="1111901"/>
                  </a:lnTo>
                  <a:lnTo>
                    <a:pt x="460172" y="478244"/>
                  </a:lnTo>
                  <a:lnTo>
                    <a:pt x="474728" y="478244"/>
                  </a:lnTo>
                  <a:lnTo>
                    <a:pt x="318191" y="1108059"/>
                  </a:lnTo>
                  <a:lnTo>
                    <a:pt x="342329" y="1108059"/>
                  </a:lnTo>
                  <a:lnTo>
                    <a:pt x="337012" y="1111901"/>
                  </a:lnTo>
                  <a:close/>
                </a:path>
                <a:path w="2694304" h="2705734">
                  <a:moveTo>
                    <a:pt x="2689689" y="1235983"/>
                  </a:moveTo>
                  <a:lnTo>
                    <a:pt x="2674573" y="1235983"/>
                  </a:lnTo>
                  <a:lnTo>
                    <a:pt x="2419248" y="565443"/>
                  </a:lnTo>
                  <a:lnTo>
                    <a:pt x="2434356" y="565443"/>
                  </a:lnTo>
                  <a:lnTo>
                    <a:pt x="2689689" y="1235983"/>
                  </a:lnTo>
                  <a:close/>
                </a:path>
                <a:path w="2694304" h="2705734">
                  <a:moveTo>
                    <a:pt x="1023713" y="1447969"/>
                  </a:moveTo>
                  <a:lnTo>
                    <a:pt x="999570" y="1447969"/>
                  </a:lnTo>
                  <a:lnTo>
                    <a:pt x="1585632" y="1025917"/>
                  </a:lnTo>
                  <a:lnTo>
                    <a:pt x="999570" y="642556"/>
                  </a:lnTo>
                  <a:lnTo>
                    <a:pt x="1025378" y="642556"/>
                  </a:lnTo>
                  <a:lnTo>
                    <a:pt x="1593995" y="1014518"/>
                  </a:lnTo>
                  <a:lnTo>
                    <a:pt x="1608721" y="1014518"/>
                  </a:lnTo>
                  <a:lnTo>
                    <a:pt x="1607275" y="1019462"/>
                  </a:lnTo>
                  <a:lnTo>
                    <a:pt x="1749607" y="1033687"/>
                  </a:lnTo>
                  <a:lnTo>
                    <a:pt x="1607642" y="1033687"/>
                  </a:lnTo>
                  <a:lnTo>
                    <a:pt x="1608635" y="1037303"/>
                  </a:lnTo>
                  <a:lnTo>
                    <a:pt x="1593967" y="1037303"/>
                  </a:lnTo>
                  <a:lnTo>
                    <a:pt x="1023713" y="1447969"/>
                  </a:lnTo>
                  <a:close/>
                </a:path>
                <a:path w="2694304" h="2705734">
                  <a:moveTo>
                    <a:pt x="1020320" y="1450413"/>
                  </a:moveTo>
                  <a:lnTo>
                    <a:pt x="985443" y="1450413"/>
                  </a:lnTo>
                  <a:lnTo>
                    <a:pt x="985443" y="643319"/>
                  </a:lnTo>
                  <a:lnTo>
                    <a:pt x="999570" y="643319"/>
                  </a:lnTo>
                  <a:lnTo>
                    <a:pt x="999570" y="1447969"/>
                  </a:lnTo>
                  <a:lnTo>
                    <a:pt x="1023713" y="1447969"/>
                  </a:lnTo>
                  <a:lnTo>
                    <a:pt x="1020320" y="1450413"/>
                  </a:lnTo>
                  <a:close/>
                </a:path>
                <a:path w="2694304" h="2705734">
                  <a:moveTo>
                    <a:pt x="74505" y="1698449"/>
                  </a:moveTo>
                  <a:lnTo>
                    <a:pt x="59193" y="1698449"/>
                  </a:lnTo>
                  <a:lnTo>
                    <a:pt x="298243" y="1126974"/>
                  </a:lnTo>
                  <a:lnTo>
                    <a:pt x="45575" y="896948"/>
                  </a:lnTo>
                  <a:lnTo>
                    <a:pt x="66530" y="896948"/>
                  </a:lnTo>
                  <a:lnTo>
                    <a:pt x="302679" y="1111901"/>
                  </a:lnTo>
                  <a:lnTo>
                    <a:pt x="337012" y="1111901"/>
                  </a:lnTo>
                  <a:lnTo>
                    <a:pt x="320339" y="1123951"/>
                  </a:lnTo>
                  <a:lnTo>
                    <a:pt x="348973" y="1138006"/>
                  </a:lnTo>
                  <a:lnTo>
                    <a:pt x="316948" y="1138006"/>
                  </a:lnTo>
                  <a:lnTo>
                    <a:pt x="319277" y="1147965"/>
                  </a:lnTo>
                  <a:lnTo>
                    <a:pt x="304770" y="1147965"/>
                  </a:lnTo>
                  <a:lnTo>
                    <a:pt x="74505" y="1698449"/>
                  </a:lnTo>
                  <a:close/>
                </a:path>
                <a:path w="2694304" h="2705734">
                  <a:moveTo>
                    <a:pt x="1815841" y="1728255"/>
                  </a:moveTo>
                  <a:lnTo>
                    <a:pt x="1798376" y="1728255"/>
                  </a:lnTo>
                  <a:lnTo>
                    <a:pt x="2256288" y="1098510"/>
                  </a:lnTo>
                  <a:lnTo>
                    <a:pt x="1607642" y="1033687"/>
                  </a:lnTo>
                  <a:lnTo>
                    <a:pt x="1749607" y="1033687"/>
                  </a:lnTo>
                  <a:lnTo>
                    <a:pt x="2254480" y="1084144"/>
                  </a:lnTo>
                  <a:lnTo>
                    <a:pt x="2278869" y="1084144"/>
                  </a:lnTo>
                  <a:lnTo>
                    <a:pt x="2277734" y="1088339"/>
                  </a:lnTo>
                  <a:lnTo>
                    <a:pt x="2319043" y="1103708"/>
                  </a:lnTo>
                  <a:lnTo>
                    <a:pt x="2278496" y="1103708"/>
                  </a:lnTo>
                  <a:lnTo>
                    <a:pt x="2279706" y="1110093"/>
                  </a:lnTo>
                  <a:lnTo>
                    <a:pt x="2265330" y="1110093"/>
                  </a:lnTo>
                  <a:lnTo>
                    <a:pt x="1815841" y="1728255"/>
                  </a:lnTo>
                  <a:close/>
                </a:path>
                <a:path w="2694304" h="2705734">
                  <a:moveTo>
                    <a:pt x="1812287" y="1733142"/>
                  </a:moveTo>
                  <a:lnTo>
                    <a:pt x="1785054" y="1733142"/>
                  </a:lnTo>
                  <a:lnTo>
                    <a:pt x="1593967" y="1037303"/>
                  </a:lnTo>
                  <a:lnTo>
                    <a:pt x="1608635" y="1037303"/>
                  </a:lnTo>
                  <a:lnTo>
                    <a:pt x="1798314" y="1728028"/>
                  </a:lnTo>
                  <a:lnTo>
                    <a:pt x="1798376" y="1728255"/>
                  </a:lnTo>
                  <a:lnTo>
                    <a:pt x="1815841" y="1728255"/>
                  </a:lnTo>
                  <a:lnTo>
                    <a:pt x="1812287" y="1733142"/>
                  </a:lnTo>
                  <a:close/>
                </a:path>
                <a:path w="2694304" h="2705734">
                  <a:moveTo>
                    <a:pt x="58075" y="1632637"/>
                  </a:moveTo>
                  <a:lnTo>
                    <a:pt x="43922" y="1632637"/>
                  </a:lnTo>
                  <a:lnTo>
                    <a:pt x="34485" y="1076643"/>
                  </a:lnTo>
                  <a:lnTo>
                    <a:pt x="48628" y="1076643"/>
                  </a:lnTo>
                  <a:lnTo>
                    <a:pt x="58075" y="1632637"/>
                  </a:lnTo>
                  <a:close/>
                </a:path>
                <a:path w="2694304" h="2705734">
                  <a:moveTo>
                    <a:pt x="2436085" y="1854723"/>
                  </a:moveTo>
                  <a:lnTo>
                    <a:pt x="2420717" y="1854723"/>
                  </a:lnTo>
                  <a:lnTo>
                    <a:pt x="2677313" y="1252086"/>
                  </a:lnTo>
                  <a:lnTo>
                    <a:pt x="2278496" y="1103708"/>
                  </a:lnTo>
                  <a:lnTo>
                    <a:pt x="2319043" y="1103708"/>
                  </a:lnTo>
                  <a:lnTo>
                    <a:pt x="2674573" y="1235983"/>
                  </a:lnTo>
                  <a:lnTo>
                    <a:pt x="2689689" y="1235983"/>
                  </a:lnTo>
                  <a:lnTo>
                    <a:pt x="2693319" y="1245518"/>
                  </a:lnTo>
                  <a:lnTo>
                    <a:pt x="2693334" y="1245687"/>
                  </a:lnTo>
                  <a:lnTo>
                    <a:pt x="2693644" y="1246577"/>
                  </a:lnTo>
                  <a:lnTo>
                    <a:pt x="2693842" y="1247524"/>
                  </a:lnTo>
                  <a:lnTo>
                    <a:pt x="2691006" y="1289266"/>
                  </a:lnTo>
                  <a:lnTo>
                    <a:pt x="2676847" y="1289266"/>
                  </a:lnTo>
                  <a:lnTo>
                    <a:pt x="2436085" y="1854723"/>
                  </a:lnTo>
                  <a:close/>
                </a:path>
                <a:path w="2694304" h="2705734">
                  <a:moveTo>
                    <a:pt x="2483201" y="1869725"/>
                  </a:moveTo>
                  <a:lnTo>
                    <a:pt x="2409189" y="1869725"/>
                  </a:lnTo>
                  <a:lnTo>
                    <a:pt x="2265330" y="1110093"/>
                  </a:lnTo>
                  <a:lnTo>
                    <a:pt x="2279706" y="1110093"/>
                  </a:lnTo>
                  <a:lnTo>
                    <a:pt x="2420717" y="1854723"/>
                  </a:lnTo>
                  <a:lnTo>
                    <a:pt x="2436085" y="1854723"/>
                  </a:lnTo>
                  <a:lnTo>
                    <a:pt x="2430196" y="1868553"/>
                  </a:lnTo>
                  <a:lnTo>
                    <a:pt x="2487838" y="1868553"/>
                  </a:lnTo>
                  <a:lnTo>
                    <a:pt x="2483201" y="1869725"/>
                  </a:lnTo>
                  <a:close/>
                </a:path>
                <a:path w="2694304" h="2705734">
                  <a:moveTo>
                    <a:pt x="509577" y="1866236"/>
                  </a:moveTo>
                  <a:lnTo>
                    <a:pt x="487268" y="1866236"/>
                  </a:lnTo>
                  <a:lnTo>
                    <a:pt x="979523" y="1463240"/>
                  </a:lnTo>
                  <a:lnTo>
                    <a:pt x="316948" y="1138006"/>
                  </a:lnTo>
                  <a:lnTo>
                    <a:pt x="348973" y="1138006"/>
                  </a:lnTo>
                  <a:lnTo>
                    <a:pt x="985443" y="1450413"/>
                  </a:lnTo>
                  <a:lnTo>
                    <a:pt x="1020320" y="1450413"/>
                  </a:lnTo>
                  <a:lnTo>
                    <a:pt x="1007609" y="1459567"/>
                  </a:lnTo>
                  <a:lnTo>
                    <a:pt x="1044299" y="1472478"/>
                  </a:lnTo>
                  <a:lnTo>
                    <a:pt x="1001703" y="1472478"/>
                  </a:lnTo>
                  <a:lnTo>
                    <a:pt x="1002134" y="1474780"/>
                  </a:lnTo>
                  <a:lnTo>
                    <a:pt x="987760" y="1474780"/>
                  </a:lnTo>
                  <a:lnTo>
                    <a:pt x="509577" y="1866236"/>
                  </a:lnTo>
                  <a:close/>
                </a:path>
                <a:path w="2694304" h="2705734">
                  <a:moveTo>
                    <a:pt x="507299" y="1868100"/>
                  </a:moveTo>
                  <a:lnTo>
                    <a:pt x="473183" y="1868100"/>
                  </a:lnTo>
                  <a:lnTo>
                    <a:pt x="304770" y="1147965"/>
                  </a:lnTo>
                  <a:lnTo>
                    <a:pt x="319277" y="1147965"/>
                  </a:lnTo>
                  <a:lnTo>
                    <a:pt x="487268" y="1866236"/>
                  </a:lnTo>
                  <a:lnTo>
                    <a:pt x="509577" y="1866236"/>
                  </a:lnTo>
                  <a:lnTo>
                    <a:pt x="507299" y="1868100"/>
                  </a:lnTo>
                  <a:close/>
                </a:path>
                <a:path w="2694304" h="2705734">
                  <a:moveTo>
                    <a:pt x="2487838" y="1868553"/>
                  </a:moveTo>
                  <a:lnTo>
                    <a:pt x="2430196" y="1868553"/>
                  </a:lnTo>
                  <a:lnTo>
                    <a:pt x="2641189" y="1815213"/>
                  </a:lnTo>
                  <a:lnTo>
                    <a:pt x="2676847" y="1289266"/>
                  </a:lnTo>
                  <a:lnTo>
                    <a:pt x="2691006" y="1289266"/>
                  </a:lnTo>
                  <a:lnTo>
                    <a:pt x="2654907" y="1821287"/>
                  </a:lnTo>
                  <a:lnTo>
                    <a:pt x="2654766" y="1821527"/>
                  </a:lnTo>
                  <a:lnTo>
                    <a:pt x="2654596" y="1822869"/>
                  </a:lnTo>
                  <a:lnTo>
                    <a:pt x="2654257" y="1824041"/>
                  </a:lnTo>
                  <a:lnTo>
                    <a:pt x="2647776" y="1832588"/>
                  </a:lnTo>
                  <a:lnTo>
                    <a:pt x="2630099" y="1832588"/>
                  </a:lnTo>
                  <a:lnTo>
                    <a:pt x="2487838" y="1868553"/>
                  </a:lnTo>
                  <a:close/>
                </a:path>
                <a:path w="2694304" h="2705734">
                  <a:moveTo>
                    <a:pt x="1167262" y="2234045"/>
                  </a:moveTo>
                  <a:lnTo>
                    <a:pt x="1144051" y="2234045"/>
                  </a:lnTo>
                  <a:lnTo>
                    <a:pt x="1780788" y="1746632"/>
                  </a:lnTo>
                  <a:lnTo>
                    <a:pt x="1001703" y="1472478"/>
                  </a:lnTo>
                  <a:lnTo>
                    <a:pt x="1044299" y="1472478"/>
                  </a:lnTo>
                  <a:lnTo>
                    <a:pt x="1785054" y="1733142"/>
                  </a:lnTo>
                  <a:lnTo>
                    <a:pt x="1812287" y="1733142"/>
                  </a:lnTo>
                  <a:lnTo>
                    <a:pt x="1807531" y="1739682"/>
                  </a:lnTo>
                  <a:lnTo>
                    <a:pt x="1870010" y="1753187"/>
                  </a:lnTo>
                  <a:lnTo>
                    <a:pt x="1803165" y="1753187"/>
                  </a:lnTo>
                  <a:lnTo>
                    <a:pt x="1803496" y="1757876"/>
                  </a:lnTo>
                  <a:lnTo>
                    <a:pt x="1789321" y="1757876"/>
                  </a:lnTo>
                  <a:lnTo>
                    <a:pt x="1167262" y="2234045"/>
                  </a:lnTo>
                  <a:close/>
                </a:path>
                <a:path w="2694304" h="2705734">
                  <a:moveTo>
                    <a:pt x="1143872" y="2233084"/>
                  </a:moveTo>
                  <a:lnTo>
                    <a:pt x="1129486" y="2233084"/>
                  </a:lnTo>
                  <a:lnTo>
                    <a:pt x="987760" y="1474780"/>
                  </a:lnTo>
                  <a:lnTo>
                    <a:pt x="1002134" y="1474780"/>
                  </a:lnTo>
                  <a:lnTo>
                    <a:pt x="1143872" y="2233084"/>
                  </a:lnTo>
                  <a:close/>
                </a:path>
                <a:path w="2694304" h="2705734">
                  <a:moveTo>
                    <a:pt x="558039" y="2385022"/>
                  </a:moveTo>
                  <a:lnTo>
                    <a:pt x="543792" y="2385022"/>
                  </a:lnTo>
                  <a:lnTo>
                    <a:pt x="476644" y="1884896"/>
                  </a:lnTo>
                  <a:lnTo>
                    <a:pt x="476545" y="1884162"/>
                  </a:lnTo>
                  <a:lnTo>
                    <a:pt x="71809" y="1746251"/>
                  </a:lnTo>
                  <a:lnTo>
                    <a:pt x="115607" y="1746251"/>
                  </a:lnTo>
                  <a:lnTo>
                    <a:pt x="473183" y="1868100"/>
                  </a:lnTo>
                  <a:lnTo>
                    <a:pt x="507299" y="1868100"/>
                  </a:lnTo>
                  <a:lnTo>
                    <a:pt x="495462" y="1877791"/>
                  </a:lnTo>
                  <a:lnTo>
                    <a:pt x="520770" y="1891973"/>
                  </a:lnTo>
                  <a:lnTo>
                    <a:pt x="491859" y="1891973"/>
                  </a:lnTo>
                  <a:lnTo>
                    <a:pt x="558039" y="2385022"/>
                  </a:lnTo>
                  <a:close/>
                </a:path>
                <a:path w="2694304" h="2705734">
                  <a:moveTo>
                    <a:pt x="1866586" y="2334960"/>
                  </a:moveTo>
                  <a:lnTo>
                    <a:pt x="1844149" y="2334960"/>
                  </a:lnTo>
                  <a:lnTo>
                    <a:pt x="2402238" y="1882678"/>
                  </a:lnTo>
                  <a:lnTo>
                    <a:pt x="1803165" y="1753187"/>
                  </a:lnTo>
                  <a:lnTo>
                    <a:pt x="1870010" y="1753187"/>
                  </a:lnTo>
                  <a:lnTo>
                    <a:pt x="2409189" y="1869725"/>
                  </a:lnTo>
                  <a:lnTo>
                    <a:pt x="2483201" y="1869725"/>
                  </a:lnTo>
                  <a:lnTo>
                    <a:pt x="2423189" y="1884896"/>
                  </a:lnTo>
                  <a:lnTo>
                    <a:pt x="2415311" y="1902765"/>
                  </a:lnTo>
                  <a:lnTo>
                    <a:pt x="2399865" y="1902765"/>
                  </a:lnTo>
                  <a:lnTo>
                    <a:pt x="1866586" y="2334960"/>
                  </a:lnTo>
                  <a:close/>
                </a:path>
                <a:path w="2694304" h="2705734">
                  <a:moveTo>
                    <a:pt x="1859474" y="2340723"/>
                  </a:moveTo>
                  <a:lnTo>
                    <a:pt x="1830389" y="2340723"/>
                  </a:lnTo>
                  <a:lnTo>
                    <a:pt x="1789321" y="1757876"/>
                  </a:lnTo>
                  <a:lnTo>
                    <a:pt x="1803496" y="1757876"/>
                  </a:lnTo>
                  <a:lnTo>
                    <a:pt x="1844149" y="2334960"/>
                  </a:lnTo>
                  <a:lnTo>
                    <a:pt x="1866586" y="2334960"/>
                  </a:lnTo>
                  <a:lnTo>
                    <a:pt x="1859474" y="2340723"/>
                  </a:lnTo>
                  <a:close/>
                </a:path>
                <a:path w="2694304" h="2705734">
                  <a:moveTo>
                    <a:pt x="526570" y="2361714"/>
                  </a:moveTo>
                  <a:lnTo>
                    <a:pt x="508996" y="2361714"/>
                  </a:lnTo>
                  <a:lnTo>
                    <a:pt x="101816" y="1810651"/>
                  </a:lnTo>
                  <a:lnTo>
                    <a:pt x="119394" y="1810651"/>
                  </a:lnTo>
                  <a:lnTo>
                    <a:pt x="526570" y="2361714"/>
                  </a:lnTo>
                  <a:close/>
                </a:path>
                <a:path w="2694304" h="2705734">
                  <a:moveTo>
                    <a:pt x="2208498" y="2411945"/>
                  </a:moveTo>
                  <a:lnTo>
                    <a:pt x="2190807" y="2411945"/>
                  </a:lnTo>
                  <a:lnTo>
                    <a:pt x="2630099" y="1832588"/>
                  </a:lnTo>
                  <a:lnTo>
                    <a:pt x="2647776" y="1832588"/>
                  </a:lnTo>
                  <a:lnTo>
                    <a:pt x="2208498" y="2411945"/>
                  </a:lnTo>
                  <a:close/>
                </a:path>
                <a:path w="2694304" h="2705734">
                  <a:moveTo>
                    <a:pt x="612459" y="2402340"/>
                  </a:moveTo>
                  <a:lnTo>
                    <a:pt x="560363" y="2402340"/>
                  </a:lnTo>
                  <a:lnTo>
                    <a:pt x="1120868" y="2244455"/>
                  </a:lnTo>
                  <a:lnTo>
                    <a:pt x="491859" y="1891973"/>
                  </a:lnTo>
                  <a:lnTo>
                    <a:pt x="520770" y="1891973"/>
                  </a:lnTo>
                  <a:lnTo>
                    <a:pt x="1129486" y="2233084"/>
                  </a:lnTo>
                  <a:lnTo>
                    <a:pt x="1143872" y="2233084"/>
                  </a:lnTo>
                  <a:lnTo>
                    <a:pt x="1144051" y="2234045"/>
                  </a:lnTo>
                  <a:lnTo>
                    <a:pt x="1167262" y="2234045"/>
                  </a:lnTo>
                  <a:lnTo>
                    <a:pt x="1156780" y="2242068"/>
                  </a:lnTo>
                  <a:lnTo>
                    <a:pt x="1245321" y="2255036"/>
                  </a:lnTo>
                  <a:lnTo>
                    <a:pt x="1135419" y="2255036"/>
                  </a:lnTo>
                  <a:lnTo>
                    <a:pt x="612459" y="2402340"/>
                  </a:lnTo>
                  <a:close/>
                </a:path>
                <a:path w="2694304" h="2705734">
                  <a:moveTo>
                    <a:pt x="2175616" y="2455312"/>
                  </a:moveTo>
                  <a:lnTo>
                    <a:pt x="2156252" y="2455312"/>
                  </a:lnTo>
                  <a:lnTo>
                    <a:pt x="2399865" y="1902765"/>
                  </a:lnTo>
                  <a:lnTo>
                    <a:pt x="2415311" y="1902765"/>
                  </a:lnTo>
                  <a:lnTo>
                    <a:pt x="2190807" y="2411945"/>
                  </a:lnTo>
                  <a:lnTo>
                    <a:pt x="2208498" y="2411945"/>
                  </a:lnTo>
                  <a:lnTo>
                    <a:pt x="2175616" y="2455312"/>
                  </a:lnTo>
                  <a:close/>
                </a:path>
                <a:path w="2694304" h="2705734">
                  <a:moveTo>
                    <a:pt x="1360002" y="2686086"/>
                  </a:moveTo>
                  <a:lnTo>
                    <a:pt x="1344293" y="2686086"/>
                  </a:lnTo>
                  <a:lnTo>
                    <a:pt x="1135419" y="2255036"/>
                  </a:lnTo>
                  <a:lnTo>
                    <a:pt x="1245321" y="2255036"/>
                  </a:lnTo>
                  <a:lnTo>
                    <a:pt x="1248889" y="2255558"/>
                  </a:lnTo>
                  <a:lnTo>
                    <a:pt x="1151369" y="2255558"/>
                  </a:lnTo>
                  <a:lnTo>
                    <a:pt x="1360002" y="2686086"/>
                  </a:lnTo>
                  <a:close/>
                </a:path>
                <a:path w="2694304" h="2705734">
                  <a:moveTo>
                    <a:pt x="1420021" y="2687838"/>
                  </a:moveTo>
                  <a:lnTo>
                    <a:pt x="1360851" y="2687838"/>
                  </a:lnTo>
                  <a:lnTo>
                    <a:pt x="1819892" y="2353479"/>
                  </a:lnTo>
                  <a:lnTo>
                    <a:pt x="1151369" y="2255558"/>
                  </a:lnTo>
                  <a:lnTo>
                    <a:pt x="1248889" y="2255558"/>
                  </a:lnTo>
                  <a:lnTo>
                    <a:pt x="1830389" y="2340723"/>
                  </a:lnTo>
                  <a:lnTo>
                    <a:pt x="1859474" y="2340723"/>
                  </a:lnTo>
                  <a:lnTo>
                    <a:pt x="1852258" y="2346571"/>
                  </a:lnTo>
                  <a:lnTo>
                    <a:pt x="1881126" y="2356897"/>
                  </a:lnTo>
                  <a:lnTo>
                    <a:pt x="1839190" y="2356897"/>
                  </a:lnTo>
                  <a:lnTo>
                    <a:pt x="1395081" y="2680407"/>
                  </a:lnTo>
                  <a:lnTo>
                    <a:pt x="1445443" y="2680407"/>
                  </a:lnTo>
                  <a:lnTo>
                    <a:pt x="1420021" y="2687838"/>
                  </a:lnTo>
                  <a:close/>
                </a:path>
                <a:path w="2694304" h="2705734">
                  <a:moveTo>
                    <a:pt x="1445443" y="2680407"/>
                  </a:moveTo>
                  <a:lnTo>
                    <a:pt x="1395081" y="2680407"/>
                  </a:lnTo>
                  <a:lnTo>
                    <a:pt x="2137194" y="2463519"/>
                  </a:lnTo>
                  <a:lnTo>
                    <a:pt x="1839190" y="2356897"/>
                  </a:lnTo>
                  <a:lnTo>
                    <a:pt x="1881126" y="2356897"/>
                  </a:lnTo>
                  <a:lnTo>
                    <a:pt x="2156252" y="2455312"/>
                  </a:lnTo>
                  <a:lnTo>
                    <a:pt x="2175616" y="2455312"/>
                  </a:lnTo>
                  <a:lnTo>
                    <a:pt x="2165421" y="2468759"/>
                  </a:lnTo>
                  <a:lnTo>
                    <a:pt x="2165084" y="2468759"/>
                  </a:lnTo>
                  <a:lnTo>
                    <a:pt x="2164135" y="2469677"/>
                  </a:lnTo>
                  <a:lnTo>
                    <a:pt x="2163527" y="2470129"/>
                  </a:lnTo>
                  <a:lnTo>
                    <a:pt x="2162482" y="2470596"/>
                  </a:lnTo>
                  <a:lnTo>
                    <a:pt x="2162312" y="2470892"/>
                  </a:lnTo>
                  <a:lnTo>
                    <a:pt x="1445443" y="2680407"/>
                  </a:lnTo>
                  <a:close/>
                </a:path>
                <a:path w="2694304" h="2705734">
                  <a:moveTo>
                    <a:pt x="1327531" y="2680096"/>
                  </a:moveTo>
                  <a:lnTo>
                    <a:pt x="1285608" y="2680096"/>
                  </a:lnTo>
                  <a:lnTo>
                    <a:pt x="604822" y="2436835"/>
                  </a:lnTo>
                  <a:lnTo>
                    <a:pt x="646757" y="2436835"/>
                  </a:lnTo>
                  <a:lnTo>
                    <a:pt x="1327531" y="26800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558365" y="7195832"/>
            <a:ext cx="301752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400" spc="120">
                <a:solidFill>
                  <a:srgbClr val="FFFFFF"/>
                </a:solidFill>
                <a:latin typeface="Lucida Sans Unicode"/>
                <a:cs typeface="Lucida Sans Unicode"/>
              </a:rPr>
              <a:t>We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build</a:t>
            </a:r>
            <a:r>
              <a:rPr dirty="0" sz="1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software</a:t>
            </a:r>
            <a:r>
              <a:rPr dirty="0" sz="1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35">
                <a:solidFill>
                  <a:srgbClr val="FFFFFF"/>
                </a:solidFill>
                <a:latin typeface="Lucida Sans Unicode"/>
                <a:cs typeface="Lucida Sans Unicode"/>
              </a:rPr>
              <a:t>empowers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organizations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effectively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integrate</a:t>
            </a:r>
            <a:r>
              <a:rPr dirty="0" sz="14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their</a:t>
            </a:r>
            <a:r>
              <a:rPr dirty="0" sz="1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data,</a:t>
            </a:r>
            <a:r>
              <a:rPr dirty="0" sz="1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decisions, </a:t>
            </a:r>
            <a:r>
              <a:rPr dirty="0" sz="1400" spc="8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operations.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635226" y="7195832"/>
            <a:ext cx="301752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400" spc="120">
                <a:solidFill>
                  <a:srgbClr val="FFFFFF"/>
                </a:solidFill>
                <a:latin typeface="Lucida Sans Unicode"/>
                <a:cs typeface="Lucida Sans Unicode"/>
              </a:rPr>
              <a:t>We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build</a:t>
            </a:r>
            <a:r>
              <a:rPr dirty="0" sz="1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software</a:t>
            </a:r>
            <a:r>
              <a:rPr dirty="0" sz="1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35">
                <a:solidFill>
                  <a:srgbClr val="FFFFFF"/>
                </a:solidFill>
                <a:latin typeface="Lucida Sans Unicode"/>
                <a:cs typeface="Lucida Sans Unicode"/>
              </a:rPr>
              <a:t>empowers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organizations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effectively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integrate</a:t>
            </a:r>
            <a:r>
              <a:rPr dirty="0" sz="14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their</a:t>
            </a:r>
            <a:r>
              <a:rPr dirty="0" sz="1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data,</a:t>
            </a:r>
            <a:r>
              <a:rPr dirty="0" sz="1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decisions, </a:t>
            </a:r>
            <a:r>
              <a:rPr dirty="0" sz="1400" spc="8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operations.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30199" y="2938294"/>
            <a:ext cx="3057800" cy="734870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712086" y="7195832"/>
            <a:ext cx="301752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1400" spc="120">
                <a:solidFill>
                  <a:srgbClr val="FFFFFF"/>
                </a:solidFill>
                <a:latin typeface="Lucida Sans Unicode"/>
                <a:cs typeface="Lucida Sans Unicode"/>
              </a:rPr>
              <a:t>We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build</a:t>
            </a:r>
            <a:r>
              <a:rPr dirty="0" sz="1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software</a:t>
            </a:r>
            <a:r>
              <a:rPr dirty="0" sz="1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1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35">
                <a:solidFill>
                  <a:srgbClr val="FFFFFF"/>
                </a:solidFill>
                <a:latin typeface="Lucida Sans Unicode"/>
                <a:cs typeface="Lucida Sans Unicode"/>
              </a:rPr>
              <a:t>empowers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organizations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effectively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integrate</a:t>
            </a:r>
            <a:r>
              <a:rPr dirty="0" sz="14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their</a:t>
            </a:r>
            <a:r>
              <a:rPr dirty="0" sz="1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FFFFFF"/>
                </a:solidFill>
                <a:latin typeface="Lucida Sans Unicode"/>
                <a:cs typeface="Lucida Sans Unicode"/>
              </a:rPr>
              <a:t>data,</a:t>
            </a:r>
            <a:r>
              <a:rPr dirty="0" sz="140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decisions, </a:t>
            </a:r>
            <a:r>
              <a:rPr dirty="0" sz="1400" spc="8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Lucida Sans Unicode"/>
                <a:cs typeface="Lucida Sans Unicode"/>
              </a:rPr>
              <a:t>operations.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43344" y="3965735"/>
            <a:ext cx="2702137" cy="26924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1780" rIns="0" bIns="0" rtlCol="0" vert="horz">
            <a:spAutoFit/>
          </a:bodyPr>
          <a:lstStyle/>
          <a:p>
            <a:pPr marL="5252085">
              <a:lnSpc>
                <a:spcPct val="100000"/>
              </a:lnSpc>
              <a:spcBef>
                <a:spcPts val="135"/>
              </a:spcBef>
            </a:pPr>
            <a:r>
              <a:rPr dirty="0" spc="-1555"/>
              <a:t>PROJECT</a:t>
            </a:r>
            <a:r>
              <a:rPr dirty="0" spc="-560"/>
              <a:t> </a:t>
            </a:r>
            <a:r>
              <a:rPr dirty="0" spc="-509"/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9701" y="6364710"/>
            <a:ext cx="8110659" cy="392228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11975465" cy="10284460"/>
            <a:chOff x="0" y="0"/>
            <a:chExt cx="11975465" cy="1028446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057649" cy="464323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9619" y="2947418"/>
              <a:ext cx="11075823" cy="733658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012475" y="2151421"/>
            <a:ext cx="5365750" cy="298005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7500"/>
              </a:lnSpc>
              <a:spcBef>
                <a:spcPts val="95"/>
              </a:spcBef>
            </a:pPr>
            <a:r>
              <a:rPr dirty="0" sz="3300" i="1">
                <a:latin typeface="Verdana"/>
                <a:cs typeface="Verdana"/>
              </a:rPr>
              <a:t>We</a:t>
            </a:r>
            <a:r>
              <a:rPr dirty="0" sz="3300" spc="-40" i="1">
                <a:latin typeface="Verdana"/>
                <a:cs typeface="Verdana"/>
              </a:rPr>
              <a:t> </a:t>
            </a:r>
            <a:r>
              <a:rPr dirty="0" sz="3300" i="1">
                <a:latin typeface="Verdana"/>
                <a:cs typeface="Verdana"/>
              </a:rPr>
              <a:t>build</a:t>
            </a:r>
            <a:r>
              <a:rPr dirty="0" sz="3300" spc="-40" i="1">
                <a:latin typeface="Verdana"/>
                <a:cs typeface="Verdana"/>
              </a:rPr>
              <a:t> </a:t>
            </a:r>
            <a:r>
              <a:rPr dirty="0" sz="3300" i="1">
                <a:latin typeface="Verdana"/>
                <a:cs typeface="Verdana"/>
              </a:rPr>
              <a:t>software</a:t>
            </a:r>
            <a:r>
              <a:rPr dirty="0" sz="3300" spc="-35" i="1">
                <a:latin typeface="Verdana"/>
                <a:cs typeface="Verdana"/>
              </a:rPr>
              <a:t> </a:t>
            </a:r>
            <a:r>
              <a:rPr dirty="0" sz="3300" spc="-20" i="1">
                <a:latin typeface="Verdana"/>
                <a:cs typeface="Verdana"/>
              </a:rPr>
              <a:t>that </a:t>
            </a:r>
            <a:r>
              <a:rPr dirty="0" sz="3300" spc="60" i="1">
                <a:latin typeface="Verdana"/>
                <a:cs typeface="Verdana"/>
              </a:rPr>
              <a:t>empowers</a:t>
            </a:r>
            <a:r>
              <a:rPr dirty="0" sz="3300" spc="-150" i="1">
                <a:latin typeface="Verdana"/>
                <a:cs typeface="Verdana"/>
              </a:rPr>
              <a:t> </a:t>
            </a:r>
            <a:r>
              <a:rPr dirty="0" sz="3300" spc="-10" i="1">
                <a:latin typeface="Verdana"/>
                <a:cs typeface="Verdana"/>
              </a:rPr>
              <a:t>organizations </a:t>
            </a:r>
            <a:r>
              <a:rPr dirty="0" sz="3300" i="1">
                <a:latin typeface="Verdana"/>
                <a:cs typeface="Verdana"/>
              </a:rPr>
              <a:t>to</a:t>
            </a:r>
            <a:r>
              <a:rPr dirty="0" sz="3300" spc="-185" i="1">
                <a:latin typeface="Verdana"/>
                <a:cs typeface="Verdana"/>
              </a:rPr>
              <a:t> </a:t>
            </a:r>
            <a:r>
              <a:rPr dirty="0" sz="3300" i="1">
                <a:latin typeface="Verdana"/>
                <a:cs typeface="Verdana"/>
              </a:rPr>
              <a:t>effectively</a:t>
            </a:r>
            <a:r>
              <a:rPr dirty="0" sz="3300" spc="-180" i="1">
                <a:latin typeface="Verdana"/>
                <a:cs typeface="Verdana"/>
              </a:rPr>
              <a:t> </a:t>
            </a:r>
            <a:r>
              <a:rPr dirty="0" sz="3300" spc="-10" i="1">
                <a:latin typeface="Verdana"/>
                <a:cs typeface="Verdana"/>
              </a:rPr>
              <a:t>integrate </a:t>
            </a:r>
            <a:r>
              <a:rPr dirty="0" sz="3300" spc="-40" i="1">
                <a:latin typeface="Verdana"/>
                <a:cs typeface="Verdana"/>
              </a:rPr>
              <a:t>their</a:t>
            </a:r>
            <a:r>
              <a:rPr dirty="0" sz="3300" spc="-190" i="1">
                <a:latin typeface="Verdana"/>
                <a:cs typeface="Verdana"/>
              </a:rPr>
              <a:t> </a:t>
            </a:r>
            <a:r>
              <a:rPr dirty="0" sz="3300" i="1">
                <a:latin typeface="Verdana"/>
                <a:cs typeface="Verdana"/>
              </a:rPr>
              <a:t>data,</a:t>
            </a:r>
            <a:r>
              <a:rPr dirty="0" sz="3300" spc="-185" i="1">
                <a:latin typeface="Verdana"/>
                <a:cs typeface="Verdana"/>
              </a:rPr>
              <a:t> </a:t>
            </a:r>
            <a:r>
              <a:rPr dirty="0" sz="3300" i="1">
                <a:latin typeface="Verdana"/>
                <a:cs typeface="Verdana"/>
              </a:rPr>
              <a:t>decisions,</a:t>
            </a:r>
            <a:r>
              <a:rPr dirty="0" sz="3300" spc="-185" i="1">
                <a:latin typeface="Verdana"/>
                <a:cs typeface="Verdana"/>
              </a:rPr>
              <a:t> </a:t>
            </a:r>
            <a:r>
              <a:rPr dirty="0" sz="3300" spc="130" i="1">
                <a:latin typeface="Verdana"/>
                <a:cs typeface="Verdana"/>
              </a:rPr>
              <a:t>and </a:t>
            </a:r>
            <a:r>
              <a:rPr dirty="0" sz="3300" spc="-10" i="1">
                <a:latin typeface="Verdana"/>
                <a:cs typeface="Verdana"/>
              </a:rPr>
              <a:t>operations.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383756" y="6016731"/>
            <a:ext cx="262255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90" i="1">
                <a:solidFill>
                  <a:srgbClr val="FFFFFF"/>
                </a:solidFill>
                <a:latin typeface="Verdana"/>
                <a:cs typeface="Verdana"/>
              </a:rPr>
              <a:t>RIMBERIO</a:t>
            </a:r>
            <a:r>
              <a:rPr dirty="0" sz="2100" spc="-11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100" spc="-10" i="1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445786" y="340720"/>
            <a:ext cx="8842375" cy="9946640"/>
            <a:chOff x="9445786" y="340720"/>
            <a:chExt cx="8842375" cy="99466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19231" y="5476189"/>
              <a:ext cx="4668767" cy="481081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5786" y="340720"/>
              <a:ext cx="8842212" cy="9946279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2342055" y="4737267"/>
            <a:ext cx="5469890" cy="3107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50">
                <a:solidFill>
                  <a:srgbClr val="FFFFFF"/>
                </a:solidFill>
                <a:latin typeface="Lucida Sans Unicode"/>
                <a:cs typeface="Lucida Sans Unicode"/>
              </a:rPr>
              <a:t>@reallygreatsite</a:t>
            </a:r>
            <a:endParaRPr sz="2450">
              <a:latin typeface="Lucida Sans Unicode"/>
              <a:cs typeface="Lucida Sans Unicode"/>
            </a:endParaRPr>
          </a:p>
          <a:p>
            <a:pPr marL="12700" marR="1371600">
              <a:lnSpc>
                <a:spcPct val="241699"/>
              </a:lnSpc>
            </a:pPr>
            <a:r>
              <a:rPr dirty="0" sz="2450" spc="4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hello@reallygreatsite.com</a:t>
            </a:r>
            <a:r>
              <a:rPr dirty="0" sz="245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Lucida Sans Unicode"/>
                <a:cs typeface="Lucida Sans Unicode"/>
                <a:hlinkClick r:id="rId5"/>
              </a:rPr>
              <a:t>www.reallygreatsite.com</a:t>
            </a:r>
            <a:endParaRPr sz="24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4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450" spc="-345">
                <a:solidFill>
                  <a:srgbClr val="FFFFFF"/>
                </a:solidFill>
                <a:latin typeface="Lucida Sans Unicode"/>
                <a:cs typeface="Lucida Sans Unicode"/>
              </a:rPr>
              <a:t>123</a:t>
            </a:r>
            <a:r>
              <a:rPr dirty="0" sz="24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55">
                <a:solidFill>
                  <a:srgbClr val="FFFFFF"/>
                </a:solidFill>
                <a:latin typeface="Lucida Sans Unicode"/>
                <a:cs typeface="Lucida Sans Unicode"/>
              </a:rPr>
              <a:t>Anywhere</a:t>
            </a:r>
            <a:r>
              <a:rPr dirty="0" sz="24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80">
                <a:solidFill>
                  <a:srgbClr val="FFFFFF"/>
                </a:solidFill>
                <a:latin typeface="Lucida Sans Unicode"/>
                <a:cs typeface="Lucida Sans Unicode"/>
              </a:rPr>
              <a:t>ST.,</a:t>
            </a:r>
            <a:r>
              <a:rPr dirty="0" sz="24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FFFFFF"/>
                </a:solidFill>
                <a:latin typeface="Lucida Sans Unicode"/>
                <a:cs typeface="Lucida Sans Unicode"/>
              </a:rPr>
              <a:t>Any</a:t>
            </a:r>
            <a:r>
              <a:rPr dirty="0" sz="24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5">
                <a:solidFill>
                  <a:srgbClr val="FFFFFF"/>
                </a:solidFill>
                <a:latin typeface="Lucida Sans Unicode"/>
                <a:cs typeface="Lucida Sans Unicode"/>
              </a:rPr>
              <a:t>City,</a:t>
            </a:r>
            <a:r>
              <a:rPr dirty="0" sz="24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60">
                <a:solidFill>
                  <a:srgbClr val="FFFFFF"/>
                </a:solidFill>
                <a:latin typeface="Lucida Sans Unicode"/>
                <a:cs typeface="Lucida Sans Unicode"/>
              </a:rPr>
              <a:t>ST</a:t>
            </a:r>
            <a:r>
              <a:rPr dirty="0" sz="24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50">
                <a:solidFill>
                  <a:srgbClr val="FFFFFF"/>
                </a:solidFill>
                <a:latin typeface="Lucida Sans Unicode"/>
                <a:cs typeface="Lucida Sans Unicode"/>
              </a:rPr>
              <a:t>12345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1746" rIns="0" bIns="0" rtlCol="0" vert="horz">
            <a:spAutoFit/>
          </a:bodyPr>
          <a:lstStyle/>
          <a:p>
            <a:pPr marL="526415">
              <a:lnSpc>
                <a:spcPct val="100000"/>
              </a:lnSpc>
              <a:spcBef>
                <a:spcPts val="135"/>
              </a:spcBef>
            </a:pPr>
            <a:r>
              <a:rPr dirty="0" spc="-1570"/>
              <a:t>CONTACT</a:t>
            </a:r>
            <a:r>
              <a:rPr dirty="0" spc="-570"/>
              <a:t> </a:t>
            </a:r>
            <a:r>
              <a:rPr dirty="0" spc="-1035"/>
              <a:t>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875014" y="-2770"/>
            <a:ext cx="13416280" cy="9747250"/>
            <a:chOff x="4875014" y="-2770"/>
            <a:chExt cx="13416280" cy="97472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5014" y="542924"/>
              <a:ext cx="9201149" cy="920114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4597" y="-2770"/>
              <a:ext cx="7946172" cy="63738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7911" y="3993915"/>
            <a:ext cx="7572375" cy="2295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900" spc="-2110"/>
              <a:t>THANK</a:t>
            </a:r>
            <a:r>
              <a:rPr dirty="0" sz="14900" spc="-985"/>
              <a:t> </a:t>
            </a:r>
            <a:r>
              <a:rPr dirty="0" sz="14900" spc="-2460"/>
              <a:t>YOU</a:t>
            </a:r>
            <a:endParaRPr sz="14900"/>
          </a:p>
        </p:txBody>
      </p:sp>
      <p:sp>
        <p:nvSpPr>
          <p:cNvPr id="7" name="object 7" descr=""/>
          <p:cNvSpPr txBox="1"/>
          <p:nvPr/>
        </p:nvSpPr>
        <p:spPr>
          <a:xfrm>
            <a:off x="7039397" y="6236960"/>
            <a:ext cx="42094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5440" algn="l"/>
              </a:tabLst>
            </a:pPr>
            <a:r>
              <a:rPr dirty="0" sz="3200" spc="-30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3200" spc="-2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1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3200" spc="-2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24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3200" spc="-2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5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32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200" spc="24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3200" spc="-2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3200" spc="-2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35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dirty="0" sz="3200" spc="-2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7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dirty="0" sz="3200" spc="-2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7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3200" spc="-2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25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dirty="0" sz="3200" spc="-2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5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endParaRPr sz="3200">
              <a:latin typeface="Lucida Sans Unicode"/>
              <a:cs typeface="Lucida Sans Unicode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-2136" y="3656952"/>
            <a:ext cx="6768465" cy="6632575"/>
            <a:chOff x="-2136" y="3656952"/>
            <a:chExt cx="6768465" cy="6632575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2136" y="4135689"/>
              <a:ext cx="6767902" cy="615344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0" y="3659088"/>
              <a:ext cx="635" cy="35560"/>
            </a:xfrm>
            <a:custGeom>
              <a:avLst/>
              <a:gdLst/>
              <a:ahLst/>
              <a:cxnLst/>
              <a:rect l="l" t="t" r="r" b="b"/>
              <a:pathLst>
                <a:path w="635" h="35560">
                  <a:moveTo>
                    <a:pt x="0" y="0"/>
                  </a:moveTo>
                  <a:lnTo>
                    <a:pt x="253" y="20436"/>
                  </a:lnTo>
                  <a:lnTo>
                    <a:pt x="0" y="35170"/>
                  </a:lnTo>
                </a:path>
              </a:pathLst>
            </a:custGeom>
            <a:ln w="4272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Harinivashini</dc:creator>
  <cp:keywords>DAG0DhzS92U,BAF2rUUQIqY,0</cp:keywords>
  <dc:title>Black and White Modern Tech Company Presentation</dc:title>
  <dcterms:created xsi:type="dcterms:W3CDTF">2025-09-26T06:32:26Z</dcterms:created>
  <dcterms:modified xsi:type="dcterms:W3CDTF">2025-09-26T06:32:26Z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2025-09-26T00:00:00Z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2025-09-26T00:00:00Z</vt:filetime>
  </property>
  <property fmtid="{D5CDD505-2E9C-101B-9397-08002B2CF9AE}" pid="5" name="Producer">
    <vt:lpwstr>Canva</vt:lpwstr>
  </property>
</Properties>
</file>