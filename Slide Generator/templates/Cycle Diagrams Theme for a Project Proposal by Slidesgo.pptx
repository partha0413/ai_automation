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4" r:id="rId4"/>
    <p:sldMasterId id="214748366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Figtree"/>
      <p:regular r:id="rId47"/>
      <p:bold r:id="rId48"/>
      <p:italic r:id="rId49"/>
      <p:boldItalic r:id="rId50"/>
    </p:embeddedFont>
    <p:embeddedFont>
      <p:font typeface="Catamaran"/>
      <p:regular r:id="rId51"/>
      <p:bold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Inter"/>
      <p:regular r:id="rId63"/>
      <p:bold r:id="rId64"/>
      <p:italic r:id="rId65"/>
      <p:boldItalic r:id="rId66"/>
    </p:embeddedFont>
    <p:embeddedFont>
      <p:font typeface="Anaheim"/>
      <p:regular r:id="rId67"/>
      <p:bold r:id="rId68"/>
    </p:embeddedFont>
    <p:embeddedFont>
      <p:font typeface="Lato"/>
      <p:regular r:id="rId69"/>
      <p:bold r:id="rId70"/>
      <p:italic r:id="rId71"/>
      <p:boldItalic r:id="rId72"/>
    </p:embeddedFont>
    <p:embeddedFont>
      <p:font typeface="Proxima Nova Semibold"/>
      <p:regular r:id="rId73"/>
      <p:bold r:id="rId74"/>
      <p:boldItalic r:id="rId75"/>
    </p:embeddedFont>
    <p:embeddedFont>
      <p:font typeface="DM Sans"/>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174D427-3B1A-46DF-A607-B88D1EE145ED}">
  <a:tblStyle styleId="{6174D427-3B1A-46DF-A607-B88D1EE145E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gtree-bold.fntdata"/><Relationship Id="rId47" Type="http://schemas.openxmlformats.org/officeDocument/2006/relationships/font" Target="fonts/Figtree-regular.fntdata"/><Relationship Id="rId49" Type="http://schemas.openxmlformats.org/officeDocument/2006/relationships/font" Target="fonts/Figtree-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regular.fntdata"/><Relationship Id="rId72" Type="http://schemas.openxmlformats.org/officeDocument/2006/relationships/font" Target="fonts/Lato-boldItalic.fntdata"/><Relationship Id="rId31" Type="http://schemas.openxmlformats.org/officeDocument/2006/relationships/slide" Target="slides/slide25.xml"/><Relationship Id="rId75" Type="http://schemas.openxmlformats.org/officeDocument/2006/relationships/font" Target="fonts/ProximaNovaSemibold-boldItalic.fntdata"/><Relationship Id="rId30" Type="http://schemas.openxmlformats.org/officeDocument/2006/relationships/slide" Target="slides/slide24.xml"/><Relationship Id="rId74" Type="http://schemas.openxmlformats.org/officeDocument/2006/relationships/font" Target="fonts/ProximaNovaSemibold-bold.fntdata"/><Relationship Id="rId33" Type="http://schemas.openxmlformats.org/officeDocument/2006/relationships/slide" Target="slides/slide27.xml"/><Relationship Id="rId77" Type="http://schemas.openxmlformats.org/officeDocument/2006/relationships/font" Target="fonts/DMSans-bold.fntdata"/><Relationship Id="rId32" Type="http://schemas.openxmlformats.org/officeDocument/2006/relationships/slide" Target="slides/slide26.xml"/><Relationship Id="rId76" Type="http://schemas.openxmlformats.org/officeDocument/2006/relationships/font" Target="fonts/DMSans-regular.fntdata"/><Relationship Id="rId35" Type="http://schemas.openxmlformats.org/officeDocument/2006/relationships/slide" Target="slides/slide29.xml"/><Relationship Id="rId79" Type="http://schemas.openxmlformats.org/officeDocument/2006/relationships/font" Target="fonts/DMSans-boldItalic.fntdata"/><Relationship Id="rId34" Type="http://schemas.openxmlformats.org/officeDocument/2006/relationships/slide" Target="slides/slide28.xml"/><Relationship Id="rId78" Type="http://schemas.openxmlformats.org/officeDocument/2006/relationships/font" Target="fonts/DMSans-italic.fntdata"/><Relationship Id="rId71" Type="http://schemas.openxmlformats.org/officeDocument/2006/relationships/font" Target="fonts/Lato-italic.fntdata"/><Relationship Id="rId70" Type="http://schemas.openxmlformats.org/officeDocument/2006/relationships/font" Target="fonts/Lato-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4.xml"/><Relationship Id="rId64" Type="http://schemas.openxmlformats.org/officeDocument/2006/relationships/font" Target="fonts/Inter-bold.fntdata"/><Relationship Id="rId63" Type="http://schemas.openxmlformats.org/officeDocument/2006/relationships/font" Target="fonts/Inter-regular.fntdata"/><Relationship Id="rId22" Type="http://schemas.openxmlformats.org/officeDocument/2006/relationships/slide" Target="slides/slide16.xml"/><Relationship Id="rId66" Type="http://schemas.openxmlformats.org/officeDocument/2006/relationships/font" Target="fonts/Inter-boldItalic.fntdata"/><Relationship Id="rId21" Type="http://schemas.openxmlformats.org/officeDocument/2006/relationships/slide" Target="slides/slide15.xml"/><Relationship Id="rId65" Type="http://schemas.openxmlformats.org/officeDocument/2006/relationships/font" Target="fonts/Inter-italic.fntdata"/><Relationship Id="rId24" Type="http://schemas.openxmlformats.org/officeDocument/2006/relationships/slide" Target="slides/slide18.xml"/><Relationship Id="rId68" Type="http://schemas.openxmlformats.org/officeDocument/2006/relationships/font" Target="fonts/Anaheim-bold.fntdata"/><Relationship Id="rId23" Type="http://schemas.openxmlformats.org/officeDocument/2006/relationships/slide" Target="slides/slide17.xml"/><Relationship Id="rId67" Type="http://schemas.openxmlformats.org/officeDocument/2006/relationships/font" Target="fonts/Anaheim-regular.fntdata"/><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Lato-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Catamaran-regular.fntdata"/><Relationship Id="rId50" Type="http://schemas.openxmlformats.org/officeDocument/2006/relationships/font" Target="fonts/Figtree-boldItalic.fntdata"/><Relationship Id="rId53" Type="http://schemas.openxmlformats.org/officeDocument/2006/relationships/font" Target="fonts/ProximaNova-regular.fntdata"/><Relationship Id="rId52" Type="http://schemas.openxmlformats.org/officeDocument/2006/relationships/font" Target="fonts/Catamaran-bold.fntdata"/><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 name="Shape 87"/>
        <p:cNvGrpSpPr/>
        <p:nvPr/>
      </p:nvGrpSpPr>
      <p:grpSpPr>
        <a:xfrm>
          <a:off x="0" y="0"/>
          <a:ext cx="0" cy="0"/>
          <a:chOff x="0" y="0"/>
          <a:chExt cx="0" cy="0"/>
        </a:xfrm>
      </p:grpSpPr>
      <p:sp>
        <p:nvSpPr>
          <p:cNvPr id="88" name="Google Shape;8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 name="Google Shape;8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 name="Shape 154"/>
        <p:cNvGrpSpPr/>
        <p:nvPr/>
      </p:nvGrpSpPr>
      <p:grpSpPr>
        <a:xfrm>
          <a:off x="0" y="0"/>
          <a:ext cx="0" cy="0"/>
          <a:chOff x="0" y="0"/>
          <a:chExt cx="0" cy="0"/>
        </a:xfrm>
      </p:grpSpPr>
      <p:sp>
        <p:nvSpPr>
          <p:cNvPr id="155" name="Google Shape;15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1ef52dc0671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1ef52dc0671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1ef52dc0671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1ef52dc0671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ef52dc067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ef52dc067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1ef52dc0671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1ef52dc0671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ef8ce779d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ef8ce779d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 name="Shape 512"/>
        <p:cNvGrpSpPr/>
        <p:nvPr/>
      </p:nvGrpSpPr>
      <p:grpSpPr>
        <a:xfrm>
          <a:off x="0" y="0"/>
          <a:ext cx="0" cy="0"/>
          <a:chOff x="0" y="0"/>
          <a:chExt cx="0" cy="0"/>
        </a:xfrm>
      </p:grpSpPr>
      <p:sp>
        <p:nvSpPr>
          <p:cNvPr id="513" name="Google Shape;513;g1ef8ce779d4_0_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1ef8ce779d4_0_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g1ef8ce779d4_0_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 name="Google Shape;583;g1ef8ce779d4_0_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g1ef8ce779d4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g1ef8ce779d4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1ef8ce779d4_0_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1ef8ce779d4_0_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1ef8ce779d4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1ef8ce779d4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1ef8ce779d4_0_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1ef8ce779d4_0_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1ef8ce779d4_0_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1ef8ce779d4_0_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 name="Shape 1260"/>
        <p:cNvGrpSpPr/>
        <p:nvPr/>
      </p:nvGrpSpPr>
      <p:grpSpPr>
        <a:xfrm>
          <a:off x="0" y="0"/>
          <a:ext cx="0" cy="0"/>
          <a:chOff x="0" y="0"/>
          <a:chExt cx="0" cy="0"/>
        </a:xfrm>
      </p:grpSpPr>
      <p:sp>
        <p:nvSpPr>
          <p:cNvPr id="1261" name="Google Shape;1261;g1ef8ce779d4_0_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 name="Google Shape;1262;g1ef8ce779d4_0_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4" name="Shape 1354"/>
        <p:cNvGrpSpPr/>
        <p:nvPr/>
      </p:nvGrpSpPr>
      <p:grpSpPr>
        <a:xfrm>
          <a:off x="0" y="0"/>
          <a:ext cx="0" cy="0"/>
          <a:chOff x="0" y="0"/>
          <a:chExt cx="0" cy="0"/>
        </a:xfrm>
      </p:grpSpPr>
      <p:sp>
        <p:nvSpPr>
          <p:cNvPr id="1355" name="Google Shape;1355;g1ef8ce779d4_0_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6" name="Google Shape;1356;g1ef8ce779d4_0_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8" name="Shape 1408"/>
        <p:cNvGrpSpPr/>
        <p:nvPr/>
      </p:nvGrpSpPr>
      <p:grpSpPr>
        <a:xfrm>
          <a:off x="0" y="0"/>
          <a:ext cx="0" cy="0"/>
          <a:chOff x="0" y="0"/>
          <a:chExt cx="0" cy="0"/>
        </a:xfrm>
      </p:grpSpPr>
      <p:sp>
        <p:nvSpPr>
          <p:cNvPr id="1409" name="Google Shape;1409;g1ef8ce779d4_0_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0" name="Google Shape;1410;g1ef8ce779d4_0_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1ef8ce779d4_0_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1ef8ce779d4_0_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1ef8ce779d4_0_18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1ef8ce779d4_0_18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 name="Shape 1807"/>
        <p:cNvGrpSpPr/>
        <p:nvPr/>
      </p:nvGrpSpPr>
      <p:grpSpPr>
        <a:xfrm>
          <a:off x="0" y="0"/>
          <a:ext cx="0" cy="0"/>
          <a:chOff x="0" y="0"/>
          <a:chExt cx="0" cy="0"/>
        </a:xfrm>
      </p:grpSpPr>
      <p:sp>
        <p:nvSpPr>
          <p:cNvPr id="1808" name="Google Shape;1808;g1ef8ce779d4_0_18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9" name="Google Shape;1809;g1ef8ce779d4_0_18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 name="Shape 1905"/>
        <p:cNvGrpSpPr/>
        <p:nvPr/>
      </p:nvGrpSpPr>
      <p:grpSpPr>
        <a:xfrm>
          <a:off x="0" y="0"/>
          <a:ext cx="0" cy="0"/>
          <a:chOff x="0" y="0"/>
          <a:chExt cx="0" cy="0"/>
        </a:xfrm>
      </p:grpSpPr>
      <p:sp>
        <p:nvSpPr>
          <p:cNvPr id="1906" name="Google Shape;1906;g1ef8ce779d4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7" name="Google Shape;1907;g1ef8ce779d4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1ef8ce779d4_0_9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1ef8ce779d4_0_9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1ef8ce779d4_0_9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1ef8ce779d4_0_9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1ef8ce779d4_0_9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1ef8ce779d4_0_9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 name="Shape 1946"/>
        <p:cNvGrpSpPr/>
        <p:nvPr/>
      </p:nvGrpSpPr>
      <p:grpSpPr>
        <a:xfrm>
          <a:off x="0" y="0"/>
          <a:ext cx="0" cy="0"/>
          <a:chOff x="0" y="0"/>
          <a:chExt cx="0" cy="0"/>
        </a:xfrm>
      </p:grpSpPr>
      <p:sp>
        <p:nvSpPr>
          <p:cNvPr id="1947" name="Google Shape;1947;g1ef8ce779d4_0_9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8" name="Google Shape;1948;g1ef8ce779d4_0_9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2" name="Shape 1962"/>
        <p:cNvGrpSpPr/>
        <p:nvPr/>
      </p:nvGrpSpPr>
      <p:grpSpPr>
        <a:xfrm>
          <a:off x="0" y="0"/>
          <a:ext cx="0" cy="0"/>
          <a:chOff x="0" y="0"/>
          <a:chExt cx="0" cy="0"/>
        </a:xfrm>
      </p:grpSpPr>
      <p:sp>
        <p:nvSpPr>
          <p:cNvPr id="1963" name="Google Shape;1963;g1ef8ce779d4_0_9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4" name="Google Shape;1964;g1ef8ce779d4_0_9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1ef8ce779d4_0_10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3" name="Google Shape;2303;g1ef8ce779d4_0_10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2" name="Shape 4502"/>
        <p:cNvGrpSpPr/>
        <p:nvPr/>
      </p:nvGrpSpPr>
      <p:grpSpPr>
        <a:xfrm>
          <a:off x="0" y="0"/>
          <a:ext cx="0" cy="0"/>
          <a:chOff x="0" y="0"/>
          <a:chExt cx="0" cy="0"/>
        </a:xfrm>
      </p:grpSpPr>
      <p:sp>
        <p:nvSpPr>
          <p:cNvPr id="4503" name="Google Shape;4503;g1ef8ce779d4_0_12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4" name="Google Shape;4504;g1ef8ce779d4_0_12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1" name="Shape 4921"/>
        <p:cNvGrpSpPr/>
        <p:nvPr/>
      </p:nvGrpSpPr>
      <p:grpSpPr>
        <a:xfrm>
          <a:off x="0" y="0"/>
          <a:ext cx="0" cy="0"/>
          <a:chOff x="0" y="0"/>
          <a:chExt cx="0" cy="0"/>
        </a:xfrm>
      </p:grpSpPr>
      <p:sp>
        <p:nvSpPr>
          <p:cNvPr id="4922" name="Google Shape;4922;g1ef8ce779d4_0_12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3" name="Google Shape;4923;g1ef8ce779d4_0_12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1" name="Shape 5091"/>
        <p:cNvGrpSpPr/>
        <p:nvPr/>
      </p:nvGrpSpPr>
      <p:grpSpPr>
        <a:xfrm>
          <a:off x="0" y="0"/>
          <a:ext cx="0" cy="0"/>
          <a:chOff x="0" y="0"/>
          <a:chExt cx="0" cy="0"/>
        </a:xfrm>
      </p:grpSpPr>
      <p:sp>
        <p:nvSpPr>
          <p:cNvPr id="5092" name="Google Shape;5092;g1ef8ce779d4_0_12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3" name="Google Shape;5093;g1ef8ce779d4_0_12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6" name="Shape 5496"/>
        <p:cNvGrpSpPr/>
        <p:nvPr/>
      </p:nvGrpSpPr>
      <p:grpSpPr>
        <a:xfrm>
          <a:off x="0" y="0"/>
          <a:ext cx="0" cy="0"/>
          <a:chOff x="0" y="0"/>
          <a:chExt cx="0" cy="0"/>
        </a:xfrm>
      </p:grpSpPr>
      <p:sp>
        <p:nvSpPr>
          <p:cNvPr id="5497" name="Google Shape;5497;g1ef8ce779d4_0_13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8" name="Google Shape;5498;g1ef8ce779d4_0_13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6" name="Shape 5876"/>
        <p:cNvGrpSpPr/>
        <p:nvPr/>
      </p:nvGrpSpPr>
      <p:grpSpPr>
        <a:xfrm>
          <a:off x="0" y="0"/>
          <a:ext cx="0" cy="0"/>
          <a:chOff x="0" y="0"/>
          <a:chExt cx="0" cy="0"/>
        </a:xfrm>
      </p:grpSpPr>
      <p:sp>
        <p:nvSpPr>
          <p:cNvPr id="5877" name="Google Shape;5877;g1ef8ce779d4_0_13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8" name="Google Shape;5878;g1ef8ce779d4_0_13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2" name="Shape 6302"/>
        <p:cNvGrpSpPr/>
        <p:nvPr/>
      </p:nvGrpSpPr>
      <p:grpSpPr>
        <a:xfrm>
          <a:off x="0" y="0"/>
          <a:ext cx="0" cy="0"/>
          <a:chOff x="0" y="0"/>
          <a:chExt cx="0" cy="0"/>
        </a:xfrm>
      </p:grpSpPr>
      <p:sp>
        <p:nvSpPr>
          <p:cNvPr id="6303" name="Google Shape;6303;g1ef8ce779d4_0_14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4" name="Google Shape;6304;g1ef8ce779d4_0_14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3" name="Shape 6663"/>
        <p:cNvGrpSpPr/>
        <p:nvPr/>
      </p:nvGrpSpPr>
      <p:grpSpPr>
        <a:xfrm>
          <a:off x="0" y="0"/>
          <a:ext cx="0" cy="0"/>
          <a:chOff x="0" y="0"/>
          <a:chExt cx="0" cy="0"/>
        </a:xfrm>
      </p:grpSpPr>
      <p:sp>
        <p:nvSpPr>
          <p:cNvPr id="6664" name="Google Shape;6664;g1ef8ce779d4_0_14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5" name="Google Shape;6665;g1ef8ce779d4_0_14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3" name="Shape 7173"/>
        <p:cNvGrpSpPr/>
        <p:nvPr/>
      </p:nvGrpSpPr>
      <p:grpSpPr>
        <a:xfrm>
          <a:off x="0" y="0"/>
          <a:ext cx="0" cy="0"/>
          <a:chOff x="0" y="0"/>
          <a:chExt cx="0" cy="0"/>
        </a:xfrm>
      </p:grpSpPr>
      <p:sp>
        <p:nvSpPr>
          <p:cNvPr id="7174" name="Google Shape;7174;g1ef8ce779d4_0_14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5" name="Google Shape;7175;g1ef8ce779d4_0_14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3" name="Shape 7793"/>
        <p:cNvGrpSpPr/>
        <p:nvPr/>
      </p:nvGrpSpPr>
      <p:grpSpPr>
        <a:xfrm>
          <a:off x="0" y="0"/>
          <a:ext cx="0" cy="0"/>
          <a:chOff x="0" y="0"/>
          <a:chExt cx="0" cy="0"/>
        </a:xfrm>
      </p:grpSpPr>
      <p:sp>
        <p:nvSpPr>
          <p:cNvPr id="7794" name="Google Shape;7794;g1ef8ce779d4_0_15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5" name="Google Shape;7795;g1ef8ce779d4_0_15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7" name="Shape 8387"/>
        <p:cNvGrpSpPr/>
        <p:nvPr/>
      </p:nvGrpSpPr>
      <p:grpSpPr>
        <a:xfrm>
          <a:off x="0" y="0"/>
          <a:ext cx="0" cy="0"/>
          <a:chOff x="0" y="0"/>
          <a:chExt cx="0" cy="0"/>
        </a:xfrm>
      </p:grpSpPr>
      <p:sp>
        <p:nvSpPr>
          <p:cNvPr id="8388" name="Google Shape;8388;g1ef8ce779d4_0_16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9" name="Google Shape;8389;g1ef8ce779d4_0_16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8" name="Shape 8708"/>
        <p:cNvGrpSpPr/>
        <p:nvPr/>
      </p:nvGrpSpPr>
      <p:grpSpPr>
        <a:xfrm>
          <a:off x="0" y="0"/>
          <a:ext cx="0" cy="0"/>
          <a:chOff x="0" y="0"/>
          <a:chExt cx="0" cy="0"/>
        </a:xfrm>
      </p:grpSpPr>
      <p:sp>
        <p:nvSpPr>
          <p:cNvPr id="8709" name="Google Shape;8709;g1ef8ce779d4_0_16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0" name="Google Shape;8710;g1ef8ce779d4_0_16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6" name="Shape 9016"/>
        <p:cNvGrpSpPr/>
        <p:nvPr/>
      </p:nvGrpSpPr>
      <p:grpSpPr>
        <a:xfrm>
          <a:off x="0" y="0"/>
          <a:ext cx="0" cy="0"/>
          <a:chOff x="0" y="0"/>
          <a:chExt cx="0" cy="0"/>
        </a:xfrm>
      </p:grpSpPr>
      <p:sp>
        <p:nvSpPr>
          <p:cNvPr id="9017" name="Google Shape;9017;g1ef8ce779d4_0_18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8" name="Google Shape;9018;g1ef8ce779d4_0_18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 name="Google Shape;10;p2"/>
          <p:cNvSpPr txBox="1"/>
          <p:nvPr>
            <p:ph type="ctrTitle"/>
          </p:nvPr>
        </p:nvSpPr>
        <p:spPr>
          <a:xfrm>
            <a:off x="4331150" y="1444625"/>
            <a:ext cx="4099500" cy="1878600"/>
          </a:xfrm>
          <a:prstGeom prst="rect">
            <a:avLst/>
          </a:prstGeom>
        </p:spPr>
        <p:txBody>
          <a:bodyPr anchorCtr="0" anchor="t" bIns="91425" lIns="91425" spcFirstLastPara="1" rIns="91425" wrap="square" tIns="91425">
            <a:noAutofit/>
          </a:bodyPr>
          <a:lstStyle>
            <a:lvl1pPr lvl="0">
              <a:spcBef>
                <a:spcPts val="0"/>
              </a:spcBef>
              <a:spcAft>
                <a:spcPts val="0"/>
              </a:spcAft>
              <a:buSzPts val="5200"/>
              <a:buNone/>
              <a:defRPr sz="3600">
                <a:latin typeface="Inter"/>
                <a:ea typeface="Inter"/>
                <a:cs typeface="Inter"/>
                <a:sym typeface="Inter"/>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4331150" y="3323225"/>
            <a:ext cx="4099500" cy="4395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 name="Google Shape;14;p3"/>
          <p:cNvSpPr txBox="1"/>
          <p:nvPr>
            <p:ph type="title"/>
          </p:nvPr>
        </p:nvSpPr>
        <p:spPr>
          <a:xfrm>
            <a:off x="1291500" y="2079575"/>
            <a:ext cx="5067600" cy="15114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1291500" y="1012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1291500" y="3741725"/>
            <a:ext cx="50676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0" name="Google Shape;20;p4"/>
          <p:cNvSpPr txBox="1"/>
          <p:nvPr>
            <p:ph idx="1" type="body"/>
          </p:nvPr>
        </p:nvSpPr>
        <p:spPr>
          <a:xfrm>
            <a:off x="720000" y="1063350"/>
            <a:ext cx="7704000" cy="61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1000"/>
              </a:spcBef>
              <a:spcAft>
                <a:spcPts val="0"/>
              </a:spcAft>
              <a:buClr>
                <a:srgbClr val="0E0B0D"/>
              </a:buClr>
              <a:buSzPts val="1200"/>
              <a:buFont typeface="Nunito Light"/>
              <a:buChar char="○"/>
              <a:defRPr/>
            </a:lvl2pPr>
            <a:lvl3pPr indent="-304800" lvl="2" marL="1371600" rtl="0">
              <a:lnSpc>
                <a:spcPct val="100000"/>
              </a:lnSpc>
              <a:spcBef>
                <a:spcPts val="0"/>
              </a:spcBef>
              <a:spcAft>
                <a:spcPts val="0"/>
              </a:spcAft>
              <a:buClr>
                <a:srgbClr val="0E0B0D"/>
              </a:buClr>
              <a:buSzPts val="1200"/>
              <a:buFont typeface="Nunito Light"/>
              <a:buChar char="■"/>
              <a:defRPr/>
            </a:lvl3pPr>
            <a:lvl4pPr indent="-304800" lvl="3" marL="1828800" rtl="0">
              <a:lnSpc>
                <a:spcPct val="100000"/>
              </a:lnSpc>
              <a:spcBef>
                <a:spcPts val="0"/>
              </a:spcBef>
              <a:spcAft>
                <a:spcPts val="0"/>
              </a:spcAft>
              <a:buClr>
                <a:srgbClr val="0E0B0D"/>
              </a:buClr>
              <a:buSzPts val="1200"/>
              <a:buFont typeface="Nunito Light"/>
              <a:buChar char="●"/>
              <a:defRPr/>
            </a:lvl4pPr>
            <a:lvl5pPr indent="-304800" lvl="4" marL="2286000" rtl="0">
              <a:lnSpc>
                <a:spcPct val="100000"/>
              </a:lnSpc>
              <a:spcBef>
                <a:spcPts val="0"/>
              </a:spcBef>
              <a:spcAft>
                <a:spcPts val="0"/>
              </a:spcAft>
              <a:buClr>
                <a:srgbClr val="0E0B0D"/>
              </a:buClr>
              <a:buSzPts val="1200"/>
              <a:buFont typeface="Nunito Light"/>
              <a:buChar char="○"/>
              <a:defRPr/>
            </a:lvl5pPr>
            <a:lvl6pPr indent="-304800" lvl="5" marL="2743200" rtl="0">
              <a:lnSpc>
                <a:spcPct val="100000"/>
              </a:lnSpc>
              <a:spcBef>
                <a:spcPts val="0"/>
              </a:spcBef>
              <a:spcAft>
                <a:spcPts val="0"/>
              </a:spcAft>
              <a:buClr>
                <a:srgbClr val="0E0B0D"/>
              </a:buClr>
              <a:buSzPts val="1200"/>
              <a:buFont typeface="Nunito Light"/>
              <a:buChar char="■"/>
              <a:defRPr/>
            </a:lvl6pPr>
            <a:lvl7pPr indent="-304800" lvl="6" marL="3200400" rtl="0">
              <a:lnSpc>
                <a:spcPct val="100000"/>
              </a:lnSpc>
              <a:spcBef>
                <a:spcPts val="0"/>
              </a:spcBef>
              <a:spcAft>
                <a:spcPts val="0"/>
              </a:spcAft>
              <a:buClr>
                <a:srgbClr val="0E0B0D"/>
              </a:buClr>
              <a:buSzPts val="1200"/>
              <a:buFont typeface="Nunito Light"/>
              <a:buChar char="●"/>
              <a:defRPr/>
            </a:lvl7pPr>
            <a:lvl8pPr indent="-304800" lvl="7" marL="3657600" rtl="0">
              <a:lnSpc>
                <a:spcPct val="100000"/>
              </a:lnSpc>
              <a:spcBef>
                <a:spcPts val="0"/>
              </a:spcBef>
              <a:spcAft>
                <a:spcPts val="0"/>
              </a:spcAft>
              <a:buClr>
                <a:srgbClr val="0E0B0D"/>
              </a:buClr>
              <a:buSzPts val="1200"/>
              <a:buFont typeface="Nunito Light"/>
              <a:buChar char="○"/>
              <a:defRPr/>
            </a:lvl8pPr>
            <a:lvl9pPr indent="-304800" lvl="8" marL="4114800" rtl="0">
              <a:lnSpc>
                <a:spcPct val="100000"/>
              </a:lnSpc>
              <a:spcBef>
                <a:spcPts val="0"/>
              </a:spcBef>
              <a:spcAft>
                <a:spcPts val="0"/>
              </a:spcAft>
              <a:buClr>
                <a:srgbClr val="0E0B0D"/>
              </a:buClr>
              <a:buSzPts val="1200"/>
              <a:buFont typeface="Nunito Light"/>
              <a:buChar char="■"/>
              <a:defRPr/>
            </a:lvl9pPr>
          </a:lstStyle>
          <a:p/>
        </p:txBody>
      </p:sp>
      <p:cxnSp>
        <p:nvCxnSpPr>
          <p:cNvPr id="21" name="Google Shape;21;p4"/>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 name="Shape 22"/>
        <p:cNvGrpSpPr/>
        <p:nvPr/>
      </p:nvGrpSpPr>
      <p:grpSpPr>
        <a:xfrm>
          <a:off x="0" y="0"/>
          <a:ext cx="0" cy="0"/>
          <a:chOff x="0" y="0"/>
          <a:chExt cx="0" cy="0"/>
        </a:xfrm>
      </p:grpSpPr>
      <p:sp>
        <p:nvSpPr>
          <p:cNvPr id="23" name="Google Shape;23;p5"/>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 name="Google Shape;2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5" name="Google Shape;25;p5"/>
          <p:cNvSpPr txBox="1"/>
          <p:nvPr>
            <p:ph idx="1" type="body"/>
          </p:nvPr>
        </p:nvSpPr>
        <p:spPr>
          <a:xfrm>
            <a:off x="720000" y="1065025"/>
            <a:ext cx="3852000" cy="3539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0"/>
              </a:spcBef>
              <a:spcAft>
                <a:spcPts val="0"/>
              </a:spcAft>
              <a:buClr>
                <a:srgbClr val="0E0B0D"/>
              </a:buClr>
              <a:buSzPts val="1200"/>
              <a:buFont typeface="Nunito Light"/>
              <a:buChar char="○"/>
              <a:defRPr/>
            </a:lvl2pPr>
            <a:lvl3pPr indent="-304800" lvl="2" marL="1371600" rtl="0">
              <a:lnSpc>
                <a:spcPct val="100000"/>
              </a:lnSpc>
              <a:spcBef>
                <a:spcPts val="0"/>
              </a:spcBef>
              <a:spcAft>
                <a:spcPts val="0"/>
              </a:spcAft>
              <a:buClr>
                <a:srgbClr val="0E0B0D"/>
              </a:buClr>
              <a:buSzPts val="1200"/>
              <a:buFont typeface="Nunito Light"/>
              <a:buChar char="■"/>
              <a:defRPr/>
            </a:lvl3pPr>
            <a:lvl4pPr indent="-304800" lvl="3" marL="1828800" rtl="0">
              <a:lnSpc>
                <a:spcPct val="100000"/>
              </a:lnSpc>
              <a:spcBef>
                <a:spcPts val="0"/>
              </a:spcBef>
              <a:spcAft>
                <a:spcPts val="0"/>
              </a:spcAft>
              <a:buClr>
                <a:srgbClr val="0E0B0D"/>
              </a:buClr>
              <a:buSzPts val="1200"/>
              <a:buFont typeface="Nunito Light"/>
              <a:buChar char="●"/>
              <a:defRPr/>
            </a:lvl4pPr>
            <a:lvl5pPr indent="-304800" lvl="4" marL="2286000" rtl="0">
              <a:lnSpc>
                <a:spcPct val="100000"/>
              </a:lnSpc>
              <a:spcBef>
                <a:spcPts val="0"/>
              </a:spcBef>
              <a:spcAft>
                <a:spcPts val="0"/>
              </a:spcAft>
              <a:buClr>
                <a:srgbClr val="0E0B0D"/>
              </a:buClr>
              <a:buSzPts val="1200"/>
              <a:buFont typeface="Nunito Light"/>
              <a:buChar char="○"/>
              <a:defRPr/>
            </a:lvl5pPr>
            <a:lvl6pPr indent="-304800" lvl="5" marL="2743200" rtl="0">
              <a:lnSpc>
                <a:spcPct val="100000"/>
              </a:lnSpc>
              <a:spcBef>
                <a:spcPts val="0"/>
              </a:spcBef>
              <a:spcAft>
                <a:spcPts val="0"/>
              </a:spcAft>
              <a:buClr>
                <a:srgbClr val="0E0B0D"/>
              </a:buClr>
              <a:buSzPts val="1200"/>
              <a:buFont typeface="Nunito Light"/>
              <a:buChar char="■"/>
              <a:defRPr/>
            </a:lvl6pPr>
            <a:lvl7pPr indent="-304800" lvl="6" marL="3200400" rtl="0">
              <a:lnSpc>
                <a:spcPct val="100000"/>
              </a:lnSpc>
              <a:spcBef>
                <a:spcPts val="0"/>
              </a:spcBef>
              <a:spcAft>
                <a:spcPts val="0"/>
              </a:spcAft>
              <a:buClr>
                <a:srgbClr val="0E0B0D"/>
              </a:buClr>
              <a:buSzPts val="1200"/>
              <a:buFont typeface="Nunito Light"/>
              <a:buChar char="●"/>
              <a:defRPr/>
            </a:lvl7pPr>
            <a:lvl8pPr indent="-304800" lvl="7" marL="3657600" rtl="0">
              <a:lnSpc>
                <a:spcPct val="100000"/>
              </a:lnSpc>
              <a:spcBef>
                <a:spcPts val="0"/>
              </a:spcBef>
              <a:spcAft>
                <a:spcPts val="0"/>
              </a:spcAft>
              <a:buClr>
                <a:srgbClr val="0E0B0D"/>
              </a:buClr>
              <a:buSzPts val="1200"/>
              <a:buFont typeface="Nunito Light"/>
              <a:buChar char="○"/>
              <a:defRPr/>
            </a:lvl8pPr>
            <a:lvl9pPr indent="-304800" lvl="8" marL="4114800" rtl="0">
              <a:lnSpc>
                <a:spcPct val="100000"/>
              </a:lnSpc>
              <a:spcBef>
                <a:spcPts val="0"/>
              </a:spcBef>
              <a:spcAft>
                <a:spcPts val="0"/>
              </a:spcAft>
              <a:buClr>
                <a:srgbClr val="0E0B0D"/>
              </a:buClr>
              <a:buSzPts val="1200"/>
              <a:buFont typeface="Nunito Light"/>
              <a:buChar char="■"/>
              <a:defRPr/>
            </a:lvl9pPr>
          </a:lstStyle>
          <a:p/>
        </p:txBody>
      </p:sp>
      <p:sp>
        <p:nvSpPr>
          <p:cNvPr id="26" name="Google Shape;26;p5"/>
          <p:cNvSpPr txBox="1"/>
          <p:nvPr>
            <p:ph idx="2" type="body"/>
          </p:nvPr>
        </p:nvSpPr>
        <p:spPr>
          <a:xfrm>
            <a:off x="4572000" y="1065025"/>
            <a:ext cx="3852000" cy="3539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cxnSp>
        <p:nvCxnSpPr>
          <p:cNvPr id="27" name="Google Shape;27;p5"/>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 name="Google Shape;3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cxnSp>
        <p:nvCxnSpPr>
          <p:cNvPr id="31" name="Google Shape;31;p6"/>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 name="Shape 32"/>
        <p:cNvGrpSpPr/>
        <p:nvPr/>
      </p:nvGrpSpPr>
      <p:grpSpPr>
        <a:xfrm>
          <a:off x="0" y="0"/>
          <a:ext cx="0" cy="0"/>
          <a:chOff x="0" y="0"/>
          <a:chExt cx="0" cy="0"/>
        </a:xfrm>
      </p:grpSpPr>
      <p:sp>
        <p:nvSpPr>
          <p:cNvPr id="33" name="Google Shape;33;p7"/>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 name="Google Shape;34;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5" name="Google Shape;35;p7"/>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cxnSp>
        <p:nvCxnSpPr>
          <p:cNvPr id="36" name="Google Shape;36;p7"/>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 name="Shape 37"/>
        <p:cNvGrpSpPr/>
        <p:nvPr/>
      </p:nvGrpSpPr>
      <p:grpSpPr>
        <a:xfrm>
          <a:off x="0" y="0"/>
          <a:ext cx="0" cy="0"/>
          <a:chOff x="0" y="0"/>
          <a:chExt cx="0" cy="0"/>
        </a:xfrm>
      </p:grpSpPr>
      <p:sp>
        <p:nvSpPr>
          <p:cNvPr id="38" name="Google Shape;38;p8"/>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 name="Google Shape;39;p8"/>
          <p:cNvSpPr txBox="1"/>
          <p:nvPr>
            <p:ph type="title"/>
          </p:nvPr>
        </p:nvSpPr>
        <p:spPr>
          <a:xfrm>
            <a:off x="1768550" y="1307100"/>
            <a:ext cx="56070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 name="Shape 40"/>
        <p:cNvGrpSpPr/>
        <p:nvPr/>
      </p:nvGrpSpPr>
      <p:grpSpPr>
        <a:xfrm>
          <a:off x="0" y="0"/>
          <a:ext cx="0" cy="0"/>
          <a:chOff x="0" y="0"/>
          <a:chExt cx="0" cy="0"/>
        </a:xfrm>
      </p:grpSpPr>
      <p:sp>
        <p:nvSpPr>
          <p:cNvPr id="41" name="Google Shape;41;p9"/>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 name="Google Shape;42;p9"/>
          <p:cNvSpPr txBox="1"/>
          <p:nvPr>
            <p:ph type="title"/>
          </p:nvPr>
        </p:nvSpPr>
        <p:spPr>
          <a:xfrm>
            <a:off x="2135550" y="1655488"/>
            <a:ext cx="4872900" cy="116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300"/>
              <a:buNone/>
              <a:defRPr sz="65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43" name="Google Shape;43;p9"/>
          <p:cNvSpPr txBox="1"/>
          <p:nvPr>
            <p:ph idx="1" type="subTitle"/>
          </p:nvPr>
        </p:nvSpPr>
        <p:spPr>
          <a:xfrm>
            <a:off x="2135550" y="2816913"/>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25" y="-13725"/>
            <a:ext cx="9144000" cy="5157300"/>
          </a:xfrm>
          <a:prstGeom prst="rect">
            <a:avLst/>
          </a:prstGeom>
          <a:noFill/>
          <a:ln>
            <a:noFill/>
          </a:ln>
        </p:spPr>
      </p:sp>
      <p:sp>
        <p:nvSpPr>
          <p:cNvPr id="46" name="Google Shape;46;p10"/>
          <p:cNvSpPr txBox="1"/>
          <p:nvPr>
            <p:ph type="title"/>
          </p:nvPr>
        </p:nvSpPr>
        <p:spPr>
          <a:xfrm>
            <a:off x="720000" y="4014450"/>
            <a:ext cx="77040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300"/>
              <a:buNone/>
              <a:defRPr sz="30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 name="Google Shape;49;p11"/>
          <p:cNvSpPr txBox="1"/>
          <p:nvPr>
            <p:ph hasCustomPrompt="1" type="title"/>
          </p:nvPr>
        </p:nvSpPr>
        <p:spPr>
          <a:xfrm>
            <a:off x="1284000" y="1057549"/>
            <a:ext cx="6576000" cy="1716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0" name="Google Shape;50;p11"/>
          <p:cNvSpPr txBox="1"/>
          <p:nvPr>
            <p:ph idx="1" type="subTitle"/>
          </p:nvPr>
        </p:nvSpPr>
        <p:spPr>
          <a:xfrm>
            <a:off x="1284000" y="2774099"/>
            <a:ext cx="65760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2" name="Shape 52"/>
        <p:cNvGrpSpPr/>
        <p:nvPr/>
      </p:nvGrpSpPr>
      <p:grpSpPr>
        <a:xfrm>
          <a:off x="0" y="0"/>
          <a:ext cx="0" cy="0"/>
          <a:chOff x="0" y="0"/>
          <a:chExt cx="0" cy="0"/>
        </a:xfrm>
      </p:grpSpPr>
      <p:sp>
        <p:nvSpPr>
          <p:cNvPr id="53" name="Google Shape;53;p13"/>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 name="Google Shape;5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5" name="Google Shape;55;p13"/>
          <p:cNvSpPr txBox="1"/>
          <p:nvPr>
            <p:ph idx="1" type="subTitle"/>
          </p:nvPr>
        </p:nvSpPr>
        <p:spPr>
          <a:xfrm>
            <a:off x="2297788" y="1632321"/>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6" name="Google Shape;56;p13"/>
          <p:cNvSpPr txBox="1"/>
          <p:nvPr>
            <p:ph idx="2" type="subTitle"/>
          </p:nvPr>
        </p:nvSpPr>
        <p:spPr>
          <a:xfrm>
            <a:off x="5530463" y="1632319"/>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7" name="Google Shape;57;p13"/>
          <p:cNvSpPr txBox="1"/>
          <p:nvPr>
            <p:ph idx="3" type="subTitle"/>
          </p:nvPr>
        </p:nvSpPr>
        <p:spPr>
          <a:xfrm>
            <a:off x="2297788" y="2831523"/>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8" name="Google Shape;58;p13"/>
          <p:cNvSpPr txBox="1"/>
          <p:nvPr>
            <p:ph idx="4" type="subTitle"/>
          </p:nvPr>
        </p:nvSpPr>
        <p:spPr>
          <a:xfrm>
            <a:off x="5530463" y="2831810"/>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9" name="Google Shape;59;p13"/>
          <p:cNvSpPr txBox="1"/>
          <p:nvPr>
            <p:ph idx="5" type="subTitle"/>
          </p:nvPr>
        </p:nvSpPr>
        <p:spPr>
          <a:xfrm>
            <a:off x="2297788" y="4030725"/>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0" name="Google Shape;60;p13"/>
          <p:cNvSpPr txBox="1"/>
          <p:nvPr>
            <p:ph idx="6" type="subTitle"/>
          </p:nvPr>
        </p:nvSpPr>
        <p:spPr>
          <a:xfrm>
            <a:off x="5530463" y="4031300"/>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1" name="Google Shape;61;p13"/>
          <p:cNvSpPr txBox="1"/>
          <p:nvPr>
            <p:ph hasCustomPrompt="1" idx="7" type="title"/>
          </p:nvPr>
        </p:nvSpPr>
        <p:spPr>
          <a:xfrm>
            <a:off x="1612596" y="14273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p:nvPr>
            <p:ph hasCustomPrompt="1" idx="8" type="title"/>
          </p:nvPr>
        </p:nvSpPr>
        <p:spPr>
          <a:xfrm>
            <a:off x="1612596" y="26265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3" name="Google Shape;63;p13"/>
          <p:cNvSpPr txBox="1"/>
          <p:nvPr>
            <p:ph hasCustomPrompt="1" idx="9" type="title"/>
          </p:nvPr>
        </p:nvSpPr>
        <p:spPr>
          <a:xfrm>
            <a:off x="4845197" y="14273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4" name="Google Shape;64;p13"/>
          <p:cNvSpPr txBox="1"/>
          <p:nvPr>
            <p:ph hasCustomPrompt="1" idx="13" type="title"/>
          </p:nvPr>
        </p:nvSpPr>
        <p:spPr>
          <a:xfrm>
            <a:off x="4845197" y="26265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p:nvPr>
            <p:ph hasCustomPrompt="1" idx="14" type="title"/>
          </p:nvPr>
        </p:nvSpPr>
        <p:spPr>
          <a:xfrm>
            <a:off x="1612596" y="38257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 name="Google Shape;66;p13"/>
          <p:cNvSpPr txBox="1"/>
          <p:nvPr>
            <p:ph hasCustomPrompt="1" idx="15" type="title"/>
          </p:nvPr>
        </p:nvSpPr>
        <p:spPr>
          <a:xfrm>
            <a:off x="4845197" y="38257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 name="Google Shape;67;p13"/>
          <p:cNvSpPr txBox="1"/>
          <p:nvPr>
            <p:ph idx="16" type="subTitle"/>
          </p:nvPr>
        </p:nvSpPr>
        <p:spPr>
          <a:xfrm>
            <a:off x="2297788" y="1251925"/>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68" name="Google Shape;68;p13"/>
          <p:cNvSpPr txBox="1"/>
          <p:nvPr>
            <p:ph idx="17" type="subTitle"/>
          </p:nvPr>
        </p:nvSpPr>
        <p:spPr>
          <a:xfrm>
            <a:off x="5530463" y="1251925"/>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69" name="Google Shape;69;p13"/>
          <p:cNvSpPr txBox="1"/>
          <p:nvPr>
            <p:ph idx="18" type="subTitle"/>
          </p:nvPr>
        </p:nvSpPr>
        <p:spPr>
          <a:xfrm>
            <a:off x="2297788" y="3650329"/>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0" name="Google Shape;70;p13"/>
          <p:cNvSpPr txBox="1"/>
          <p:nvPr>
            <p:ph idx="19" type="subTitle"/>
          </p:nvPr>
        </p:nvSpPr>
        <p:spPr>
          <a:xfrm>
            <a:off x="2297788" y="2451127"/>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1" name="Google Shape;71;p13"/>
          <p:cNvSpPr txBox="1"/>
          <p:nvPr>
            <p:ph idx="20" type="subTitle"/>
          </p:nvPr>
        </p:nvSpPr>
        <p:spPr>
          <a:xfrm>
            <a:off x="5530463" y="2451123"/>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2" name="Google Shape;72;p13"/>
          <p:cNvSpPr txBox="1"/>
          <p:nvPr>
            <p:ph idx="21" type="subTitle"/>
          </p:nvPr>
        </p:nvSpPr>
        <p:spPr>
          <a:xfrm>
            <a:off x="5530463" y="3650320"/>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cxnSp>
        <p:nvCxnSpPr>
          <p:cNvPr id="73" name="Google Shape;73;p13"/>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74" name="Shape 74"/>
        <p:cNvGrpSpPr/>
        <p:nvPr/>
      </p:nvGrpSpPr>
      <p:grpSpPr>
        <a:xfrm>
          <a:off x="0" y="0"/>
          <a:ext cx="0" cy="0"/>
          <a:chOff x="0" y="0"/>
          <a:chExt cx="0" cy="0"/>
        </a:xfrm>
      </p:grpSpPr>
      <p:sp>
        <p:nvSpPr>
          <p:cNvPr id="75" name="Google Shape;75;p14"/>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 name="Google Shape;76;p14"/>
          <p:cNvSpPr txBox="1"/>
          <p:nvPr/>
        </p:nvSpPr>
        <p:spPr>
          <a:xfrm>
            <a:off x="1207484" y="3344677"/>
            <a:ext cx="2859600" cy="617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Catamaran"/>
                <a:ea typeface="Catamaran"/>
                <a:cs typeface="Catamaran"/>
                <a:sym typeface="Catamaran"/>
              </a:rPr>
              <a:t>CREDITS: </a:t>
            </a:r>
            <a:r>
              <a:rPr lang="en" sz="1000">
                <a:solidFill>
                  <a:schemeClr val="dk1"/>
                </a:solidFill>
                <a:latin typeface="Catamaran"/>
                <a:ea typeface="Catamaran"/>
                <a:cs typeface="Catamaran"/>
                <a:sym typeface="Catamaran"/>
              </a:rPr>
              <a:t>This presentation template was created by </a:t>
            </a:r>
            <a:r>
              <a:rPr b="1" lang="en" sz="1000" u="sng">
                <a:solidFill>
                  <a:schemeClr val="dk1"/>
                </a:solidFill>
                <a:latin typeface="Catamaran"/>
                <a:ea typeface="Catamaran"/>
                <a:cs typeface="Catamaran"/>
                <a:sym typeface="Catamaran"/>
                <a:hlinkClick r:id="rId2">
                  <a:extLst>
                    <a:ext uri="{A12FA001-AC4F-418D-AE19-62706E023703}">
                      <ahyp:hlinkClr val="tx"/>
                    </a:ext>
                  </a:extLst>
                </a:hlinkClick>
              </a:rPr>
              <a:t>Slidesgo</a:t>
            </a:r>
            <a:r>
              <a:rPr lang="en" sz="1000">
                <a:solidFill>
                  <a:schemeClr val="dk1"/>
                </a:solidFill>
                <a:latin typeface="Catamaran"/>
                <a:ea typeface="Catamaran"/>
                <a:cs typeface="Catamaran"/>
                <a:sym typeface="Catamaran"/>
              </a:rPr>
              <a:t>, and includes icons by </a:t>
            </a:r>
            <a:r>
              <a:rPr b="1" lang="en" sz="1000" u="sng">
                <a:solidFill>
                  <a:schemeClr val="dk1"/>
                </a:solidFill>
                <a:latin typeface="Catamaran"/>
                <a:ea typeface="Catamaran"/>
                <a:cs typeface="Catamaran"/>
                <a:sym typeface="Catamaran"/>
                <a:hlinkClick r:id="rId3">
                  <a:extLst>
                    <a:ext uri="{A12FA001-AC4F-418D-AE19-62706E023703}">
                      <ahyp:hlinkClr val="tx"/>
                    </a:ext>
                  </a:extLst>
                </a:hlinkClick>
              </a:rPr>
              <a:t>Flaticon</a:t>
            </a:r>
            <a:r>
              <a:rPr lang="en" sz="1000">
                <a:solidFill>
                  <a:schemeClr val="dk1"/>
                </a:solidFill>
                <a:latin typeface="Catamaran"/>
                <a:ea typeface="Catamaran"/>
                <a:cs typeface="Catamaran"/>
                <a:sym typeface="Catamaran"/>
              </a:rPr>
              <a:t>, and infographics &amp; images by </a:t>
            </a:r>
            <a:r>
              <a:rPr b="1" lang="en" sz="1000" u="sng">
                <a:solidFill>
                  <a:schemeClr val="dk1"/>
                </a:solidFill>
                <a:latin typeface="Catamaran"/>
                <a:ea typeface="Catamaran"/>
                <a:cs typeface="Catamaran"/>
                <a:sym typeface="Catamaran"/>
                <a:hlinkClick r:id="rId4">
                  <a:extLst>
                    <a:ext uri="{A12FA001-AC4F-418D-AE19-62706E023703}">
                      <ahyp:hlinkClr val="tx"/>
                    </a:ext>
                  </a:extLst>
                </a:hlinkClick>
              </a:rPr>
              <a:t>Freepik</a:t>
            </a:r>
            <a:r>
              <a:rPr lang="en" sz="1000">
                <a:solidFill>
                  <a:schemeClr val="dk1"/>
                </a:solidFill>
                <a:latin typeface="Catamaran"/>
                <a:ea typeface="Catamaran"/>
                <a:cs typeface="Catamaran"/>
                <a:sym typeface="Catamaran"/>
              </a:rPr>
              <a:t> </a:t>
            </a:r>
            <a:endParaRPr sz="1000">
              <a:solidFill>
                <a:schemeClr val="dk1"/>
              </a:solidFill>
              <a:latin typeface="Catamaran"/>
              <a:ea typeface="Catamaran"/>
              <a:cs typeface="Catamaran"/>
              <a:sym typeface="Catamaran"/>
            </a:endParaRPr>
          </a:p>
        </p:txBody>
      </p:sp>
      <p:sp>
        <p:nvSpPr>
          <p:cNvPr id="77" name="Google Shape;77;p14"/>
          <p:cNvSpPr txBox="1"/>
          <p:nvPr>
            <p:ph type="title"/>
          </p:nvPr>
        </p:nvSpPr>
        <p:spPr>
          <a:xfrm>
            <a:off x="1207475" y="626275"/>
            <a:ext cx="3243000" cy="8826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55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78" name="Google Shape;78;p14"/>
          <p:cNvSpPr txBox="1"/>
          <p:nvPr>
            <p:ph idx="1" type="subTitle"/>
          </p:nvPr>
        </p:nvSpPr>
        <p:spPr>
          <a:xfrm>
            <a:off x="1207476" y="1537203"/>
            <a:ext cx="32430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9" name="Shape 79"/>
        <p:cNvGrpSpPr/>
        <p:nvPr/>
      </p:nvGrpSpPr>
      <p:grpSpPr>
        <a:xfrm>
          <a:off x="0" y="0"/>
          <a:ext cx="0" cy="0"/>
          <a:chOff x="0" y="0"/>
          <a:chExt cx="0" cy="0"/>
        </a:xfrm>
      </p:grpSpPr>
      <p:sp>
        <p:nvSpPr>
          <p:cNvPr id="80" name="Google Shape;80;p15"/>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4" name="Shape 84"/>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5" name="Shape 85"/>
        <p:cNvGrpSpPr/>
        <p:nvPr/>
      </p:nvGrpSpPr>
      <p:grpSpPr>
        <a:xfrm>
          <a:off x="0" y="0"/>
          <a:ext cx="0" cy="0"/>
          <a:chOff x="0" y="0"/>
          <a:chExt cx="0" cy="0"/>
        </a:xfrm>
      </p:grpSpPr>
      <p:sp>
        <p:nvSpPr>
          <p:cNvPr id="86" name="Google Shape;86;p1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theme" Target="../theme/theme1.xml"/><Relationship Id="rId14" Type="http://schemas.openxmlformats.org/officeDocument/2006/relationships/slideLayout" Target="../slideLayouts/slideLayout1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slideLayout" Target="../slideLayouts/slideLayout1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1pPr>
            <a:lvl2pPr lvl="1"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2pPr>
            <a:lvl3pPr lvl="2"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3pPr>
            <a:lvl4pPr lvl="3"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4pPr>
            <a:lvl5pPr lvl="4"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5pPr>
            <a:lvl6pPr lvl="5"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6pPr>
            <a:lvl7pPr lvl="6"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7pPr>
            <a:lvl8pPr lvl="7"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8pPr>
            <a:lvl9pPr lvl="8"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1pPr>
            <a:lvl2pPr indent="-304800" lvl="1" marL="9144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2pPr>
            <a:lvl3pPr indent="-304800" lvl="2" marL="13716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3pPr>
            <a:lvl4pPr indent="-304800" lvl="3" marL="18288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4pPr>
            <a:lvl5pPr indent="-304800" lvl="4" marL="22860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5pPr>
            <a:lvl6pPr indent="-304800" lvl="5" marL="27432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6pPr>
            <a:lvl7pPr indent="-304800" lvl="6" marL="32004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7pPr>
            <a:lvl8pPr indent="-304800" lvl="7" marL="36576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8pPr>
            <a:lvl9pPr indent="-304800" lvl="8" marL="41148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1" name="Shape 81"/>
        <p:cNvGrpSpPr/>
        <p:nvPr/>
      </p:nvGrpSpPr>
      <p:grpSpPr>
        <a:xfrm>
          <a:off x="0" y="0"/>
          <a:ext cx="0" cy="0"/>
          <a:chOff x="0" y="0"/>
          <a:chExt cx="0" cy="0"/>
        </a:xfrm>
      </p:grpSpPr>
      <p:sp>
        <p:nvSpPr>
          <p:cNvPr id="82" name="Google Shape;82;p1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3" name="Google Shape;83;p1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2" r:id="rId1"/>
    <p:sldLayoutId id="214748366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19.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ring-infographic-set_8466740.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vector/working-as-team-scrum-infographic_8848301.htm/?utm_source=slidesgo_template&amp;utm_medium=referral-link&amp;utm_campaign=sg_resources&amp;utm_content=freepik" TargetMode="External"/><Relationship Id="rId10" Type="http://schemas.openxmlformats.org/officeDocument/2006/relationships/hyperlink" Target="https://www.freepik.com/free-vector/circle-infograhic-template_824237.htm/?utm_source=slidesgo_template&amp;utm_medium=referral-link&amp;utm_campaign=sg_resources&amp;utm_content=freepik" TargetMode="External"/><Relationship Id="rId13" Type="http://schemas.openxmlformats.org/officeDocument/2006/relationships/hyperlink" Target="https://www.freepik.com/free-vector/infographic-steps-collection-flat-design_4769408.htm/?utm_source=slidesgo_template&amp;utm_medium=referral-link&amp;utm_campaign=sg_resources&amp;utm_content=freepik" TargetMode="External"/><Relationship Id="rId12" Type="http://schemas.openxmlformats.org/officeDocument/2006/relationships/hyperlink" Target="https://www.freepik.com/free-vector/infographic-steps-concept-flat-style_3657682.htm/?utm_source=slidesgo_template&amp;utm_medium=referral-link&amp;utm_campaign=sg_resources&amp;utm_content=freepik" TargetMode="External"/><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hyperlink" Target="https://www.freepik.com/free-vector/colourful-infographics-with-steps_2015221.htm/?utm_source=slidesgo_template&amp;utm_medium=referral-link&amp;utm_campaign=sg_resources&amp;utm_content=freepik" TargetMode="External"/><Relationship Id="rId4" Type="http://schemas.openxmlformats.org/officeDocument/2006/relationships/hyperlink" Target="https://www.freepik.com/free-vector/infographic-scrum-template_9191456.htm/?utm_source=slidesgo_template&amp;utm_medium=referral-link&amp;utm_campaign=sg_resources&amp;utm_content=freepik" TargetMode="External"/><Relationship Id="rId9" Type="http://schemas.openxmlformats.org/officeDocument/2006/relationships/hyperlink" Target="https://www.freepik.com/free-vector/flat-infographic-with-timeline-background_4702696.htm/?utm_source=slidesgo_template&amp;utm_medium=referral-link&amp;utm_campaign=sg_resources&amp;utm_content=freepik" TargetMode="External"/><Relationship Id="rId15" Type="http://schemas.openxmlformats.org/officeDocument/2006/relationships/hyperlink" Target="https://www.freepik.com/free-vector/infographic-steps-concept_2868041.htm/?utm_source=slidesgo_template&amp;utm_medium=referral-link&amp;utm_campaign=sg_resources&amp;utm_content=freepik" TargetMode="External"/><Relationship Id="rId14" Type="http://schemas.openxmlformats.org/officeDocument/2006/relationships/hyperlink" Target="https://www.freepik.com/free-vector/collection-round-infographic-elements_1134352.htm/?utm_source=slidesgo_template&amp;utm_medium=referral-link&amp;utm_campaign=sg_resources&amp;utm_content=freepik" TargetMode="External"/><Relationship Id="rId17" Type="http://schemas.openxmlformats.org/officeDocument/2006/relationships/hyperlink" Target="https://www.freepik.com/free-vector/flat-circular-diagram-infographic_14645815.htm/?utm_source=slidesgo_template&amp;utm_medium=referral-link&amp;utm_campaign=sg_resources&amp;utm_content=freepik" TargetMode="External"/><Relationship Id="rId16" Type="http://schemas.openxmlformats.org/officeDocument/2006/relationships/hyperlink" Target="https://www.freepik.com/free-vector/flat-circular-diagram-infographic-template_14961801.htm/?utm_source=slidesgo_template&amp;utm_medium=referral-link&amp;utm_campaign=sg_resources&amp;utm_content=freepik" TargetMode="External"/><Relationship Id="rId5" Type="http://schemas.openxmlformats.org/officeDocument/2006/relationships/hyperlink" Target="https://www.freepik.com/free-vector/infographic_4364110.htm/?utm_source=slidesgo_template&amp;utm_medium=referral-link&amp;utm_campaign=sg_resources&amp;utm_content=freepik" TargetMode="External"/><Relationship Id="rId19" Type="http://schemas.openxmlformats.org/officeDocument/2006/relationships/hyperlink" Target="https://www.flaticon.com/packs/project-management-17?word=project/?utm_source=slidesgo_template&amp;utm_medium=referral-link&amp;utm_campaign=sg_resources&amp;utm_content=flaticon" TargetMode="External"/><Relationship Id="rId6" Type="http://schemas.openxmlformats.org/officeDocument/2006/relationships/hyperlink" Target="https://www.freepik.com/free-vector/ring-infographic-set_8466740.htm/?utm_source=slidesgo_template&amp;utm_medium=referral-link&amp;utm_campaign=sg_resources&amp;utm_content=freepik" TargetMode="External"/><Relationship Id="rId18" Type="http://schemas.openxmlformats.org/officeDocument/2006/relationships/hyperlink" Target="https://www.freepik.com/free-vector/flat-circular-diagram-infographic_14455236.htm/?utm_source=slidesgo_template&amp;utm_medium=referral-link&amp;utm_campaign=sg_resources&amp;utm_content=freepik" TargetMode="External"/><Relationship Id="rId7" Type="http://schemas.openxmlformats.org/officeDocument/2006/relationships/hyperlink" Target="https://www.freepik.com/free-vector/spiral-infographic_8475758.htm/?utm_source=slidesgo_template&amp;utm_medium=referral-link&amp;utm_campaign=sg_resources&amp;utm_content=freepik" TargetMode="External"/><Relationship Id="rId8" Type="http://schemas.openxmlformats.org/officeDocument/2006/relationships/hyperlink" Target="https://www.freepik.com/free-vector/gradient-circular-diagram-infographic-template_1483533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hyperlink" Target="https://fonts.google.com/specimen/Inter" TargetMode="External"/><Relationship Id="rId4" Type="http://schemas.openxmlformats.org/officeDocument/2006/relationships/hyperlink" Target="https://fonts.google.com/specimen/Catamaran"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1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8.png"/><Relationship Id="rId14" Type="http://schemas.openxmlformats.org/officeDocument/2006/relationships/image" Target="../media/image7.png"/><Relationship Id="rId17" Type="http://schemas.openxmlformats.org/officeDocument/2006/relationships/image" Target="../media/image9.png"/><Relationship Id="rId16" Type="http://schemas.openxmlformats.org/officeDocument/2006/relationships/image" Target="../media/image5.png"/><Relationship Id="rId5"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 name="Shape 90"/>
        <p:cNvGrpSpPr/>
        <p:nvPr/>
      </p:nvGrpSpPr>
      <p:grpSpPr>
        <a:xfrm>
          <a:off x="0" y="0"/>
          <a:ext cx="0" cy="0"/>
          <a:chOff x="0" y="0"/>
          <a:chExt cx="0" cy="0"/>
        </a:xfrm>
      </p:grpSpPr>
      <p:sp>
        <p:nvSpPr>
          <p:cNvPr id="91" name="Google Shape;91;p19"/>
          <p:cNvSpPr txBox="1"/>
          <p:nvPr>
            <p:ph type="ctrTitle"/>
          </p:nvPr>
        </p:nvSpPr>
        <p:spPr>
          <a:xfrm>
            <a:off x="4331150" y="1444625"/>
            <a:ext cx="4099500" cy="187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Cycle Diagrams Theme for a Project Proposal</a:t>
            </a:r>
            <a:endParaRPr>
              <a:solidFill>
                <a:schemeClr val="dk1"/>
              </a:solidFill>
            </a:endParaRPr>
          </a:p>
        </p:txBody>
      </p:sp>
      <p:sp>
        <p:nvSpPr>
          <p:cNvPr id="92" name="Google Shape;92;p19"/>
          <p:cNvSpPr txBox="1"/>
          <p:nvPr>
            <p:ph idx="1" type="subTitle"/>
          </p:nvPr>
        </p:nvSpPr>
        <p:spPr>
          <a:xfrm>
            <a:off x="4331150" y="3323225"/>
            <a:ext cx="409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 is where your presentation begins</a:t>
            </a:r>
            <a:endParaRPr>
              <a:solidFill>
                <a:schemeClr val="dk1"/>
              </a:solidFill>
            </a:endParaRPr>
          </a:p>
        </p:txBody>
      </p:sp>
      <p:cxnSp>
        <p:nvCxnSpPr>
          <p:cNvPr id="93" name="Google Shape;93;p19"/>
          <p:cNvCxnSpPr/>
          <p:nvPr/>
        </p:nvCxnSpPr>
        <p:spPr>
          <a:xfrm>
            <a:off x="4427700" y="1339719"/>
            <a:ext cx="482400" cy="0"/>
          </a:xfrm>
          <a:prstGeom prst="straightConnector1">
            <a:avLst/>
          </a:prstGeom>
          <a:noFill/>
          <a:ln cap="rnd" cmpd="sng" w="28575">
            <a:solidFill>
              <a:schemeClr val="dk1"/>
            </a:solidFill>
            <a:prstDash val="solid"/>
            <a:round/>
            <a:headEnd len="med" w="med" type="none"/>
            <a:tailEnd len="med" w="med" type="none"/>
          </a:ln>
        </p:spPr>
      </p:cxnSp>
      <p:sp>
        <p:nvSpPr>
          <p:cNvPr id="94" name="Google Shape;94;p19"/>
          <p:cNvSpPr/>
          <p:nvPr/>
        </p:nvSpPr>
        <p:spPr>
          <a:xfrm>
            <a:off x="2292542" y="1379743"/>
            <a:ext cx="1183123" cy="2366256"/>
          </a:xfrm>
          <a:custGeom>
            <a:rect b="b" l="l" r="r" t="t"/>
            <a:pathLst>
              <a:path extrusionOk="0" h="3263802" w="1631894">
                <a:moveTo>
                  <a:pt x="-21" y="-14"/>
                </a:moveTo>
                <a:lnTo>
                  <a:pt x="-21" y="664299"/>
                </a:lnTo>
                <a:cubicBezTo>
                  <a:pt x="534110" y="664903"/>
                  <a:pt x="966958" y="1097753"/>
                  <a:pt x="967559" y="1631885"/>
                </a:cubicBezTo>
                <a:cubicBezTo>
                  <a:pt x="967559" y="2079343"/>
                  <a:pt x="544900" y="2599475"/>
                  <a:pt x="-21" y="2599475"/>
                </a:cubicBezTo>
                <a:lnTo>
                  <a:pt x="-21" y="3263788"/>
                </a:lnTo>
                <a:cubicBezTo>
                  <a:pt x="430913" y="3263788"/>
                  <a:pt x="842153" y="3083739"/>
                  <a:pt x="1157944" y="2756795"/>
                </a:cubicBezTo>
                <a:cubicBezTo>
                  <a:pt x="1459133" y="2444968"/>
                  <a:pt x="1631873" y="2034951"/>
                  <a:pt x="1631873" y="1631885"/>
                </a:cubicBezTo>
                <a:cubicBezTo>
                  <a:pt x="1631873" y="732050"/>
                  <a:pt x="899813" y="-14"/>
                  <a:pt x="-21" y="-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5" name="Google Shape;95;p19"/>
          <p:cNvSpPr/>
          <p:nvPr/>
        </p:nvSpPr>
        <p:spPr>
          <a:xfrm>
            <a:off x="2051089" y="995900"/>
            <a:ext cx="523093" cy="925781"/>
          </a:xfrm>
          <a:custGeom>
            <a:rect b="b" l="l" r="r" t="t"/>
            <a:pathLst>
              <a:path extrusionOk="0" h="1276939" w="721507">
                <a:moveTo>
                  <a:pt x="721485" y="916173"/>
                </a:moveTo>
                <a:lnTo>
                  <a:pt x="721486" y="360741"/>
                </a:lnTo>
                <a:cubicBezTo>
                  <a:pt x="720903" y="161744"/>
                  <a:pt x="559730" y="570"/>
                  <a:pt x="360733" y="-13"/>
                </a:cubicBezTo>
                <a:lnTo>
                  <a:pt x="360733" y="-13"/>
                </a:lnTo>
                <a:cubicBezTo>
                  <a:pt x="358749" y="-13"/>
                  <a:pt x="356769" y="-13"/>
                  <a:pt x="354792" y="-14"/>
                </a:cubicBezTo>
                <a:cubicBezTo>
                  <a:pt x="159002" y="-182"/>
                  <a:pt x="147" y="158402"/>
                  <a:pt x="-20" y="354191"/>
                </a:cubicBezTo>
                <a:cubicBezTo>
                  <a:pt x="-20" y="354280"/>
                  <a:pt x="-20" y="354368"/>
                  <a:pt x="-20" y="354457"/>
                </a:cubicBezTo>
                <a:lnTo>
                  <a:pt x="-21" y="916172"/>
                </a:lnTo>
                <a:cubicBezTo>
                  <a:pt x="561" y="1115169"/>
                  <a:pt x="161735" y="1276343"/>
                  <a:pt x="360731" y="1276926"/>
                </a:cubicBezTo>
                <a:lnTo>
                  <a:pt x="360732" y="1276926"/>
                </a:lnTo>
                <a:cubicBezTo>
                  <a:pt x="559729" y="1276343"/>
                  <a:pt x="720903" y="1115170"/>
                  <a:pt x="721485" y="91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6" name="Google Shape;96;p19"/>
          <p:cNvSpPr/>
          <p:nvPr/>
        </p:nvSpPr>
        <p:spPr>
          <a:xfrm>
            <a:off x="1108113" y="1379743"/>
            <a:ext cx="1423943" cy="2366256"/>
          </a:xfrm>
          <a:custGeom>
            <a:rect b="b" l="l" r="r" t="t"/>
            <a:pathLst>
              <a:path extrusionOk="0" h="3263802" w="1964059">
                <a:moveTo>
                  <a:pt x="1631882" y="3263788"/>
                </a:moveTo>
                <a:cubicBezTo>
                  <a:pt x="732047" y="3263788"/>
                  <a:pt x="-21" y="2531720"/>
                  <a:pt x="-21" y="1631885"/>
                </a:cubicBezTo>
                <a:cubicBezTo>
                  <a:pt x="-21" y="732051"/>
                  <a:pt x="732047" y="-14"/>
                  <a:pt x="1631882" y="-14"/>
                </a:cubicBezTo>
                <a:cubicBezTo>
                  <a:pt x="1815327" y="-14"/>
                  <a:pt x="1964038" y="148697"/>
                  <a:pt x="1964038" y="332143"/>
                </a:cubicBezTo>
                <a:cubicBezTo>
                  <a:pt x="1964038" y="515588"/>
                  <a:pt x="1815327" y="664299"/>
                  <a:pt x="1631881" y="664299"/>
                </a:cubicBezTo>
                <a:cubicBezTo>
                  <a:pt x="1097498" y="664299"/>
                  <a:pt x="664294" y="1097503"/>
                  <a:pt x="664294" y="1631887"/>
                </a:cubicBezTo>
                <a:cubicBezTo>
                  <a:pt x="664294" y="2166271"/>
                  <a:pt x="1097498" y="2599475"/>
                  <a:pt x="1631881" y="2599475"/>
                </a:cubicBezTo>
                <a:cubicBezTo>
                  <a:pt x="1815327" y="2599475"/>
                  <a:pt x="1964038" y="2748186"/>
                  <a:pt x="1964038" y="2931631"/>
                </a:cubicBezTo>
                <a:cubicBezTo>
                  <a:pt x="1964038" y="3115077"/>
                  <a:pt x="1815327" y="3263788"/>
                  <a:pt x="1631881" y="326378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7" name="Google Shape;97;p19"/>
          <p:cNvSpPr/>
          <p:nvPr/>
        </p:nvSpPr>
        <p:spPr>
          <a:xfrm>
            <a:off x="2940402" y="2285270"/>
            <a:ext cx="925781" cy="523093"/>
          </a:xfrm>
          <a:custGeom>
            <a:rect b="b" l="l" r="r" t="t"/>
            <a:pathLst>
              <a:path extrusionOk="0" h="721507" w="1276939">
                <a:moveTo>
                  <a:pt x="916165" y="-14"/>
                </a:moveTo>
                <a:lnTo>
                  <a:pt x="360733" y="-14"/>
                </a:lnTo>
                <a:cubicBezTo>
                  <a:pt x="161737" y="568"/>
                  <a:pt x="563" y="161742"/>
                  <a:pt x="-20" y="360739"/>
                </a:cubicBezTo>
                <a:lnTo>
                  <a:pt x="-20" y="360739"/>
                </a:lnTo>
                <a:cubicBezTo>
                  <a:pt x="-20" y="362723"/>
                  <a:pt x="-20" y="364704"/>
                  <a:pt x="-21" y="366681"/>
                </a:cubicBezTo>
                <a:cubicBezTo>
                  <a:pt x="-189" y="562471"/>
                  <a:pt x="158394" y="721326"/>
                  <a:pt x="354184" y="721493"/>
                </a:cubicBezTo>
                <a:cubicBezTo>
                  <a:pt x="354273" y="721493"/>
                  <a:pt x="354361" y="721493"/>
                  <a:pt x="354450" y="721493"/>
                </a:cubicBezTo>
                <a:lnTo>
                  <a:pt x="916165" y="721493"/>
                </a:lnTo>
                <a:cubicBezTo>
                  <a:pt x="1115162" y="720910"/>
                  <a:pt x="1276335" y="559736"/>
                  <a:pt x="1276917" y="360739"/>
                </a:cubicBezTo>
                <a:lnTo>
                  <a:pt x="1276918" y="360739"/>
                </a:lnTo>
                <a:cubicBezTo>
                  <a:pt x="1276335" y="161742"/>
                  <a:pt x="1115161" y="568"/>
                  <a:pt x="916165" y="-1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8" name="Google Shape;98;p19"/>
          <p:cNvSpPr/>
          <p:nvPr/>
        </p:nvSpPr>
        <p:spPr>
          <a:xfrm>
            <a:off x="712512" y="2285270"/>
            <a:ext cx="925781" cy="523093"/>
          </a:xfrm>
          <a:custGeom>
            <a:rect b="b" l="l" r="r" t="t"/>
            <a:pathLst>
              <a:path extrusionOk="0" h="721507" w="1276939">
                <a:moveTo>
                  <a:pt x="916166" y="-14"/>
                </a:moveTo>
                <a:lnTo>
                  <a:pt x="360734" y="-14"/>
                </a:lnTo>
                <a:cubicBezTo>
                  <a:pt x="161738" y="568"/>
                  <a:pt x="564" y="161742"/>
                  <a:pt x="-19" y="360739"/>
                </a:cubicBezTo>
                <a:lnTo>
                  <a:pt x="-19" y="360739"/>
                </a:lnTo>
                <a:cubicBezTo>
                  <a:pt x="-19" y="362723"/>
                  <a:pt x="-20" y="364704"/>
                  <a:pt x="-21" y="366681"/>
                </a:cubicBezTo>
                <a:cubicBezTo>
                  <a:pt x="-188" y="562471"/>
                  <a:pt x="158396" y="721326"/>
                  <a:pt x="354186" y="721493"/>
                </a:cubicBezTo>
                <a:cubicBezTo>
                  <a:pt x="354274" y="721493"/>
                  <a:pt x="354362" y="721493"/>
                  <a:pt x="354451" y="721493"/>
                </a:cubicBezTo>
                <a:lnTo>
                  <a:pt x="916166" y="721493"/>
                </a:lnTo>
                <a:cubicBezTo>
                  <a:pt x="1115162" y="720910"/>
                  <a:pt x="1276336" y="559736"/>
                  <a:pt x="1276918" y="360739"/>
                </a:cubicBezTo>
                <a:lnTo>
                  <a:pt x="1276918" y="360739"/>
                </a:lnTo>
                <a:cubicBezTo>
                  <a:pt x="1276336" y="161742"/>
                  <a:pt x="1115162" y="568"/>
                  <a:pt x="916166" y="-1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9" name="Google Shape;99;p19"/>
          <p:cNvSpPr/>
          <p:nvPr/>
        </p:nvSpPr>
        <p:spPr>
          <a:xfrm>
            <a:off x="1108113" y="2323089"/>
            <a:ext cx="2366253" cy="1423943"/>
          </a:xfrm>
          <a:custGeom>
            <a:rect b="b" l="l" r="r" t="t"/>
            <a:pathLst>
              <a:path extrusionOk="0" h="1964059" w="3263797">
                <a:moveTo>
                  <a:pt x="1631882" y="1964046"/>
                </a:moveTo>
                <a:cubicBezTo>
                  <a:pt x="732047" y="1964046"/>
                  <a:pt x="-21" y="1231977"/>
                  <a:pt x="-21" y="332143"/>
                </a:cubicBezTo>
                <a:cubicBezTo>
                  <a:pt x="-21" y="148698"/>
                  <a:pt x="148690" y="-14"/>
                  <a:pt x="332135" y="-14"/>
                </a:cubicBezTo>
                <a:cubicBezTo>
                  <a:pt x="515580" y="-14"/>
                  <a:pt x="664292" y="148698"/>
                  <a:pt x="664292" y="332143"/>
                </a:cubicBezTo>
                <a:cubicBezTo>
                  <a:pt x="664897" y="866277"/>
                  <a:pt x="1097748" y="1299127"/>
                  <a:pt x="1631881" y="1299732"/>
                </a:cubicBezTo>
                <a:cubicBezTo>
                  <a:pt x="2176803" y="1299732"/>
                  <a:pt x="2599463" y="779600"/>
                  <a:pt x="2599463" y="332143"/>
                </a:cubicBezTo>
                <a:cubicBezTo>
                  <a:pt x="2599463" y="148698"/>
                  <a:pt x="2748174" y="-14"/>
                  <a:pt x="2931619" y="-14"/>
                </a:cubicBezTo>
                <a:cubicBezTo>
                  <a:pt x="3115064" y="-14"/>
                  <a:pt x="3263776" y="148698"/>
                  <a:pt x="3263776" y="332143"/>
                </a:cubicBezTo>
                <a:cubicBezTo>
                  <a:pt x="3263776" y="735208"/>
                  <a:pt x="3091036" y="1145225"/>
                  <a:pt x="2789847" y="1457053"/>
                </a:cubicBezTo>
                <a:cubicBezTo>
                  <a:pt x="2474057" y="1783996"/>
                  <a:pt x="2062816" y="1964046"/>
                  <a:pt x="1631882" y="19640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0" name="Google Shape;100;p19"/>
          <p:cNvSpPr/>
          <p:nvPr/>
        </p:nvSpPr>
        <p:spPr>
          <a:xfrm>
            <a:off x="2117574" y="1442209"/>
            <a:ext cx="357802" cy="357802"/>
          </a:xfrm>
          <a:custGeom>
            <a:rect b="b" l="l" r="r" t="t"/>
            <a:pathLst>
              <a:path extrusionOk="0" h="493520" w="493520">
                <a:moveTo>
                  <a:pt x="493499" y="246746"/>
                </a:moveTo>
                <a:cubicBezTo>
                  <a:pt x="493499" y="383028"/>
                  <a:pt x="383020" y="493506"/>
                  <a:pt x="246739" y="493506"/>
                </a:cubicBezTo>
                <a:cubicBezTo>
                  <a:pt x="110457" y="493506"/>
                  <a:pt x="-22" y="383028"/>
                  <a:pt x="-22" y="246746"/>
                </a:cubicBezTo>
                <a:cubicBezTo>
                  <a:pt x="-22" y="110464"/>
                  <a:pt x="110457" y="-14"/>
                  <a:pt x="246739" y="-14"/>
                </a:cubicBezTo>
                <a:cubicBezTo>
                  <a:pt x="383020" y="-14"/>
                  <a:pt x="493499" y="110464"/>
                  <a:pt x="493499" y="246746"/>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1</a:t>
            </a:r>
            <a:endParaRPr b="1" sz="1600">
              <a:solidFill>
                <a:schemeClr val="dk1"/>
              </a:solidFill>
              <a:latin typeface="Inter"/>
              <a:ea typeface="Inter"/>
              <a:cs typeface="Inter"/>
              <a:sym typeface="Inter"/>
            </a:endParaRPr>
          </a:p>
        </p:txBody>
      </p:sp>
      <p:sp>
        <p:nvSpPr>
          <p:cNvPr id="101" name="Google Shape;101;p19"/>
          <p:cNvSpPr/>
          <p:nvPr/>
        </p:nvSpPr>
        <p:spPr>
          <a:xfrm>
            <a:off x="1174489" y="2385140"/>
            <a:ext cx="359034" cy="359034"/>
          </a:xfrm>
          <a:custGeom>
            <a:rect b="b" l="l" r="r" t="t"/>
            <a:pathLst>
              <a:path extrusionOk="0" h="493517" w="493517">
                <a:moveTo>
                  <a:pt x="493496" y="246745"/>
                </a:moveTo>
                <a:cubicBezTo>
                  <a:pt x="493496" y="383026"/>
                  <a:pt x="383018" y="493503"/>
                  <a:pt x="246737" y="493503"/>
                </a:cubicBezTo>
                <a:cubicBezTo>
                  <a:pt x="110456" y="493503"/>
                  <a:pt x="-21" y="383026"/>
                  <a:pt x="-21" y="246745"/>
                </a:cubicBezTo>
                <a:cubicBezTo>
                  <a:pt x="-21" y="110464"/>
                  <a:pt x="110456" y="-14"/>
                  <a:pt x="246737" y="-14"/>
                </a:cubicBezTo>
                <a:cubicBezTo>
                  <a:pt x="383018" y="-14"/>
                  <a:pt x="493496" y="110464"/>
                  <a:pt x="493496" y="246745"/>
                </a:cubicBezTo>
                <a:close/>
              </a:path>
            </a:pathLst>
          </a:custGeom>
          <a:solidFill>
            <a:schemeClr val="accent4"/>
          </a:solidFill>
          <a:ln>
            <a:noFill/>
          </a:ln>
        </p:spPr>
        <p:txBody>
          <a:bodyPr anchorCtr="0" anchor="b" bIns="54850" lIns="91425" spcFirstLastPara="1" rIns="1097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4</a:t>
            </a:r>
            <a:endParaRPr b="1" sz="1600">
              <a:solidFill>
                <a:schemeClr val="dk1"/>
              </a:solidFill>
              <a:latin typeface="Inter"/>
              <a:ea typeface="Inter"/>
              <a:cs typeface="Inter"/>
              <a:sym typeface="Inter"/>
            </a:endParaRPr>
          </a:p>
        </p:txBody>
      </p:sp>
      <p:sp>
        <p:nvSpPr>
          <p:cNvPr id="102" name="Google Shape;102;p19"/>
          <p:cNvSpPr/>
          <p:nvPr/>
        </p:nvSpPr>
        <p:spPr>
          <a:xfrm>
            <a:off x="2023755" y="3221816"/>
            <a:ext cx="523093" cy="925781"/>
          </a:xfrm>
          <a:custGeom>
            <a:rect b="b" l="l" r="r" t="t"/>
            <a:pathLst>
              <a:path extrusionOk="0" h="1276939" w="721507">
                <a:moveTo>
                  <a:pt x="721485" y="916173"/>
                </a:moveTo>
                <a:lnTo>
                  <a:pt x="721486" y="360742"/>
                </a:lnTo>
                <a:cubicBezTo>
                  <a:pt x="720904" y="161745"/>
                  <a:pt x="559730" y="571"/>
                  <a:pt x="360733" y="-12"/>
                </a:cubicBezTo>
                <a:lnTo>
                  <a:pt x="360732" y="-12"/>
                </a:lnTo>
                <a:cubicBezTo>
                  <a:pt x="358748" y="-12"/>
                  <a:pt x="356768" y="-13"/>
                  <a:pt x="354791" y="-14"/>
                </a:cubicBezTo>
                <a:cubicBezTo>
                  <a:pt x="159001" y="-181"/>
                  <a:pt x="147" y="158401"/>
                  <a:pt x="-20" y="354191"/>
                </a:cubicBezTo>
                <a:cubicBezTo>
                  <a:pt x="-21" y="354279"/>
                  <a:pt x="-21" y="354368"/>
                  <a:pt x="-21" y="354457"/>
                </a:cubicBezTo>
                <a:lnTo>
                  <a:pt x="-21" y="916172"/>
                </a:lnTo>
                <a:cubicBezTo>
                  <a:pt x="561" y="1115169"/>
                  <a:pt x="161735" y="1276343"/>
                  <a:pt x="360731" y="1276926"/>
                </a:cubicBezTo>
                <a:lnTo>
                  <a:pt x="360731" y="1276926"/>
                </a:lnTo>
                <a:cubicBezTo>
                  <a:pt x="559728" y="1276344"/>
                  <a:pt x="720902" y="1115170"/>
                  <a:pt x="721485" y="91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3" name="Google Shape;103;p19"/>
          <p:cNvSpPr/>
          <p:nvPr/>
        </p:nvSpPr>
        <p:spPr>
          <a:xfrm>
            <a:off x="2051463" y="2323089"/>
            <a:ext cx="1423937" cy="1423943"/>
          </a:xfrm>
          <a:custGeom>
            <a:rect b="b" l="l" r="r" t="t"/>
            <a:pathLst>
              <a:path extrusionOk="0" h="1964059" w="1964051">
                <a:moveTo>
                  <a:pt x="332135" y="1964046"/>
                </a:moveTo>
                <a:cubicBezTo>
                  <a:pt x="148690" y="1964046"/>
                  <a:pt x="-21" y="1815334"/>
                  <a:pt x="-21" y="1631889"/>
                </a:cubicBezTo>
                <a:cubicBezTo>
                  <a:pt x="-21" y="1448444"/>
                  <a:pt x="148690" y="1299732"/>
                  <a:pt x="332135" y="1299732"/>
                </a:cubicBezTo>
                <a:cubicBezTo>
                  <a:pt x="877057" y="1299732"/>
                  <a:pt x="1299716" y="779600"/>
                  <a:pt x="1299716" y="332143"/>
                </a:cubicBezTo>
                <a:cubicBezTo>
                  <a:pt x="1299716" y="148698"/>
                  <a:pt x="1448428" y="-14"/>
                  <a:pt x="1631873" y="-14"/>
                </a:cubicBezTo>
                <a:cubicBezTo>
                  <a:pt x="1815318" y="-14"/>
                  <a:pt x="1964030" y="148698"/>
                  <a:pt x="1964030" y="332143"/>
                </a:cubicBezTo>
                <a:cubicBezTo>
                  <a:pt x="1964030" y="735208"/>
                  <a:pt x="1791290" y="1145225"/>
                  <a:pt x="1490101" y="1457053"/>
                </a:cubicBezTo>
                <a:cubicBezTo>
                  <a:pt x="1174310" y="1783996"/>
                  <a:pt x="763070" y="1964046"/>
                  <a:pt x="332135" y="19640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4" name="Google Shape;104;p19"/>
          <p:cNvSpPr/>
          <p:nvPr/>
        </p:nvSpPr>
        <p:spPr>
          <a:xfrm>
            <a:off x="2117629" y="3328926"/>
            <a:ext cx="359036" cy="359036"/>
          </a:xfrm>
          <a:custGeom>
            <a:rect b="b" l="l" r="r" t="t"/>
            <a:pathLst>
              <a:path extrusionOk="0" h="493520" w="493520">
                <a:moveTo>
                  <a:pt x="493499" y="246746"/>
                </a:moveTo>
                <a:cubicBezTo>
                  <a:pt x="493499" y="383028"/>
                  <a:pt x="383021" y="493506"/>
                  <a:pt x="246739" y="493506"/>
                </a:cubicBezTo>
                <a:cubicBezTo>
                  <a:pt x="110457" y="493506"/>
                  <a:pt x="-21" y="383028"/>
                  <a:pt x="-21" y="246746"/>
                </a:cubicBezTo>
                <a:cubicBezTo>
                  <a:pt x="-21" y="110464"/>
                  <a:pt x="110457" y="-14"/>
                  <a:pt x="246739" y="-14"/>
                </a:cubicBezTo>
                <a:cubicBezTo>
                  <a:pt x="383021" y="-14"/>
                  <a:pt x="493499" y="110464"/>
                  <a:pt x="493499" y="246746"/>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3</a:t>
            </a:r>
            <a:endParaRPr b="1" sz="1600">
              <a:solidFill>
                <a:schemeClr val="dk1"/>
              </a:solidFill>
              <a:latin typeface="Inter"/>
              <a:ea typeface="Inter"/>
              <a:cs typeface="Inter"/>
              <a:sym typeface="Inter"/>
            </a:endParaRPr>
          </a:p>
        </p:txBody>
      </p:sp>
      <p:sp>
        <p:nvSpPr>
          <p:cNvPr id="105" name="Google Shape;105;p19"/>
          <p:cNvSpPr/>
          <p:nvPr/>
        </p:nvSpPr>
        <p:spPr>
          <a:xfrm>
            <a:off x="3060967" y="2385481"/>
            <a:ext cx="359034" cy="359034"/>
          </a:xfrm>
          <a:custGeom>
            <a:rect b="b" l="l" r="r" t="t"/>
            <a:pathLst>
              <a:path extrusionOk="0" h="493517" w="493517">
                <a:moveTo>
                  <a:pt x="493496" y="246745"/>
                </a:moveTo>
                <a:cubicBezTo>
                  <a:pt x="493496" y="383026"/>
                  <a:pt x="383019" y="493503"/>
                  <a:pt x="246737" y="493503"/>
                </a:cubicBezTo>
                <a:cubicBezTo>
                  <a:pt x="110456" y="493503"/>
                  <a:pt x="-21" y="383026"/>
                  <a:pt x="-21" y="246744"/>
                </a:cubicBezTo>
                <a:cubicBezTo>
                  <a:pt x="-21" y="110463"/>
                  <a:pt x="110456" y="-14"/>
                  <a:pt x="246737" y="-14"/>
                </a:cubicBezTo>
                <a:cubicBezTo>
                  <a:pt x="383019" y="-14"/>
                  <a:pt x="493496" y="110463"/>
                  <a:pt x="493496" y="246745"/>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2</a:t>
            </a:r>
            <a:endParaRPr b="1" sz="1600">
              <a:solidFill>
                <a:schemeClr val="dk1"/>
              </a:solidFill>
              <a:latin typeface="Inter"/>
              <a:ea typeface="Inter"/>
              <a:cs typeface="Inter"/>
              <a:sym typeface="Inter"/>
            </a:endParaRPr>
          </a:p>
        </p:txBody>
      </p:sp>
      <p:grpSp>
        <p:nvGrpSpPr>
          <p:cNvPr id="106" name="Google Shape;106;p19"/>
          <p:cNvGrpSpPr/>
          <p:nvPr/>
        </p:nvGrpSpPr>
        <p:grpSpPr>
          <a:xfrm>
            <a:off x="3519268" y="2383906"/>
            <a:ext cx="220348" cy="304252"/>
            <a:chOff x="10915960" y="3209047"/>
            <a:chExt cx="303593" cy="419196"/>
          </a:xfrm>
        </p:grpSpPr>
        <p:grpSp>
          <p:nvGrpSpPr>
            <p:cNvPr id="107" name="Google Shape;107;p19"/>
            <p:cNvGrpSpPr/>
            <p:nvPr/>
          </p:nvGrpSpPr>
          <p:grpSpPr>
            <a:xfrm>
              <a:off x="10915960" y="3209047"/>
              <a:ext cx="297186" cy="254579"/>
              <a:chOff x="10915960" y="3209047"/>
              <a:chExt cx="297186" cy="254579"/>
            </a:xfrm>
          </p:grpSpPr>
          <p:grpSp>
            <p:nvGrpSpPr>
              <p:cNvPr id="108" name="Google Shape;108;p19"/>
              <p:cNvGrpSpPr/>
              <p:nvPr/>
            </p:nvGrpSpPr>
            <p:grpSpPr>
              <a:xfrm>
                <a:off x="10915960" y="3209047"/>
                <a:ext cx="192388" cy="190234"/>
                <a:chOff x="10915960" y="3209047"/>
                <a:chExt cx="192388" cy="190234"/>
              </a:xfrm>
            </p:grpSpPr>
            <p:sp>
              <p:nvSpPr>
                <p:cNvPr id="109" name="Google Shape;109;p19"/>
                <p:cNvSpPr/>
                <p:nvPr/>
              </p:nvSpPr>
              <p:spPr>
                <a:xfrm>
                  <a:off x="10915960" y="3209047"/>
                  <a:ext cx="192388" cy="190234"/>
                </a:xfrm>
                <a:custGeom>
                  <a:rect b="b" l="l" r="r" t="t"/>
                  <a:pathLst>
                    <a:path extrusionOk="0" h="190234" w="192388">
                      <a:moveTo>
                        <a:pt x="185610" y="130160"/>
                      </a:moveTo>
                      <a:lnTo>
                        <a:pt x="192184" y="98232"/>
                      </a:lnTo>
                      <a:cubicBezTo>
                        <a:pt x="193167" y="93456"/>
                        <a:pt x="190093" y="88787"/>
                        <a:pt x="185317" y="87804"/>
                      </a:cubicBezTo>
                      <a:cubicBezTo>
                        <a:pt x="185317" y="87804"/>
                        <a:pt x="185317" y="87804"/>
                        <a:pt x="185316" y="87804"/>
                      </a:cubicBezTo>
                      <a:lnTo>
                        <a:pt x="182117" y="87144"/>
                      </a:lnTo>
                      <a:cubicBezTo>
                        <a:pt x="178576" y="86388"/>
                        <a:pt x="175843" y="83566"/>
                        <a:pt x="175200" y="80003"/>
                      </a:cubicBezTo>
                      <a:lnTo>
                        <a:pt x="175177" y="79884"/>
                      </a:lnTo>
                      <a:cubicBezTo>
                        <a:pt x="174451" y="76332"/>
                        <a:pt x="175945" y="72694"/>
                        <a:pt x="178958" y="70677"/>
                      </a:cubicBezTo>
                      <a:lnTo>
                        <a:pt x="181685" y="68880"/>
                      </a:lnTo>
                      <a:cubicBezTo>
                        <a:pt x="185757" y="66199"/>
                        <a:pt x="186885" y="60724"/>
                        <a:pt x="184203" y="56651"/>
                      </a:cubicBezTo>
                      <a:lnTo>
                        <a:pt x="166275" y="29425"/>
                      </a:lnTo>
                      <a:cubicBezTo>
                        <a:pt x="163593" y="25352"/>
                        <a:pt x="158118" y="24225"/>
                        <a:pt x="154045" y="26906"/>
                      </a:cubicBezTo>
                      <a:lnTo>
                        <a:pt x="151307" y="28710"/>
                      </a:lnTo>
                      <a:cubicBezTo>
                        <a:pt x="148292" y="30677"/>
                        <a:pt x="144386" y="30624"/>
                        <a:pt x="141425" y="28574"/>
                      </a:cubicBezTo>
                      <a:cubicBezTo>
                        <a:pt x="139951" y="27568"/>
                        <a:pt x="138439" y="26609"/>
                        <a:pt x="136890" y="25697"/>
                      </a:cubicBezTo>
                      <a:cubicBezTo>
                        <a:pt x="133587" y="23795"/>
                        <a:pt x="131866" y="19997"/>
                        <a:pt x="132612" y="16259"/>
                      </a:cubicBezTo>
                      <a:lnTo>
                        <a:pt x="132867" y="15018"/>
                      </a:lnTo>
                      <a:cubicBezTo>
                        <a:pt x="133851" y="10243"/>
                        <a:pt x="130777" y="5574"/>
                        <a:pt x="126002" y="4590"/>
                      </a:cubicBezTo>
                      <a:cubicBezTo>
                        <a:pt x="126001" y="4590"/>
                        <a:pt x="126001" y="4590"/>
                        <a:pt x="126001" y="4590"/>
                      </a:cubicBezTo>
                      <a:lnTo>
                        <a:pt x="104530" y="169"/>
                      </a:lnTo>
                      <a:cubicBezTo>
                        <a:pt x="99754" y="-814"/>
                        <a:pt x="95086" y="2261"/>
                        <a:pt x="94102" y="7036"/>
                      </a:cubicBezTo>
                      <a:lnTo>
                        <a:pt x="93847" y="8276"/>
                      </a:lnTo>
                      <a:cubicBezTo>
                        <a:pt x="93056" y="12006"/>
                        <a:pt x="89974" y="14814"/>
                        <a:pt x="86187" y="15256"/>
                      </a:cubicBezTo>
                      <a:cubicBezTo>
                        <a:pt x="84405" y="15481"/>
                        <a:pt x="82637" y="15765"/>
                        <a:pt x="80883" y="16108"/>
                      </a:cubicBezTo>
                      <a:cubicBezTo>
                        <a:pt x="77354" y="16822"/>
                        <a:pt x="73745" y="15327"/>
                        <a:pt x="71753" y="12328"/>
                      </a:cubicBezTo>
                      <a:lnTo>
                        <a:pt x="69950" y="9591"/>
                      </a:lnTo>
                      <a:cubicBezTo>
                        <a:pt x="67268" y="5519"/>
                        <a:pt x="61793" y="4392"/>
                        <a:pt x="57720" y="7072"/>
                      </a:cubicBezTo>
                      <a:lnTo>
                        <a:pt x="30494" y="25000"/>
                      </a:lnTo>
                      <a:cubicBezTo>
                        <a:pt x="26422" y="27683"/>
                        <a:pt x="25295" y="33158"/>
                        <a:pt x="27976" y="37230"/>
                      </a:cubicBezTo>
                      <a:lnTo>
                        <a:pt x="29772" y="39958"/>
                      </a:lnTo>
                      <a:cubicBezTo>
                        <a:pt x="31742" y="43001"/>
                        <a:pt x="31677" y="46933"/>
                        <a:pt x="29606" y="49909"/>
                      </a:cubicBezTo>
                      <a:lnTo>
                        <a:pt x="29538" y="50010"/>
                      </a:lnTo>
                      <a:cubicBezTo>
                        <a:pt x="27539" y="53029"/>
                        <a:pt x="23914" y="54541"/>
                        <a:pt x="20363" y="53837"/>
                      </a:cubicBezTo>
                      <a:lnTo>
                        <a:pt x="17164" y="53179"/>
                      </a:lnTo>
                      <a:cubicBezTo>
                        <a:pt x="12388" y="52196"/>
                        <a:pt x="7719" y="55270"/>
                        <a:pt x="6736" y="60046"/>
                      </a:cubicBezTo>
                      <a:cubicBezTo>
                        <a:pt x="6736" y="60046"/>
                        <a:pt x="6736" y="60046"/>
                        <a:pt x="6736" y="60047"/>
                      </a:cubicBezTo>
                      <a:lnTo>
                        <a:pt x="162" y="91975"/>
                      </a:lnTo>
                      <a:cubicBezTo>
                        <a:pt x="-822" y="96751"/>
                        <a:pt x="2252" y="101420"/>
                        <a:pt x="7028" y="102403"/>
                      </a:cubicBezTo>
                      <a:lnTo>
                        <a:pt x="10227" y="103062"/>
                      </a:lnTo>
                      <a:cubicBezTo>
                        <a:pt x="13768" y="103818"/>
                        <a:pt x="16500" y="106639"/>
                        <a:pt x="17144" y="110202"/>
                      </a:cubicBezTo>
                      <a:lnTo>
                        <a:pt x="17167" y="110322"/>
                      </a:lnTo>
                      <a:cubicBezTo>
                        <a:pt x="17893" y="113873"/>
                        <a:pt x="16400" y="117512"/>
                        <a:pt x="13387" y="119529"/>
                      </a:cubicBezTo>
                      <a:lnTo>
                        <a:pt x="10660" y="121326"/>
                      </a:lnTo>
                      <a:cubicBezTo>
                        <a:pt x="6588" y="124007"/>
                        <a:pt x="5460" y="129482"/>
                        <a:pt x="8141" y="133554"/>
                      </a:cubicBezTo>
                      <a:cubicBezTo>
                        <a:pt x="8141" y="133555"/>
                        <a:pt x="8142" y="133555"/>
                        <a:pt x="8142" y="133555"/>
                      </a:cubicBezTo>
                      <a:lnTo>
                        <a:pt x="26070" y="160780"/>
                      </a:lnTo>
                      <a:cubicBezTo>
                        <a:pt x="28751" y="164853"/>
                        <a:pt x="34227" y="165981"/>
                        <a:pt x="38299" y="163299"/>
                      </a:cubicBezTo>
                      <a:cubicBezTo>
                        <a:pt x="38299" y="163299"/>
                        <a:pt x="38300" y="163299"/>
                        <a:pt x="38300" y="163299"/>
                      </a:cubicBezTo>
                      <a:lnTo>
                        <a:pt x="41037" y="161497"/>
                      </a:lnTo>
                      <a:cubicBezTo>
                        <a:pt x="44052" y="159529"/>
                        <a:pt x="47959" y="159582"/>
                        <a:pt x="50919" y="161632"/>
                      </a:cubicBezTo>
                      <a:cubicBezTo>
                        <a:pt x="52393" y="162638"/>
                        <a:pt x="53905" y="163597"/>
                        <a:pt x="55455" y="164509"/>
                      </a:cubicBezTo>
                      <a:cubicBezTo>
                        <a:pt x="58758" y="166411"/>
                        <a:pt x="60481" y="170209"/>
                        <a:pt x="59734" y="173948"/>
                      </a:cubicBezTo>
                      <a:lnTo>
                        <a:pt x="59478" y="175188"/>
                      </a:lnTo>
                      <a:cubicBezTo>
                        <a:pt x="58495" y="179964"/>
                        <a:pt x="61569" y="184633"/>
                        <a:pt x="66345" y="185617"/>
                      </a:cubicBezTo>
                      <a:lnTo>
                        <a:pt x="87815" y="190037"/>
                      </a:lnTo>
                      <a:cubicBezTo>
                        <a:pt x="92591" y="191021"/>
                        <a:pt x="97260" y="187946"/>
                        <a:pt x="98244" y="183171"/>
                      </a:cubicBezTo>
                      <a:lnTo>
                        <a:pt x="98499" y="181929"/>
                      </a:lnTo>
                      <a:cubicBezTo>
                        <a:pt x="99291" y="178200"/>
                        <a:pt x="102372" y="175392"/>
                        <a:pt x="106158" y="174950"/>
                      </a:cubicBezTo>
                      <a:cubicBezTo>
                        <a:pt x="107941" y="174725"/>
                        <a:pt x="109709" y="174441"/>
                        <a:pt x="111462" y="174098"/>
                      </a:cubicBezTo>
                      <a:cubicBezTo>
                        <a:pt x="114991" y="173385"/>
                        <a:pt x="118601" y="174879"/>
                        <a:pt x="120593" y="177878"/>
                      </a:cubicBezTo>
                      <a:lnTo>
                        <a:pt x="122395" y="180615"/>
                      </a:lnTo>
                      <a:cubicBezTo>
                        <a:pt x="125077" y="184688"/>
                        <a:pt x="130553" y="185815"/>
                        <a:pt x="134625" y="183134"/>
                      </a:cubicBezTo>
                      <a:lnTo>
                        <a:pt x="161851" y="165206"/>
                      </a:lnTo>
                      <a:cubicBezTo>
                        <a:pt x="165923" y="162524"/>
                        <a:pt x="167051" y="157048"/>
                        <a:pt x="164369" y="152975"/>
                      </a:cubicBezTo>
                      <a:lnTo>
                        <a:pt x="162573" y="150248"/>
                      </a:lnTo>
                      <a:cubicBezTo>
                        <a:pt x="160603" y="147205"/>
                        <a:pt x="160668" y="143272"/>
                        <a:pt x="162738" y="140296"/>
                      </a:cubicBezTo>
                      <a:lnTo>
                        <a:pt x="162806" y="140196"/>
                      </a:lnTo>
                      <a:cubicBezTo>
                        <a:pt x="164805" y="137177"/>
                        <a:pt x="168430" y="135665"/>
                        <a:pt x="171981" y="136369"/>
                      </a:cubicBezTo>
                      <a:lnTo>
                        <a:pt x="175181" y="137027"/>
                      </a:lnTo>
                      <a:cubicBezTo>
                        <a:pt x="179957" y="138011"/>
                        <a:pt x="184626" y="134937"/>
                        <a:pt x="185610" y="130161"/>
                      </a:cubicBezTo>
                      <a:cubicBezTo>
                        <a:pt x="185610" y="130161"/>
                        <a:pt x="185610" y="130161"/>
                        <a:pt x="185610" y="130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19"/>
                <p:cNvSpPr/>
                <p:nvPr/>
              </p:nvSpPr>
              <p:spPr>
                <a:xfrm>
                  <a:off x="10975674" y="3267684"/>
                  <a:ext cx="72960" cy="72960"/>
                </a:xfrm>
                <a:custGeom>
                  <a:rect b="b" l="l" r="r" t="t"/>
                  <a:pathLst>
                    <a:path extrusionOk="0" h="72960" w="72960">
                      <a:moveTo>
                        <a:pt x="72182" y="43821"/>
                      </a:moveTo>
                      <a:cubicBezTo>
                        <a:pt x="68120" y="63551"/>
                        <a:pt x="48833" y="76252"/>
                        <a:pt x="29104" y="72190"/>
                      </a:cubicBezTo>
                      <a:cubicBezTo>
                        <a:pt x="9374" y="68128"/>
                        <a:pt x="-3327" y="48840"/>
                        <a:pt x="735" y="29111"/>
                      </a:cubicBezTo>
                      <a:cubicBezTo>
                        <a:pt x="4797" y="9381"/>
                        <a:pt x="24084" y="-3320"/>
                        <a:pt x="43814" y="742"/>
                      </a:cubicBezTo>
                      <a:cubicBezTo>
                        <a:pt x="63543" y="4805"/>
                        <a:pt x="76244" y="24092"/>
                        <a:pt x="72182" y="4382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 name="Google Shape;111;p19"/>
              <p:cNvGrpSpPr/>
              <p:nvPr/>
            </p:nvGrpSpPr>
            <p:grpSpPr>
              <a:xfrm>
                <a:off x="11091059" y="3340914"/>
                <a:ext cx="122087" cy="122712"/>
                <a:chOff x="11091059" y="3340914"/>
                <a:chExt cx="122087" cy="122712"/>
              </a:xfrm>
            </p:grpSpPr>
            <p:sp>
              <p:nvSpPr>
                <p:cNvPr id="112" name="Google Shape;112;p19"/>
                <p:cNvSpPr/>
                <p:nvPr/>
              </p:nvSpPr>
              <p:spPr>
                <a:xfrm>
                  <a:off x="11091059" y="3340914"/>
                  <a:ext cx="122087" cy="122712"/>
                </a:xfrm>
                <a:custGeom>
                  <a:rect b="b" l="l" r="r" t="t"/>
                  <a:pathLst>
                    <a:path extrusionOk="0" h="122712" w="122087">
                      <a:moveTo>
                        <a:pt x="56157" y="122675"/>
                      </a:moveTo>
                      <a:lnTo>
                        <a:pt x="76948" y="120770"/>
                      </a:lnTo>
                      <a:cubicBezTo>
                        <a:pt x="80058" y="120484"/>
                        <a:pt x="82348" y="117732"/>
                        <a:pt x="82063" y="114622"/>
                      </a:cubicBezTo>
                      <a:lnTo>
                        <a:pt x="81873" y="112539"/>
                      </a:lnTo>
                      <a:cubicBezTo>
                        <a:pt x="81678" y="110228"/>
                        <a:pt x="82899" y="108029"/>
                        <a:pt x="84964" y="106972"/>
                      </a:cubicBezTo>
                      <a:lnTo>
                        <a:pt x="85033" y="106936"/>
                      </a:lnTo>
                      <a:cubicBezTo>
                        <a:pt x="87075" y="105830"/>
                        <a:pt x="89583" y="106069"/>
                        <a:pt x="91379" y="107540"/>
                      </a:cubicBezTo>
                      <a:lnTo>
                        <a:pt x="92987" y="108879"/>
                      </a:lnTo>
                      <a:cubicBezTo>
                        <a:pt x="95387" y="110876"/>
                        <a:pt x="98952" y="110549"/>
                        <a:pt x="100951" y="108149"/>
                      </a:cubicBezTo>
                      <a:lnTo>
                        <a:pt x="114304" y="92100"/>
                      </a:lnTo>
                      <a:cubicBezTo>
                        <a:pt x="116302" y="89700"/>
                        <a:pt x="115976" y="86135"/>
                        <a:pt x="113576" y="84137"/>
                      </a:cubicBezTo>
                      <a:cubicBezTo>
                        <a:pt x="113576" y="84137"/>
                        <a:pt x="113576" y="84137"/>
                        <a:pt x="113576" y="84136"/>
                      </a:cubicBezTo>
                      <a:lnTo>
                        <a:pt x="111961" y="82794"/>
                      </a:lnTo>
                      <a:cubicBezTo>
                        <a:pt x="110195" y="81311"/>
                        <a:pt x="109502" y="78907"/>
                        <a:pt x="110208" y="76712"/>
                      </a:cubicBezTo>
                      <a:cubicBezTo>
                        <a:pt x="110551" y="75621"/>
                        <a:pt x="110858" y="74516"/>
                        <a:pt x="111129" y="73397"/>
                      </a:cubicBezTo>
                      <a:cubicBezTo>
                        <a:pt x="111681" y="71019"/>
                        <a:pt x="113688" y="69258"/>
                        <a:pt x="116118" y="69020"/>
                      </a:cubicBezTo>
                      <a:lnTo>
                        <a:pt x="116926" y="68947"/>
                      </a:lnTo>
                      <a:cubicBezTo>
                        <a:pt x="120036" y="68662"/>
                        <a:pt x="122326" y="65910"/>
                        <a:pt x="122042" y="62800"/>
                      </a:cubicBezTo>
                      <a:lnTo>
                        <a:pt x="120760" y="48819"/>
                      </a:lnTo>
                      <a:cubicBezTo>
                        <a:pt x="120476" y="45709"/>
                        <a:pt x="117724" y="43419"/>
                        <a:pt x="114614" y="43704"/>
                      </a:cubicBezTo>
                      <a:cubicBezTo>
                        <a:pt x="114614" y="43704"/>
                        <a:pt x="114614" y="43704"/>
                        <a:pt x="114614" y="43704"/>
                      </a:cubicBezTo>
                      <a:lnTo>
                        <a:pt x="113806" y="43778"/>
                      </a:lnTo>
                      <a:cubicBezTo>
                        <a:pt x="111374" y="43986"/>
                        <a:pt x="109079" y="42619"/>
                        <a:pt x="108105" y="40381"/>
                      </a:cubicBezTo>
                      <a:cubicBezTo>
                        <a:pt x="107635" y="39330"/>
                        <a:pt x="107132" y="38299"/>
                        <a:pt x="106597" y="37288"/>
                      </a:cubicBezTo>
                      <a:cubicBezTo>
                        <a:pt x="105504" y="35257"/>
                        <a:pt x="105749" y="32767"/>
                        <a:pt x="107217" y="30989"/>
                      </a:cubicBezTo>
                      <a:lnTo>
                        <a:pt x="108559" y="29375"/>
                      </a:lnTo>
                      <a:cubicBezTo>
                        <a:pt x="110557" y="26975"/>
                        <a:pt x="110231" y="23410"/>
                        <a:pt x="107831" y="21412"/>
                      </a:cubicBezTo>
                      <a:cubicBezTo>
                        <a:pt x="107830" y="21412"/>
                        <a:pt x="107830" y="21412"/>
                        <a:pt x="107830" y="21412"/>
                      </a:cubicBezTo>
                      <a:lnTo>
                        <a:pt x="91782" y="8058"/>
                      </a:lnTo>
                      <a:cubicBezTo>
                        <a:pt x="89381" y="6060"/>
                        <a:pt x="85816" y="6387"/>
                        <a:pt x="83819" y="8787"/>
                      </a:cubicBezTo>
                      <a:lnTo>
                        <a:pt x="82481" y="10395"/>
                      </a:lnTo>
                      <a:cubicBezTo>
                        <a:pt x="80982" y="12168"/>
                        <a:pt x="78559" y="12859"/>
                        <a:pt x="76350" y="12143"/>
                      </a:cubicBezTo>
                      <a:lnTo>
                        <a:pt x="76276" y="12120"/>
                      </a:lnTo>
                      <a:cubicBezTo>
                        <a:pt x="74054" y="11456"/>
                        <a:pt x="72453" y="9516"/>
                        <a:pt x="72225" y="7208"/>
                      </a:cubicBezTo>
                      <a:lnTo>
                        <a:pt x="72033" y="5125"/>
                      </a:lnTo>
                      <a:cubicBezTo>
                        <a:pt x="71749" y="2015"/>
                        <a:pt x="68997" y="-275"/>
                        <a:pt x="65887" y="10"/>
                      </a:cubicBezTo>
                      <a:cubicBezTo>
                        <a:pt x="65887" y="10"/>
                        <a:pt x="65887" y="10"/>
                        <a:pt x="65887" y="10"/>
                      </a:cubicBezTo>
                      <a:lnTo>
                        <a:pt x="45096" y="1915"/>
                      </a:lnTo>
                      <a:cubicBezTo>
                        <a:pt x="41986" y="2200"/>
                        <a:pt x="39696" y="4952"/>
                        <a:pt x="39981" y="8062"/>
                      </a:cubicBezTo>
                      <a:lnTo>
                        <a:pt x="40171" y="10144"/>
                      </a:lnTo>
                      <a:cubicBezTo>
                        <a:pt x="40366" y="12456"/>
                        <a:pt x="39145" y="14655"/>
                        <a:pt x="37080" y="15712"/>
                      </a:cubicBezTo>
                      <a:lnTo>
                        <a:pt x="37012" y="15748"/>
                      </a:lnTo>
                      <a:cubicBezTo>
                        <a:pt x="34970" y="16853"/>
                        <a:pt x="32462" y="16615"/>
                        <a:pt x="30665" y="15143"/>
                      </a:cubicBezTo>
                      <a:lnTo>
                        <a:pt x="29058" y="13806"/>
                      </a:lnTo>
                      <a:cubicBezTo>
                        <a:pt x="26659" y="11808"/>
                        <a:pt x="23094" y="12134"/>
                        <a:pt x="21096" y="14534"/>
                      </a:cubicBezTo>
                      <a:cubicBezTo>
                        <a:pt x="21096" y="14534"/>
                        <a:pt x="21095" y="14535"/>
                        <a:pt x="21095" y="14535"/>
                      </a:cubicBezTo>
                      <a:lnTo>
                        <a:pt x="7740" y="30584"/>
                      </a:lnTo>
                      <a:cubicBezTo>
                        <a:pt x="5742" y="32985"/>
                        <a:pt x="6069" y="36550"/>
                        <a:pt x="8469" y="38548"/>
                      </a:cubicBezTo>
                      <a:lnTo>
                        <a:pt x="10083" y="39890"/>
                      </a:lnTo>
                      <a:cubicBezTo>
                        <a:pt x="11849" y="41373"/>
                        <a:pt x="12542" y="43777"/>
                        <a:pt x="11837" y="45972"/>
                      </a:cubicBezTo>
                      <a:cubicBezTo>
                        <a:pt x="11494" y="47062"/>
                        <a:pt x="11187" y="48168"/>
                        <a:pt x="10915" y="49287"/>
                      </a:cubicBezTo>
                      <a:cubicBezTo>
                        <a:pt x="10363" y="51666"/>
                        <a:pt x="8356" y="53427"/>
                        <a:pt x="5926" y="53664"/>
                      </a:cubicBezTo>
                      <a:lnTo>
                        <a:pt x="5118" y="53737"/>
                      </a:lnTo>
                      <a:cubicBezTo>
                        <a:pt x="2008" y="54023"/>
                        <a:pt x="-282" y="56775"/>
                        <a:pt x="2" y="59885"/>
                      </a:cubicBezTo>
                      <a:lnTo>
                        <a:pt x="1284" y="73866"/>
                      </a:lnTo>
                      <a:cubicBezTo>
                        <a:pt x="1568" y="76975"/>
                        <a:pt x="4320" y="79265"/>
                        <a:pt x="7430" y="78981"/>
                      </a:cubicBezTo>
                      <a:cubicBezTo>
                        <a:pt x="7430" y="78981"/>
                        <a:pt x="7430" y="78981"/>
                        <a:pt x="7430" y="78981"/>
                      </a:cubicBezTo>
                      <a:lnTo>
                        <a:pt x="8239" y="78906"/>
                      </a:lnTo>
                      <a:cubicBezTo>
                        <a:pt x="10671" y="78698"/>
                        <a:pt x="12965" y="80066"/>
                        <a:pt x="13940" y="82304"/>
                      </a:cubicBezTo>
                      <a:cubicBezTo>
                        <a:pt x="14409" y="83355"/>
                        <a:pt x="14912" y="84385"/>
                        <a:pt x="15447" y="85396"/>
                      </a:cubicBezTo>
                      <a:cubicBezTo>
                        <a:pt x="16541" y="87426"/>
                        <a:pt x="16296" y="89917"/>
                        <a:pt x="14828" y="91696"/>
                      </a:cubicBezTo>
                      <a:lnTo>
                        <a:pt x="13485" y="93309"/>
                      </a:lnTo>
                      <a:cubicBezTo>
                        <a:pt x="11488" y="95710"/>
                        <a:pt x="11815" y="99275"/>
                        <a:pt x="14215" y="101273"/>
                      </a:cubicBezTo>
                      <a:lnTo>
                        <a:pt x="30262" y="114627"/>
                      </a:lnTo>
                      <a:cubicBezTo>
                        <a:pt x="32663" y="116624"/>
                        <a:pt x="36228" y="116298"/>
                        <a:pt x="38226" y="113897"/>
                      </a:cubicBezTo>
                      <a:lnTo>
                        <a:pt x="39564" y="112290"/>
                      </a:lnTo>
                      <a:cubicBezTo>
                        <a:pt x="41062" y="110516"/>
                        <a:pt x="43485" y="109825"/>
                        <a:pt x="45694" y="110541"/>
                      </a:cubicBezTo>
                      <a:lnTo>
                        <a:pt x="45768" y="110564"/>
                      </a:lnTo>
                      <a:cubicBezTo>
                        <a:pt x="47990" y="111227"/>
                        <a:pt x="49591" y="113168"/>
                        <a:pt x="49819" y="115476"/>
                      </a:cubicBezTo>
                      <a:lnTo>
                        <a:pt x="50011" y="117560"/>
                      </a:lnTo>
                      <a:cubicBezTo>
                        <a:pt x="50295" y="120669"/>
                        <a:pt x="53047" y="122959"/>
                        <a:pt x="56157" y="122675"/>
                      </a:cubicBezTo>
                      <a:cubicBezTo>
                        <a:pt x="56157" y="122675"/>
                        <a:pt x="56157" y="122675"/>
                        <a:pt x="56157" y="1226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19"/>
                <p:cNvSpPr/>
                <p:nvPr/>
              </p:nvSpPr>
              <p:spPr>
                <a:xfrm>
                  <a:off x="11128742" y="3378909"/>
                  <a:ext cx="46721" cy="46721"/>
                </a:xfrm>
                <a:custGeom>
                  <a:rect b="b" l="l" r="r" t="t"/>
                  <a:pathLst>
                    <a:path extrusionOk="0" h="46721" w="46721">
                      <a:moveTo>
                        <a:pt x="25470" y="46608"/>
                      </a:moveTo>
                      <a:cubicBezTo>
                        <a:pt x="12623" y="47785"/>
                        <a:pt x="1254" y="38324"/>
                        <a:pt x="77" y="25477"/>
                      </a:cubicBezTo>
                      <a:cubicBezTo>
                        <a:pt x="-1099" y="12630"/>
                        <a:pt x="8362" y="1261"/>
                        <a:pt x="21209" y="85"/>
                      </a:cubicBezTo>
                      <a:cubicBezTo>
                        <a:pt x="34056" y="-1092"/>
                        <a:pt x="45424" y="8368"/>
                        <a:pt x="46601" y="21215"/>
                      </a:cubicBezTo>
                      <a:cubicBezTo>
                        <a:pt x="47779" y="34062"/>
                        <a:pt x="38319" y="45431"/>
                        <a:pt x="25472" y="46608"/>
                      </a:cubicBezTo>
                      <a:cubicBezTo>
                        <a:pt x="25471" y="46608"/>
                        <a:pt x="25471" y="46609"/>
                        <a:pt x="25470" y="466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 name="Google Shape;114;p19"/>
              <p:cNvGrpSpPr/>
              <p:nvPr/>
            </p:nvGrpSpPr>
            <p:grpSpPr>
              <a:xfrm>
                <a:off x="11123714" y="3242759"/>
                <a:ext cx="75379" cy="75271"/>
                <a:chOff x="11123714" y="3242759"/>
                <a:chExt cx="75379" cy="75271"/>
              </a:xfrm>
            </p:grpSpPr>
            <p:sp>
              <p:nvSpPr>
                <p:cNvPr id="115" name="Google Shape;115;p19"/>
                <p:cNvSpPr/>
                <p:nvPr/>
              </p:nvSpPr>
              <p:spPr>
                <a:xfrm>
                  <a:off x="11123714" y="3242759"/>
                  <a:ext cx="75379" cy="75271"/>
                </a:xfrm>
                <a:custGeom>
                  <a:rect b="b" l="l" r="r" t="t"/>
                  <a:pathLst>
                    <a:path extrusionOk="0" h="75271" w="75379">
                      <a:moveTo>
                        <a:pt x="13613" y="66667"/>
                      </a:moveTo>
                      <a:lnTo>
                        <a:pt x="24722" y="73023"/>
                      </a:lnTo>
                      <a:cubicBezTo>
                        <a:pt x="26384" y="73974"/>
                        <a:pt x="28502" y="73400"/>
                        <a:pt x="29456" y="71740"/>
                      </a:cubicBezTo>
                      <a:lnTo>
                        <a:pt x="30094" y="70627"/>
                      </a:lnTo>
                      <a:cubicBezTo>
                        <a:pt x="30812" y="69400"/>
                        <a:pt x="32199" y="68727"/>
                        <a:pt x="33608" y="68923"/>
                      </a:cubicBezTo>
                      <a:lnTo>
                        <a:pt x="33655" y="68929"/>
                      </a:lnTo>
                      <a:cubicBezTo>
                        <a:pt x="35068" y="69092"/>
                        <a:pt x="36243" y="70094"/>
                        <a:pt x="36627" y="71465"/>
                      </a:cubicBezTo>
                      <a:lnTo>
                        <a:pt x="36963" y="72701"/>
                      </a:lnTo>
                      <a:cubicBezTo>
                        <a:pt x="37465" y="74548"/>
                        <a:pt x="39370" y="75638"/>
                        <a:pt x="41217" y="75135"/>
                      </a:cubicBezTo>
                      <a:lnTo>
                        <a:pt x="53577" y="71785"/>
                      </a:lnTo>
                      <a:cubicBezTo>
                        <a:pt x="55424" y="71285"/>
                        <a:pt x="56517" y="69382"/>
                        <a:pt x="56017" y="67535"/>
                      </a:cubicBezTo>
                      <a:cubicBezTo>
                        <a:pt x="56017" y="67535"/>
                        <a:pt x="56017" y="67535"/>
                        <a:pt x="56017" y="67534"/>
                      </a:cubicBezTo>
                      <a:lnTo>
                        <a:pt x="55681" y="66293"/>
                      </a:lnTo>
                      <a:cubicBezTo>
                        <a:pt x="55317" y="64928"/>
                        <a:pt x="55816" y="63478"/>
                        <a:pt x="56943" y="62626"/>
                      </a:cubicBezTo>
                      <a:cubicBezTo>
                        <a:pt x="57499" y="62201"/>
                        <a:pt x="58043" y="61755"/>
                        <a:pt x="58574" y="61288"/>
                      </a:cubicBezTo>
                      <a:cubicBezTo>
                        <a:pt x="59689" y="60290"/>
                        <a:pt x="61316" y="60113"/>
                        <a:pt x="62620" y="60848"/>
                      </a:cubicBezTo>
                      <a:lnTo>
                        <a:pt x="63053" y="61096"/>
                      </a:lnTo>
                      <a:cubicBezTo>
                        <a:pt x="64715" y="62046"/>
                        <a:pt x="66832" y="61471"/>
                        <a:pt x="67787" y="59812"/>
                      </a:cubicBezTo>
                      <a:lnTo>
                        <a:pt x="72070" y="52351"/>
                      </a:lnTo>
                      <a:cubicBezTo>
                        <a:pt x="73022" y="50694"/>
                        <a:pt x="72450" y="48580"/>
                        <a:pt x="70794" y="47628"/>
                      </a:cubicBezTo>
                      <a:cubicBezTo>
                        <a:pt x="70792" y="47626"/>
                        <a:pt x="70789" y="47625"/>
                        <a:pt x="70787" y="47623"/>
                      </a:cubicBezTo>
                      <a:lnTo>
                        <a:pt x="70355" y="47377"/>
                      </a:lnTo>
                      <a:cubicBezTo>
                        <a:pt x="69061" y="46627"/>
                        <a:pt x="68391" y="45134"/>
                        <a:pt x="68690" y="43669"/>
                      </a:cubicBezTo>
                      <a:cubicBezTo>
                        <a:pt x="68825" y="42976"/>
                        <a:pt x="68937" y="42283"/>
                        <a:pt x="69024" y="41588"/>
                      </a:cubicBezTo>
                      <a:cubicBezTo>
                        <a:pt x="69191" y="40184"/>
                        <a:pt x="70192" y="39021"/>
                        <a:pt x="71554" y="38646"/>
                      </a:cubicBezTo>
                      <a:lnTo>
                        <a:pt x="72796" y="38310"/>
                      </a:lnTo>
                      <a:cubicBezTo>
                        <a:pt x="74644" y="37810"/>
                        <a:pt x="75736" y="35908"/>
                        <a:pt x="75237" y="34060"/>
                      </a:cubicBezTo>
                      <a:cubicBezTo>
                        <a:pt x="75237" y="34060"/>
                        <a:pt x="75237" y="34060"/>
                        <a:pt x="75237" y="34060"/>
                      </a:cubicBezTo>
                      <a:lnTo>
                        <a:pt x="71887" y="21719"/>
                      </a:lnTo>
                      <a:cubicBezTo>
                        <a:pt x="71384" y="19872"/>
                        <a:pt x="69479" y="18782"/>
                        <a:pt x="67632" y="19285"/>
                      </a:cubicBezTo>
                      <a:lnTo>
                        <a:pt x="66394" y="19620"/>
                      </a:lnTo>
                      <a:cubicBezTo>
                        <a:pt x="65018" y="19982"/>
                        <a:pt x="63558" y="19477"/>
                        <a:pt x="62701" y="18341"/>
                      </a:cubicBezTo>
                      <a:lnTo>
                        <a:pt x="62671" y="18304"/>
                      </a:lnTo>
                      <a:cubicBezTo>
                        <a:pt x="61790" y="17189"/>
                        <a:pt x="61671" y="15653"/>
                        <a:pt x="62369" y="14415"/>
                      </a:cubicBezTo>
                      <a:lnTo>
                        <a:pt x="63007" y="13304"/>
                      </a:lnTo>
                      <a:cubicBezTo>
                        <a:pt x="63958" y="11647"/>
                        <a:pt x="63386" y="9532"/>
                        <a:pt x="61729" y="8580"/>
                      </a:cubicBezTo>
                      <a:cubicBezTo>
                        <a:pt x="61727" y="8579"/>
                        <a:pt x="61726" y="8578"/>
                        <a:pt x="61724" y="8577"/>
                      </a:cubicBezTo>
                      <a:lnTo>
                        <a:pt x="50616" y="2221"/>
                      </a:lnTo>
                      <a:cubicBezTo>
                        <a:pt x="48953" y="1270"/>
                        <a:pt x="46835" y="1844"/>
                        <a:pt x="45881" y="3505"/>
                      </a:cubicBezTo>
                      <a:lnTo>
                        <a:pt x="45243" y="4616"/>
                      </a:lnTo>
                      <a:cubicBezTo>
                        <a:pt x="44525" y="5844"/>
                        <a:pt x="43138" y="6517"/>
                        <a:pt x="41730" y="6320"/>
                      </a:cubicBezTo>
                      <a:lnTo>
                        <a:pt x="41682" y="6315"/>
                      </a:lnTo>
                      <a:cubicBezTo>
                        <a:pt x="40268" y="6151"/>
                        <a:pt x="39094" y="5149"/>
                        <a:pt x="38710" y="3779"/>
                      </a:cubicBezTo>
                      <a:lnTo>
                        <a:pt x="38374" y="2544"/>
                      </a:lnTo>
                      <a:cubicBezTo>
                        <a:pt x="37871" y="696"/>
                        <a:pt x="35967" y="-394"/>
                        <a:pt x="34119" y="108"/>
                      </a:cubicBezTo>
                      <a:lnTo>
                        <a:pt x="21760" y="3460"/>
                      </a:lnTo>
                      <a:cubicBezTo>
                        <a:pt x="19912" y="3959"/>
                        <a:pt x="18820" y="5861"/>
                        <a:pt x="19319" y="7708"/>
                      </a:cubicBezTo>
                      <a:cubicBezTo>
                        <a:pt x="19319" y="7709"/>
                        <a:pt x="19319" y="7709"/>
                        <a:pt x="19319" y="7710"/>
                      </a:cubicBezTo>
                      <a:lnTo>
                        <a:pt x="19657" y="8950"/>
                      </a:lnTo>
                      <a:cubicBezTo>
                        <a:pt x="20021" y="10316"/>
                        <a:pt x="19521" y="11765"/>
                        <a:pt x="18394" y="12617"/>
                      </a:cubicBezTo>
                      <a:cubicBezTo>
                        <a:pt x="17837" y="13043"/>
                        <a:pt x="17294" y="13489"/>
                        <a:pt x="16763" y="13955"/>
                      </a:cubicBezTo>
                      <a:cubicBezTo>
                        <a:pt x="15648" y="14954"/>
                        <a:pt x="14020" y="15131"/>
                        <a:pt x="12716" y="14396"/>
                      </a:cubicBezTo>
                      <a:lnTo>
                        <a:pt x="12284" y="14149"/>
                      </a:lnTo>
                      <a:cubicBezTo>
                        <a:pt x="10622" y="13198"/>
                        <a:pt x="8505" y="13772"/>
                        <a:pt x="7550" y="15432"/>
                      </a:cubicBezTo>
                      <a:lnTo>
                        <a:pt x="3267" y="22894"/>
                      </a:lnTo>
                      <a:cubicBezTo>
                        <a:pt x="2315" y="24550"/>
                        <a:pt x="2886" y="26664"/>
                        <a:pt x="4542" y="27615"/>
                      </a:cubicBezTo>
                      <a:cubicBezTo>
                        <a:pt x="4544" y="27617"/>
                        <a:pt x="4547" y="27618"/>
                        <a:pt x="4550" y="27620"/>
                      </a:cubicBezTo>
                      <a:lnTo>
                        <a:pt x="4981" y="27868"/>
                      </a:lnTo>
                      <a:cubicBezTo>
                        <a:pt x="6275" y="28618"/>
                        <a:pt x="6946" y="30110"/>
                        <a:pt x="6646" y="31576"/>
                      </a:cubicBezTo>
                      <a:cubicBezTo>
                        <a:pt x="6512" y="32267"/>
                        <a:pt x="6401" y="32961"/>
                        <a:pt x="6314" y="33657"/>
                      </a:cubicBezTo>
                      <a:cubicBezTo>
                        <a:pt x="6146" y="35060"/>
                        <a:pt x="5146" y="36222"/>
                        <a:pt x="3783" y="36597"/>
                      </a:cubicBezTo>
                      <a:lnTo>
                        <a:pt x="2540" y="36934"/>
                      </a:lnTo>
                      <a:cubicBezTo>
                        <a:pt x="693" y="37434"/>
                        <a:pt x="-400" y="39336"/>
                        <a:pt x="99" y="41183"/>
                      </a:cubicBezTo>
                      <a:cubicBezTo>
                        <a:pt x="99" y="41183"/>
                        <a:pt x="100" y="41184"/>
                        <a:pt x="100" y="41184"/>
                      </a:cubicBezTo>
                      <a:lnTo>
                        <a:pt x="3450" y="53525"/>
                      </a:lnTo>
                      <a:cubicBezTo>
                        <a:pt x="3953" y="55372"/>
                        <a:pt x="5857" y="56462"/>
                        <a:pt x="7704" y="55960"/>
                      </a:cubicBezTo>
                      <a:lnTo>
                        <a:pt x="8943" y="55623"/>
                      </a:lnTo>
                      <a:cubicBezTo>
                        <a:pt x="10319" y="55261"/>
                        <a:pt x="11779" y="55766"/>
                        <a:pt x="12636" y="56903"/>
                      </a:cubicBezTo>
                      <a:lnTo>
                        <a:pt x="12665" y="56940"/>
                      </a:lnTo>
                      <a:cubicBezTo>
                        <a:pt x="13547" y="58054"/>
                        <a:pt x="13667" y="59591"/>
                        <a:pt x="12968" y="60828"/>
                      </a:cubicBezTo>
                      <a:lnTo>
                        <a:pt x="12330" y="61940"/>
                      </a:lnTo>
                      <a:cubicBezTo>
                        <a:pt x="11379" y="63598"/>
                        <a:pt x="11951" y="65712"/>
                        <a:pt x="13608" y="66664"/>
                      </a:cubicBezTo>
                      <a:cubicBezTo>
                        <a:pt x="13610" y="66665"/>
                        <a:pt x="13611" y="66666"/>
                        <a:pt x="13613" y="666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19"/>
                <p:cNvSpPr/>
                <p:nvPr/>
              </p:nvSpPr>
              <p:spPr>
                <a:xfrm>
                  <a:off x="11147091" y="3266080"/>
                  <a:ext cx="28634" cy="28643"/>
                </a:xfrm>
                <a:custGeom>
                  <a:rect b="b" l="l" r="r" t="t"/>
                  <a:pathLst>
                    <a:path extrusionOk="0" h="28643" w="28634">
                      <a:moveTo>
                        <a:pt x="7164" y="26715"/>
                      </a:moveTo>
                      <a:cubicBezTo>
                        <a:pt x="309" y="22776"/>
                        <a:pt x="-2055" y="14026"/>
                        <a:pt x="1884" y="7171"/>
                      </a:cubicBezTo>
                      <a:cubicBezTo>
                        <a:pt x="5823" y="316"/>
                        <a:pt x="14573" y="-2047"/>
                        <a:pt x="21428" y="1891"/>
                      </a:cubicBezTo>
                      <a:cubicBezTo>
                        <a:pt x="28274" y="5825"/>
                        <a:pt x="30642" y="14559"/>
                        <a:pt x="26721" y="21413"/>
                      </a:cubicBezTo>
                      <a:cubicBezTo>
                        <a:pt x="22811" y="28270"/>
                        <a:pt x="14083" y="30660"/>
                        <a:pt x="7226" y="26751"/>
                      </a:cubicBezTo>
                      <a:cubicBezTo>
                        <a:pt x="7205" y="26739"/>
                        <a:pt x="7185" y="26727"/>
                        <a:pt x="7164" y="267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7" name="Google Shape;117;p19"/>
            <p:cNvGrpSpPr/>
            <p:nvPr/>
          </p:nvGrpSpPr>
          <p:grpSpPr>
            <a:xfrm>
              <a:off x="10943734" y="3541363"/>
              <a:ext cx="275819" cy="86880"/>
              <a:chOff x="10943734" y="3541363"/>
              <a:chExt cx="275819" cy="86880"/>
            </a:xfrm>
          </p:grpSpPr>
          <p:sp>
            <p:nvSpPr>
              <p:cNvPr id="118" name="Google Shape;118;p19"/>
              <p:cNvSpPr/>
              <p:nvPr/>
            </p:nvSpPr>
            <p:spPr>
              <a:xfrm>
                <a:off x="10943734" y="3541363"/>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19"/>
              <p:cNvSpPr/>
              <p:nvPr/>
            </p:nvSpPr>
            <p:spPr>
              <a:xfrm>
                <a:off x="10943734" y="3617283"/>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 name="Google Shape;120;p19"/>
          <p:cNvGrpSpPr/>
          <p:nvPr/>
        </p:nvGrpSpPr>
        <p:grpSpPr>
          <a:xfrm>
            <a:off x="2194504" y="3785226"/>
            <a:ext cx="196141" cy="213570"/>
            <a:chOff x="9090713" y="5139772"/>
            <a:chExt cx="270241" cy="294254"/>
          </a:xfrm>
        </p:grpSpPr>
        <p:grpSp>
          <p:nvGrpSpPr>
            <p:cNvPr id="121" name="Google Shape;121;p19"/>
            <p:cNvGrpSpPr/>
            <p:nvPr/>
          </p:nvGrpSpPr>
          <p:grpSpPr>
            <a:xfrm>
              <a:off x="9090713" y="5139772"/>
              <a:ext cx="104615" cy="294254"/>
              <a:chOff x="9090713" y="5139772"/>
              <a:chExt cx="104615" cy="294254"/>
            </a:xfrm>
          </p:grpSpPr>
          <p:sp>
            <p:nvSpPr>
              <p:cNvPr id="122" name="Google Shape;122;p19"/>
              <p:cNvSpPr/>
              <p:nvPr/>
            </p:nvSpPr>
            <p:spPr>
              <a:xfrm>
                <a:off x="9090713" y="5386393"/>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19"/>
              <p:cNvSpPr/>
              <p:nvPr/>
            </p:nvSpPr>
            <p:spPr>
              <a:xfrm>
                <a:off x="9090713" y="5163588"/>
                <a:ext cx="104615" cy="246622"/>
              </a:xfrm>
              <a:custGeom>
                <a:rect b="b" l="l" r="r" t="t"/>
                <a:pathLst>
                  <a:path extrusionOk="0" h="246622" w="104615">
                    <a:moveTo>
                      <a:pt x="0" y="0"/>
                    </a:moveTo>
                    <a:lnTo>
                      <a:pt x="104616" y="0"/>
                    </a:lnTo>
                    <a:lnTo>
                      <a:pt x="104616" y="246622"/>
                    </a:lnTo>
                    <a:lnTo>
                      <a:pt x="0" y="24662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19"/>
              <p:cNvSpPr/>
              <p:nvPr/>
            </p:nvSpPr>
            <p:spPr>
              <a:xfrm>
                <a:off x="9090713" y="5139772"/>
                <a:ext cx="104615" cy="47633"/>
              </a:xfrm>
              <a:custGeom>
                <a:rect b="b" l="l" r="r" t="t"/>
                <a:pathLst>
                  <a:path extrusionOk="0" h="47633" w="104615">
                    <a:moveTo>
                      <a:pt x="104595" y="23802"/>
                    </a:moveTo>
                    <a:cubicBezTo>
                      <a:pt x="104595" y="36956"/>
                      <a:pt x="81175" y="47620"/>
                      <a:pt x="52286" y="47620"/>
                    </a:cubicBezTo>
                    <a:cubicBezTo>
                      <a:pt x="23397" y="47620"/>
                      <a:pt x="-21" y="36956"/>
                      <a:pt x="-21" y="23802"/>
                    </a:cubicBezTo>
                    <a:cubicBezTo>
                      <a:pt x="-21" y="10648"/>
                      <a:pt x="23398" y="-14"/>
                      <a:pt x="52286" y="-14"/>
                    </a:cubicBezTo>
                    <a:cubicBezTo>
                      <a:pt x="81174" y="-14"/>
                      <a:pt x="104595" y="10649"/>
                      <a:pt x="104595" y="238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 name="Google Shape;125;p19"/>
            <p:cNvGrpSpPr/>
            <p:nvPr/>
          </p:nvGrpSpPr>
          <p:grpSpPr>
            <a:xfrm>
              <a:off x="9256339" y="5230849"/>
              <a:ext cx="104615" cy="203177"/>
              <a:chOff x="9256339" y="5230849"/>
              <a:chExt cx="104615" cy="203177"/>
            </a:xfrm>
          </p:grpSpPr>
          <p:sp>
            <p:nvSpPr>
              <p:cNvPr id="126" name="Google Shape;126;p19"/>
              <p:cNvSpPr/>
              <p:nvPr/>
            </p:nvSpPr>
            <p:spPr>
              <a:xfrm>
                <a:off x="9256339" y="5386393"/>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19"/>
              <p:cNvSpPr/>
              <p:nvPr/>
            </p:nvSpPr>
            <p:spPr>
              <a:xfrm>
                <a:off x="9256339" y="5254666"/>
                <a:ext cx="104615" cy="155544"/>
              </a:xfrm>
              <a:custGeom>
                <a:rect b="b" l="l" r="r" t="t"/>
                <a:pathLst>
                  <a:path extrusionOk="0" h="155544" w="104615">
                    <a:moveTo>
                      <a:pt x="0" y="0"/>
                    </a:moveTo>
                    <a:lnTo>
                      <a:pt x="104616" y="0"/>
                    </a:lnTo>
                    <a:lnTo>
                      <a:pt x="104616" y="155544"/>
                    </a:lnTo>
                    <a:lnTo>
                      <a:pt x="0" y="15554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19"/>
              <p:cNvSpPr/>
              <p:nvPr/>
            </p:nvSpPr>
            <p:spPr>
              <a:xfrm>
                <a:off x="9256339" y="5230849"/>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9" name="Google Shape;129;p19"/>
          <p:cNvSpPr/>
          <p:nvPr/>
        </p:nvSpPr>
        <p:spPr>
          <a:xfrm>
            <a:off x="2192483" y="4049504"/>
            <a:ext cx="199969" cy="7946"/>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 name="Google Shape;130;p19"/>
          <p:cNvGrpSpPr/>
          <p:nvPr/>
        </p:nvGrpSpPr>
        <p:grpSpPr>
          <a:xfrm>
            <a:off x="2207544" y="1073375"/>
            <a:ext cx="200189" cy="244417"/>
            <a:chOff x="9108679" y="1403411"/>
            <a:chExt cx="275819" cy="336755"/>
          </a:xfrm>
        </p:grpSpPr>
        <p:grpSp>
          <p:nvGrpSpPr>
            <p:cNvPr id="131" name="Google Shape;131;p19"/>
            <p:cNvGrpSpPr/>
            <p:nvPr/>
          </p:nvGrpSpPr>
          <p:grpSpPr>
            <a:xfrm>
              <a:off x="9169802" y="1403411"/>
              <a:ext cx="143101" cy="181988"/>
              <a:chOff x="9169802" y="1403411"/>
              <a:chExt cx="143101" cy="181988"/>
            </a:xfrm>
          </p:grpSpPr>
          <p:sp>
            <p:nvSpPr>
              <p:cNvPr id="132" name="Google Shape;132;p19"/>
              <p:cNvSpPr/>
              <p:nvPr/>
            </p:nvSpPr>
            <p:spPr>
              <a:xfrm>
                <a:off x="9169802" y="1403411"/>
                <a:ext cx="143101" cy="181988"/>
              </a:xfrm>
              <a:custGeom>
                <a:rect b="b" l="l" r="r" t="t"/>
                <a:pathLst>
                  <a:path extrusionOk="0" h="181988" w="143101">
                    <a:moveTo>
                      <a:pt x="143080" y="71537"/>
                    </a:moveTo>
                    <a:cubicBezTo>
                      <a:pt x="143080" y="111053"/>
                      <a:pt x="71529" y="181974"/>
                      <a:pt x="71529" y="181974"/>
                    </a:cubicBezTo>
                    <a:cubicBezTo>
                      <a:pt x="71529" y="181974"/>
                      <a:pt x="-21" y="111053"/>
                      <a:pt x="-21" y="71537"/>
                    </a:cubicBezTo>
                    <a:cubicBezTo>
                      <a:pt x="-21" y="32020"/>
                      <a:pt x="32013" y="-14"/>
                      <a:pt x="71529" y="-14"/>
                    </a:cubicBezTo>
                    <a:cubicBezTo>
                      <a:pt x="111046" y="-14"/>
                      <a:pt x="143080" y="32020"/>
                      <a:pt x="143080" y="715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19"/>
              <p:cNvSpPr/>
              <p:nvPr/>
            </p:nvSpPr>
            <p:spPr>
              <a:xfrm>
                <a:off x="9210243" y="1443852"/>
                <a:ext cx="62219" cy="62219"/>
              </a:xfrm>
              <a:custGeom>
                <a:rect b="b" l="l" r="r" t="t"/>
                <a:pathLst>
                  <a:path extrusionOk="0" h="62219" w="62219">
                    <a:moveTo>
                      <a:pt x="62198" y="31095"/>
                    </a:moveTo>
                    <a:cubicBezTo>
                      <a:pt x="62198" y="48277"/>
                      <a:pt x="48270" y="62205"/>
                      <a:pt x="31088" y="62205"/>
                    </a:cubicBezTo>
                    <a:cubicBezTo>
                      <a:pt x="13907" y="62205"/>
                      <a:pt x="-21" y="48277"/>
                      <a:pt x="-21" y="31095"/>
                    </a:cubicBezTo>
                    <a:cubicBezTo>
                      <a:pt x="-21" y="13914"/>
                      <a:pt x="13907" y="-14"/>
                      <a:pt x="31088" y="-14"/>
                    </a:cubicBezTo>
                    <a:cubicBezTo>
                      <a:pt x="48269" y="-15"/>
                      <a:pt x="62197" y="13913"/>
                      <a:pt x="62198" y="31094"/>
                    </a:cubicBezTo>
                    <a:cubicBezTo>
                      <a:pt x="62198" y="31094"/>
                      <a:pt x="62198" y="31095"/>
                      <a:pt x="62198" y="3109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 name="Google Shape;134;p19"/>
            <p:cNvGrpSpPr/>
            <p:nvPr/>
          </p:nvGrpSpPr>
          <p:grpSpPr>
            <a:xfrm>
              <a:off x="9108679" y="1653286"/>
              <a:ext cx="275819" cy="86880"/>
              <a:chOff x="9108679" y="1653286"/>
              <a:chExt cx="275819" cy="86880"/>
            </a:xfrm>
          </p:grpSpPr>
          <p:sp>
            <p:nvSpPr>
              <p:cNvPr id="135" name="Google Shape;135;p19"/>
              <p:cNvSpPr/>
              <p:nvPr/>
            </p:nvSpPr>
            <p:spPr>
              <a:xfrm>
                <a:off x="9108679" y="1653286"/>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19"/>
              <p:cNvSpPr/>
              <p:nvPr/>
            </p:nvSpPr>
            <p:spPr>
              <a:xfrm>
                <a:off x="9108679" y="1729206"/>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7" name="Google Shape;137;p19"/>
          <p:cNvGrpSpPr/>
          <p:nvPr/>
        </p:nvGrpSpPr>
        <p:grpSpPr>
          <a:xfrm>
            <a:off x="838347" y="2398314"/>
            <a:ext cx="200189" cy="266270"/>
            <a:chOff x="7222213" y="3228898"/>
            <a:chExt cx="275819" cy="366864"/>
          </a:xfrm>
        </p:grpSpPr>
        <p:grpSp>
          <p:nvGrpSpPr>
            <p:cNvPr id="138" name="Google Shape;138;p19"/>
            <p:cNvGrpSpPr/>
            <p:nvPr/>
          </p:nvGrpSpPr>
          <p:grpSpPr>
            <a:xfrm>
              <a:off x="7254393" y="3228898"/>
              <a:ext cx="193442" cy="193442"/>
              <a:chOff x="7254393" y="3228898"/>
              <a:chExt cx="193442" cy="193442"/>
            </a:xfrm>
          </p:grpSpPr>
          <p:grpSp>
            <p:nvGrpSpPr>
              <p:cNvPr id="139" name="Google Shape;139;p19"/>
              <p:cNvGrpSpPr/>
              <p:nvPr/>
            </p:nvGrpSpPr>
            <p:grpSpPr>
              <a:xfrm>
                <a:off x="7332692" y="3228898"/>
                <a:ext cx="36845" cy="193442"/>
                <a:chOff x="7332692" y="3228898"/>
                <a:chExt cx="36845" cy="193442"/>
              </a:xfrm>
            </p:grpSpPr>
            <p:sp>
              <p:nvSpPr>
                <p:cNvPr id="140" name="Google Shape;140;p19"/>
                <p:cNvSpPr/>
                <p:nvPr/>
              </p:nvSpPr>
              <p:spPr>
                <a:xfrm>
                  <a:off x="7332692" y="3228898"/>
                  <a:ext cx="36845" cy="36845"/>
                </a:xfrm>
                <a:custGeom>
                  <a:rect b="b" l="l" r="r" t="t"/>
                  <a:pathLst>
                    <a:path extrusionOk="0" h="36845" w="36845">
                      <a:moveTo>
                        <a:pt x="36824" y="18409"/>
                      </a:moveTo>
                      <a:cubicBezTo>
                        <a:pt x="36824" y="28584"/>
                        <a:pt x="28576" y="36832"/>
                        <a:pt x="18401" y="36831"/>
                      </a:cubicBezTo>
                      <a:cubicBezTo>
                        <a:pt x="8226" y="36831"/>
                        <a:pt x="-22" y="28583"/>
                        <a:pt x="-21" y="18408"/>
                      </a:cubicBezTo>
                      <a:cubicBezTo>
                        <a:pt x="-21" y="8234"/>
                        <a:pt x="8227" y="-14"/>
                        <a:pt x="18401" y="-14"/>
                      </a:cubicBezTo>
                      <a:cubicBezTo>
                        <a:pt x="28576" y="-14"/>
                        <a:pt x="36824" y="8234"/>
                        <a:pt x="36824" y="18409"/>
                      </a:cubicBezTo>
                      <a:cubicBezTo>
                        <a:pt x="36824" y="18409"/>
                        <a:pt x="36824" y="18409"/>
                        <a:pt x="36824" y="184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19"/>
                <p:cNvSpPr/>
                <p:nvPr/>
              </p:nvSpPr>
              <p:spPr>
                <a:xfrm>
                  <a:off x="7332692" y="3385495"/>
                  <a:ext cx="36845" cy="36845"/>
                </a:xfrm>
                <a:custGeom>
                  <a:rect b="b" l="l" r="r" t="t"/>
                  <a:pathLst>
                    <a:path extrusionOk="0" h="36845" w="36845">
                      <a:moveTo>
                        <a:pt x="36824" y="18409"/>
                      </a:moveTo>
                      <a:cubicBezTo>
                        <a:pt x="36824" y="28584"/>
                        <a:pt x="28576" y="36832"/>
                        <a:pt x="18401" y="36831"/>
                      </a:cubicBezTo>
                      <a:cubicBezTo>
                        <a:pt x="8226" y="36831"/>
                        <a:pt x="-22" y="28583"/>
                        <a:pt x="-21" y="18408"/>
                      </a:cubicBezTo>
                      <a:cubicBezTo>
                        <a:pt x="-21" y="8234"/>
                        <a:pt x="8227" y="-14"/>
                        <a:pt x="18401" y="-14"/>
                      </a:cubicBezTo>
                      <a:cubicBezTo>
                        <a:pt x="28576" y="-14"/>
                        <a:pt x="36824" y="8234"/>
                        <a:pt x="36824" y="18409"/>
                      </a:cubicBezTo>
                      <a:cubicBezTo>
                        <a:pt x="36824" y="18409"/>
                        <a:pt x="36824" y="18409"/>
                        <a:pt x="36824" y="184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 name="Google Shape;142;p19"/>
              <p:cNvGrpSpPr/>
              <p:nvPr/>
            </p:nvGrpSpPr>
            <p:grpSpPr>
              <a:xfrm>
                <a:off x="7254393" y="3307196"/>
                <a:ext cx="193442" cy="36846"/>
                <a:chOff x="7254393" y="3307196"/>
                <a:chExt cx="193442" cy="36846"/>
              </a:xfrm>
            </p:grpSpPr>
            <p:sp>
              <p:nvSpPr>
                <p:cNvPr id="143" name="Google Shape;143;p19"/>
                <p:cNvSpPr/>
                <p:nvPr/>
              </p:nvSpPr>
              <p:spPr>
                <a:xfrm>
                  <a:off x="7410989" y="3307196"/>
                  <a:ext cx="36846" cy="36846"/>
                </a:xfrm>
                <a:custGeom>
                  <a:rect b="b" l="l" r="r" t="t"/>
                  <a:pathLst>
                    <a:path extrusionOk="0" h="36846" w="36846">
                      <a:moveTo>
                        <a:pt x="18403" y="36832"/>
                      </a:moveTo>
                      <a:cubicBezTo>
                        <a:pt x="8228" y="36833"/>
                        <a:pt x="-21" y="28585"/>
                        <a:pt x="-21" y="18410"/>
                      </a:cubicBezTo>
                      <a:cubicBezTo>
                        <a:pt x="-22" y="8235"/>
                        <a:pt x="8226" y="-14"/>
                        <a:pt x="18401" y="-14"/>
                      </a:cubicBezTo>
                      <a:cubicBezTo>
                        <a:pt x="28576" y="-15"/>
                        <a:pt x="36825" y="8233"/>
                        <a:pt x="36825" y="18408"/>
                      </a:cubicBezTo>
                      <a:cubicBezTo>
                        <a:pt x="36825" y="18408"/>
                        <a:pt x="36825" y="18409"/>
                        <a:pt x="36825" y="18409"/>
                      </a:cubicBezTo>
                      <a:cubicBezTo>
                        <a:pt x="36825" y="28584"/>
                        <a:pt x="28577" y="36832"/>
                        <a:pt x="18403" y="368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19"/>
                <p:cNvSpPr/>
                <p:nvPr/>
              </p:nvSpPr>
              <p:spPr>
                <a:xfrm>
                  <a:off x="7254393" y="3307196"/>
                  <a:ext cx="36846" cy="36846"/>
                </a:xfrm>
                <a:custGeom>
                  <a:rect b="b" l="l" r="r" t="t"/>
                  <a:pathLst>
                    <a:path extrusionOk="0" h="36846" w="36846">
                      <a:moveTo>
                        <a:pt x="36847" y="18423"/>
                      </a:moveTo>
                      <a:cubicBezTo>
                        <a:pt x="36847" y="28598"/>
                        <a:pt x="28598" y="36847"/>
                        <a:pt x="18423" y="36847"/>
                      </a:cubicBezTo>
                      <a:cubicBezTo>
                        <a:pt x="8248" y="36847"/>
                        <a:pt x="0" y="28598"/>
                        <a:pt x="0" y="18423"/>
                      </a:cubicBezTo>
                      <a:cubicBezTo>
                        <a:pt x="0" y="8248"/>
                        <a:pt x="8248" y="0"/>
                        <a:pt x="18423" y="0"/>
                      </a:cubicBezTo>
                      <a:cubicBezTo>
                        <a:pt x="28598" y="0"/>
                        <a:pt x="36847" y="8248"/>
                        <a:pt x="36847" y="184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 name="Google Shape;145;p19"/>
              <p:cNvGrpSpPr/>
              <p:nvPr/>
            </p:nvGrpSpPr>
            <p:grpSpPr>
              <a:xfrm>
                <a:off x="7277326" y="3251831"/>
                <a:ext cx="147577" cy="147577"/>
                <a:chOff x="7277326" y="3251831"/>
                <a:chExt cx="147577" cy="147577"/>
              </a:xfrm>
            </p:grpSpPr>
            <p:sp>
              <p:nvSpPr>
                <p:cNvPr id="146" name="Google Shape;146;p19"/>
                <p:cNvSpPr/>
                <p:nvPr/>
              </p:nvSpPr>
              <p:spPr>
                <a:xfrm>
                  <a:off x="7388057" y="3362562"/>
                  <a:ext cx="36846" cy="36846"/>
                </a:xfrm>
                <a:custGeom>
                  <a:rect b="b" l="l" r="r" t="t"/>
                  <a:pathLst>
                    <a:path extrusionOk="0" h="36846" w="36846">
                      <a:moveTo>
                        <a:pt x="5374" y="31436"/>
                      </a:moveTo>
                      <a:cubicBezTo>
                        <a:pt x="-1820" y="24241"/>
                        <a:pt x="-1820" y="12576"/>
                        <a:pt x="5375" y="5382"/>
                      </a:cubicBezTo>
                      <a:cubicBezTo>
                        <a:pt x="12570" y="-1813"/>
                        <a:pt x="24234" y="-1813"/>
                        <a:pt x="31429" y="5382"/>
                      </a:cubicBezTo>
                      <a:cubicBezTo>
                        <a:pt x="38623" y="12577"/>
                        <a:pt x="38623" y="24241"/>
                        <a:pt x="31429" y="31436"/>
                      </a:cubicBezTo>
                      <a:cubicBezTo>
                        <a:pt x="24234" y="38631"/>
                        <a:pt x="12569" y="38631"/>
                        <a:pt x="5374" y="31436"/>
                      </a:cubicBezTo>
                      <a:cubicBezTo>
                        <a:pt x="5374" y="31436"/>
                        <a:pt x="5374" y="31436"/>
                        <a:pt x="5374" y="314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 name="Google Shape;147;p19"/>
                <p:cNvSpPr/>
                <p:nvPr/>
              </p:nvSpPr>
              <p:spPr>
                <a:xfrm>
                  <a:off x="7277326" y="3251831"/>
                  <a:ext cx="36846" cy="36846"/>
                </a:xfrm>
                <a:custGeom>
                  <a:rect b="b" l="l" r="r" t="t"/>
                  <a:pathLst>
                    <a:path extrusionOk="0" h="36846" w="36846">
                      <a:moveTo>
                        <a:pt x="5374" y="31436"/>
                      </a:moveTo>
                      <a:cubicBezTo>
                        <a:pt x="-1820" y="24241"/>
                        <a:pt x="-1820" y="12576"/>
                        <a:pt x="5375" y="5382"/>
                      </a:cubicBezTo>
                      <a:cubicBezTo>
                        <a:pt x="12570" y="-1813"/>
                        <a:pt x="24234" y="-1813"/>
                        <a:pt x="31429" y="5382"/>
                      </a:cubicBezTo>
                      <a:cubicBezTo>
                        <a:pt x="38623" y="12577"/>
                        <a:pt x="38623" y="24241"/>
                        <a:pt x="31429" y="31436"/>
                      </a:cubicBezTo>
                      <a:cubicBezTo>
                        <a:pt x="24234" y="38631"/>
                        <a:pt x="12569" y="38631"/>
                        <a:pt x="5374" y="31436"/>
                      </a:cubicBezTo>
                      <a:cubicBezTo>
                        <a:pt x="5374" y="31436"/>
                        <a:pt x="5374" y="31436"/>
                        <a:pt x="5374" y="314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 name="Google Shape;148;p19"/>
              <p:cNvGrpSpPr/>
              <p:nvPr/>
            </p:nvGrpSpPr>
            <p:grpSpPr>
              <a:xfrm>
                <a:off x="7277326" y="3251832"/>
                <a:ext cx="147578" cy="147576"/>
                <a:chOff x="7277326" y="3251832"/>
                <a:chExt cx="147578" cy="147576"/>
              </a:xfrm>
            </p:grpSpPr>
            <p:sp>
              <p:nvSpPr>
                <p:cNvPr id="149" name="Google Shape;149;p19"/>
                <p:cNvSpPr/>
                <p:nvPr/>
              </p:nvSpPr>
              <p:spPr>
                <a:xfrm>
                  <a:off x="7277326" y="3362563"/>
                  <a:ext cx="36846" cy="36845"/>
                </a:xfrm>
                <a:custGeom>
                  <a:rect b="b" l="l" r="r" t="t"/>
                  <a:pathLst>
                    <a:path extrusionOk="0" h="36845" w="36846">
                      <a:moveTo>
                        <a:pt x="5376" y="5381"/>
                      </a:moveTo>
                      <a:cubicBezTo>
                        <a:pt x="12570" y="-1813"/>
                        <a:pt x="24235" y="-1813"/>
                        <a:pt x="31429" y="5382"/>
                      </a:cubicBezTo>
                      <a:cubicBezTo>
                        <a:pt x="38624" y="12577"/>
                        <a:pt x="38623" y="24242"/>
                        <a:pt x="31428" y="31436"/>
                      </a:cubicBezTo>
                      <a:cubicBezTo>
                        <a:pt x="24234" y="38630"/>
                        <a:pt x="12569" y="38630"/>
                        <a:pt x="5375" y="31435"/>
                      </a:cubicBezTo>
                      <a:cubicBezTo>
                        <a:pt x="-1820" y="24241"/>
                        <a:pt x="-1820" y="12578"/>
                        <a:pt x="5374" y="5383"/>
                      </a:cubicBezTo>
                      <a:cubicBezTo>
                        <a:pt x="5374" y="5383"/>
                        <a:pt x="5375" y="5382"/>
                        <a:pt x="5376" y="5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19"/>
                <p:cNvSpPr/>
                <p:nvPr/>
              </p:nvSpPr>
              <p:spPr>
                <a:xfrm>
                  <a:off x="7388058" y="3251832"/>
                  <a:ext cx="36846" cy="36846"/>
                </a:xfrm>
                <a:custGeom>
                  <a:rect b="b" l="l" r="r" t="t"/>
                  <a:pathLst>
                    <a:path extrusionOk="0" h="36846" w="36846">
                      <a:moveTo>
                        <a:pt x="5376" y="5381"/>
                      </a:moveTo>
                      <a:cubicBezTo>
                        <a:pt x="12571" y="-1813"/>
                        <a:pt x="24235" y="-1813"/>
                        <a:pt x="31430" y="5383"/>
                      </a:cubicBezTo>
                      <a:cubicBezTo>
                        <a:pt x="38624" y="12578"/>
                        <a:pt x="38623" y="24242"/>
                        <a:pt x="31428" y="31437"/>
                      </a:cubicBezTo>
                      <a:cubicBezTo>
                        <a:pt x="24233" y="38631"/>
                        <a:pt x="12569" y="38630"/>
                        <a:pt x="5375" y="31436"/>
                      </a:cubicBezTo>
                      <a:cubicBezTo>
                        <a:pt x="-1820" y="24241"/>
                        <a:pt x="-1820" y="12577"/>
                        <a:pt x="5374" y="5382"/>
                      </a:cubicBezTo>
                      <a:cubicBezTo>
                        <a:pt x="5375" y="5382"/>
                        <a:pt x="5375" y="5381"/>
                        <a:pt x="5376" y="5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1" name="Google Shape;151;p19"/>
            <p:cNvGrpSpPr/>
            <p:nvPr/>
          </p:nvGrpSpPr>
          <p:grpSpPr>
            <a:xfrm>
              <a:off x="7222213" y="3508882"/>
              <a:ext cx="275819" cy="86880"/>
              <a:chOff x="7222213" y="3508882"/>
              <a:chExt cx="275819" cy="86880"/>
            </a:xfrm>
          </p:grpSpPr>
          <p:sp>
            <p:nvSpPr>
              <p:cNvPr id="152" name="Google Shape;152;p19"/>
              <p:cNvSpPr/>
              <p:nvPr/>
            </p:nvSpPr>
            <p:spPr>
              <a:xfrm>
                <a:off x="7222213" y="3508882"/>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19"/>
              <p:cNvSpPr/>
              <p:nvPr/>
            </p:nvSpPr>
            <p:spPr>
              <a:xfrm>
                <a:off x="7222213" y="3584802"/>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 name="Shape 157"/>
        <p:cNvGrpSpPr/>
        <p:nvPr/>
      </p:nvGrpSpPr>
      <p:grpSpPr>
        <a:xfrm>
          <a:off x="0" y="0"/>
          <a:ext cx="0" cy="0"/>
          <a:chOff x="0" y="0"/>
          <a:chExt cx="0" cy="0"/>
        </a:xfrm>
      </p:grpSpPr>
      <p:sp>
        <p:nvSpPr>
          <p:cNvPr id="158" name="Google Shape;15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a:t>
            </a:r>
            <a:r>
              <a:rPr lang="en" sz="3300">
                <a:latin typeface="Inter"/>
                <a:ea typeface="Inter"/>
                <a:cs typeface="Inter"/>
                <a:sym typeface="Inter"/>
              </a:rPr>
              <a:t>ontents of this template</a:t>
            </a:r>
            <a:endParaRPr sz="3300">
              <a:latin typeface="Inter"/>
              <a:ea typeface="Inter"/>
              <a:cs typeface="Inter"/>
              <a:sym typeface="Inter"/>
            </a:endParaRPr>
          </a:p>
        </p:txBody>
      </p:sp>
      <p:graphicFrame>
        <p:nvGraphicFramePr>
          <p:cNvPr id="159" name="Google Shape;159;p20"/>
          <p:cNvGraphicFramePr/>
          <p:nvPr/>
        </p:nvGraphicFramePr>
        <p:xfrm>
          <a:off x="809300" y="1534875"/>
          <a:ext cx="3000000" cy="3000000"/>
        </p:xfrm>
        <a:graphic>
          <a:graphicData uri="http://schemas.openxmlformats.org/drawingml/2006/table">
            <a:tbl>
              <a:tblPr>
                <a:noFill/>
                <a:tableStyleId>{6174D427-3B1A-46DF-A607-B88D1EE145ED}</a:tableStyleId>
              </a:tblPr>
              <a:tblGrid>
                <a:gridCol w="2373225"/>
                <a:gridCol w="5152175"/>
              </a:tblGrid>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3">
                            <a:extLst>
                              <a:ext uri="{A12FA001-AC4F-418D-AE19-62706E023703}">
                                <ahyp:hlinkClr val="tx"/>
                              </a:ext>
                            </a:extLst>
                          </a:hlinkClick>
                        </a:rPr>
                        <a:t>Fonts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To view this template correctly in PowerPoint, download and install the fonts we used</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4">
                            <a:extLst>
                              <a:ext uri="{A12FA001-AC4F-418D-AE19-62706E023703}">
                                <ahyp:hlinkClr val="tx"/>
                              </a:ext>
                            </a:extLst>
                          </a:hlinkClick>
                        </a:rPr>
                        <a:t>Used</a:t>
                      </a:r>
                      <a:r>
                        <a:rPr b="1" lang="en" sz="1000">
                          <a:solidFill>
                            <a:schemeClr val="dk1"/>
                          </a:solidFill>
                          <a:latin typeface="Catamaran"/>
                          <a:ea typeface="Catamaran"/>
                          <a:cs typeface="Catamaran"/>
                          <a:sym typeface="Catamaran"/>
                        </a:rPr>
                        <a:t> and </a:t>
                      </a:r>
                      <a:r>
                        <a:rPr b="1" lang="en" sz="1000" u="sng">
                          <a:solidFill>
                            <a:schemeClr val="dk1"/>
                          </a:solidFill>
                          <a:latin typeface="Catamaran"/>
                          <a:ea typeface="Catamaran"/>
                          <a:cs typeface="Catamaran"/>
                          <a:sym typeface="Catamaran"/>
                          <a:hlinkClick action="ppaction://hlinksldjump" r:id="rId5">
                            <a:extLst>
                              <a:ext uri="{A12FA001-AC4F-418D-AE19-62706E023703}">
                                <ahyp:hlinkClr val="tx"/>
                              </a:ext>
                            </a:extLst>
                          </a:hlinkClick>
                        </a:rPr>
                        <a:t>alternative</a:t>
                      </a:r>
                      <a:r>
                        <a:rPr b="1" lang="en" sz="1000" u="sng">
                          <a:solidFill>
                            <a:schemeClr val="dk1"/>
                          </a:solidFill>
                          <a:latin typeface="Catamaran"/>
                          <a:ea typeface="Catamaran"/>
                          <a:cs typeface="Catamaran"/>
                          <a:sym typeface="Catamaran"/>
                          <a:hlinkClick action="ppaction://hlinksldjump" r:id="rId6">
                            <a:extLst>
                              <a:ext uri="{A12FA001-AC4F-418D-AE19-62706E023703}">
                                <ahyp:hlinkClr val="tx"/>
                              </a:ext>
                            </a:extLst>
                          </a:hlinkClick>
                        </a:rPr>
                        <a:t> resources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1600"/>
                        </a:spcAft>
                        <a:buNone/>
                      </a:pPr>
                      <a:r>
                        <a:rPr lang="en" sz="1000">
                          <a:solidFill>
                            <a:schemeClr val="dk1"/>
                          </a:solidFill>
                          <a:latin typeface="Catamaran"/>
                          <a:ea typeface="Catamaran"/>
                          <a:cs typeface="Catamaran"/>
                          <a:sym typeface="Catamaran"/>
                        </a:rPr>
                        <a:t>An assortment of graphic resources that are suitable for use in this presentation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7">
                            <a:extLst>
                              <a:ext uri="{A12FA001-AC4F-418D-AE19-62706E023703}">
                                <ahyp:hlinkClr val="tx"/>
                              </a:ext>
                            </a:extLst>
                          </a:hlinkClick>
                        </a:rPr>
                        <a:t>Thanks slide</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You must keep it so that proper credits for our design are given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8">
                            <a:extLst>
                              <a:ext uri="{A12FA001-AC4F-418D-AE19-62706E023703}">
                                <ahyp:hlinkClr val="tx"/>
                              </a:ext>
                            </a:extLst>
                          </a:hlinkClick>
                        </a:rPr>
                        <a:t>Colors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All the colors used in this presentation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9">
                            <a:extLst>
                              <a:ext uri="{A12FA001-AC4F-418D-AE19-62706E023703}">
                                <ahyp:hlinkClr val="tx"/>
                              </a:ext>
                            </a:extLst>
                          </a:hlinkClick>
                        </a:rPr>
                        <a:t>Icons</a:t>
                      </a:r>
                      <a:r>
                        <a:rPr b="1" lang="en" sz="1000">
                          <a:solidFill>
                            <a:schemeClr val="dk1"/>
                          </a:solidFill>
                          <a:latin typeface="Catamaran"/>
                          <a:ea typeface="Catamaran"/>
                          <a:cs typeface="Catamaran"/>
                          <a:sym typeface="Catamaran"/>
                        </a:rPr>
                        <a:t> and </a:t>
                      </a:r>
                      <a:r>
                        <a:rPr b="1" lang="en" sz="1000" u="sng">
                          <a:solidFill>
                            <a:schemeClr val="dk1"/>
                          </a:solidFill>
                          <a:latin typeface="Catamaran"/>
                          <a:ea typeface="Catamaran"/>
                          <a:cs typeface="Catamaran"/>
                          <a:sym typeface="Catamaran"/>
                          <a:hlinkClick action="ppaction://hlinksldjump" r:id="rId10">
                            <a:extLst>
                              <a:ext uri="{A12FA001-AC4F-418D-AE19-62706E023703}">
                                <ahyp:hlinkClr val="tx"/>
                              </a:ext>
                            </a:extLst>
                          </a:hlinkClick>
                        </a:rPr>
                        <a:t>infographic resources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rPr lang="en" sz="1000">
                          <a:solidFill>
                            <a:schemeClr val="dk1"/>
                          </a:solidFill>
                          <a:latin typeface="Catamaran"/>
                          <a:ea typeface="Catamaran"/>
                          <a:cs typeface="Catamaran"/>
                          <a:sym typeface="Catamaran"/>
                        </a:rPr>
                        <a:t>These can be used in the template, and their size and color can be edited</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a:solidFill>
                            <a:schemeClr val="dk1"/>
                          </a:solidFill>
                          <a:latin typeface="Catamaran"/>
                          <a:ea typeface="Catamaran"/>
                          <a:cs typeface="Catamaran"/>
                          <a:sym typeface="Catamaran"/>
                        </a:rPr>
                        <a:t>Editable presentation theme </a:t>
                      </a:r>
                      <a:endParaRPr b="1"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You can edit the master slides easily. For more info, click </a:t>
                      </a:r>
                      <a:r>
                        <a:rPr b="1" lang="en" sz="1000" u="sng">
                          <a:solidFill>
                            <a:schemeClr val="dk1"/>
                          </a:solidFill>
                          <a:latin typeface="Catamaran"/>
                          <a:ea typeface="Catamaran"/>
                          <a:cs typeface="Catamaran"/>
                          <a:sym typeface="Catamaran"/>
                          <a:hlinkClick r:id="rId11">
                            <a:extLst>
                              <a:ext uri="{A12FA001-AC4F-418D-AE19-62706E023703}">
                                <ahyp:hlinkClr val="tx"/>
                              </a:ext>
                            </a:extLst>
                          </a:hlinkClick>
                        </a:rPr>
                        <a:t>here</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bl>
          </a:graphicData>
        </a:graphic>
      </p:graphicFrame>
      <p:sp>
        <p:nvSpPr>
          <p:cNvPr id="160" name="Google Shape;160;p20"/>
          <p:cNvSpPr txBox="1"/>
          <p:nvPr/>
        </p:nvSpPr>
        <p:spPr>
          <a:xfrm>
            <a:off x="720000" y="1080734"/>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You can delete this slide when you’re done editing the presentation</a:t>
            </a:r>
            <a:endParaRPr sz="1200">
              <a:solidFill>
                <a:schemeClr val="dk1"/>
              </a:solidFill>
              <a:latin typeface="Catamaran"/>
              <a:ea typeface="Catamaran"/>
              <a:cs typeface="Catamaran"/>
              <a:sym typeface="Catamaran"/>
            </a:endParaRPr>
          </a:p>
        </p:txBody>
      </p:sp>
      <p:sp>
        <p:nvSpPr>
          <p:cNvPr id="161" name="Google Shape;161;p20"/>
          <p:cNvSpPr txBox="1"/>
          <p:nvPr/>
        </p:nvSpPr>
        <p:spPr>
          <a:xfrm>
            <a:off x="720122" y="4133675"/>
            <a:ext cx="385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Catamaran"/>
                <a:ea typeface="Catamaran"/>
                <a:cs typeface="Catamaran"/>
                <a:sym typeface="Catamaran"/>
              </a:rPr>
              <a:t>For more info:</a:t>
            </a:r>
            <a:br>
              <a:rPr b="1" lang="en" sz="1000">
                <a:solidFill>
                  <a:schemeClr val="dk1"/>
                </a:solidFill>
                <a:latin typeface="Catamaran"/>
                <a:ea typeface="Catamaran"/>
                <a:cs typeface="Catamaran"/>
                <a:sym typeface="Catamaran"/>
              </a:rPr>
            </a:br>
            <a:r>
              <a:rPr b="1" lang="en" sz="1000" u="sng">
                <a:solidFill>
                  <a:schemeClr val="dk1"/>
                </a:solidFill>
                <a:latin typeface="Catamaran"/>
                <a:ea typeface="Catamaran"/>
                <a:cs typeface="Catamaran"/>
                <a:sym typeface="Catamaran"/>
                <a:hlinkClick r:id="rId12">
                  <a:extLst>
                    <a:ext uri="{A12FA001-AC4F-418D-AE19-62706E023703}">
                      <ahyp:hlinkClr val="tx"/>
                    </a:ext>
                  </a:extLst>
                </a:hlinkClick>
              </a:rPr>
              <a:t>SLIDESGO</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3">
                  <a:extLst>
                    <a:ext uri="{A12FA001-AC4F-418D-AE19-62706E023703}">
                      <ahyp:hlinkClr val="tx"/>
                    </a:ext>
                  </a:extLst>
                </a:hlinkClick>
              </a:rPr>
              <a:t>BLOG</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4">
                  <a:extLst>
                    <a:ext uri="{A12FA001-AC4F-418D-AE19-62706E023703}">
                      <ahyp:hlinkClr val="tx"/>
                    </a:ext>
                  </a:extLst>
                </a:hlinkClick>
              </a:rPr>
              <a:t>FAQs</a:t>
            </a:r>
            <a:endParaRPr b="1" sz="1000" u="sng">
              <a:solidFill>
                <a:schemeClr val="dk1"/>
              </a:solidFill>
              <a:latin typeface="Catamaran"/>
              <a:ea typeface="Catamaran"/>
              <a:cs typeface="Catamaran"/>
              <a:sym typeface="Catamaran"/>
            </a:endParaRPr>
          </a:p>
        </p:txBody>
      </p:sp>
      <p:sp>
        <p:nvSpPr>
          <p:cNvPr id="162" name="Google Shape;162;p20"/>
          <p:cNvSpPr txBox="1"/>
          <p:nvPr/>
        </p:nvSpPr>
        <p:spPr>
          <a:xfrm>
            <a:off x="4571975" y="4133675"/>
            <a:ext cx="385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Catamaran"/>
                <a:ea typeface="Catamaran"/>
                <a:cs typeface="Catamaran"/>
                <a:sym typeface="Catamaran"/>
              </a:rPr>
              <a:t>You can visit our sister </a:t>
            </a:r>
            <a:r>
              <a:rPr lang="en" sz="1000">
                <a:solidFill>
                  <a:schemeClr val="dk1"/>
                </a:solidFill>
                <a:latin typeface="Catamaran"/>
                <a:ea typeface="Catamaran"/>
                <a:cs typeface="Catamaran"/>
                <a:sym typeface="Catamaran"/>
              </a:rPr>
              <a:t>projects</a:t>
            </a:r>
            <a:r>
              <a:rPr lang="en" sz="1000">
                <a:solidFill>
                  <a:schemeClr val="dk1"/>
                </a:solidFill>
                <a:latin typeface="Catamaran"/>
                <a:ea typeface="Catamaran"/>
                <a:cs typeface="Catamaran"/>
                <a:sym typeface="Catamaran"/>
              </a:rPr>
              <a:t>:</a:t>
            </a:r>
            <a:br>
              <a:rPr b="1" lang="en" sz="1000">
                <a:solidFill>
                  <a:schemeClr val="dk1"/>
                </a:solidFill>
                <a:latin typeface="Catamaran"/>
                <a:ea typeface="Catamaran"/>
                <a:cs typeface="Catamaran"/>
                <a:sym typeface="Catamaran"/>
              </a:rPr>
            </a:br>
            <a:r>
              <a:rPr b="1" lang="en" sz="1000" u="sng">
                <a:solidFill>
                  <a:schemeClr val="dk1"/>
                </a:solidFill>
                <a:latin typeface="Catamaran"/>
                <a:ea typeface="Catamaran"/>
                <a:cs typeface="Catamaran"/>
                <a:sym typeface="Catamaran"/>
                <a:hlinkClick r:id="rId15">
                  <a:extLst>
                    <a:ext uri="{A12FA001-AC4F-418D-AE19-62706E023703}">
                      <ahyp:hlinkClr val="tx"/>
                    </a:ext>
                  </a:extLst>
                </a:hlinkClick>
              </a:rPr>
              <a:t>FREEPIK</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6">
                  <a:extLst>
                    <a:ext uri="{A12FA001-AC4F-418D-AE19-62706E023703}">
                      <ahyp:hlinkClr val="tx"/>
                    </a:ext>
                  </a:extLst>
                </a:hlinkClick>
              </a:rPr>
              <a:t>FLATICON</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7">
                  <a:extLst>
                    <a:ext uri="{A12FA001-AC4F-418D-AE19-62706E023703}">
                      <ahyp:hlinkClr val="tx"/>
                    </a:ext>
                  </a:extLst>
                </a:hlinkClick>
              </a:rPr>
              <a:t>STORYSET</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8">
                  <a:extLst>
                    <a:ext uri="{A12FA001-AC4F-418D-AE19-62706E023703}">
                      <ahyp:hlinkClr val="tx"/>
                    </a:ext>
                  </a:extLst>
                </a:hlinkClick>
              </a:rPr>
              <a:t>WEPIK</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9">
                  <a:extLst>
                    <a:ext uri="{A12FA001-AC4F-418D-AE19-62706E023703}">
                      <ahyp:hlinkClr val="tx"/>
                    </a:ext>
                  </a:extLst>
                </a:hlinkClick>
              </a:rPr>
              <a:t>VIDEVO</a:t>
            </a:r>
            <a:endParaRPr b="1" sz="1000">
              <a:solidFill>
                <a:schemeClr val="dk1"/>
              </a:solidFill>
              <a:latin typeface="Catamaran"/>
              <a:ea typeface="Catamaran"/>
              <a:cs typeface="Catamaran"/>
              <a:sym typeface="Catamaran"/>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21"/>
          <p:cNvSpPr/>
          <p:nvPr/>
        </p:nvSpPr>
        <p:spPr>
          <a:xfrm>
            <a:off x="4845250" y="13225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21"/>
          <p:cNvSpPr/>
          <p:nvPr/>
        </p:nvSpPr>
        <p:spPr>
          <a:xfrm>
            <a:off x="1606837" y="25290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21"/>
          <p:cNvSpPr/>
          <p:nvPr/>
        </p:nvSpPr>
        <p:spPr>
          <a:xfrm>
            <a:off x="4845250" y="25290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21"/>
          <p:cNvSpPr/>
          <p:nvPr/>
        </p:nvSpPr>
        <p:spPr>
          <a:xfrm>
            <a:off x="1606837" y="37228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21"/>
          <p:cNvSpPr/>
          <p:nvPr/>
        </p:nvSpPr>
        <p:spPr>
          <a:xfrm>
            <a:off x="4845250" y="37228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21"/>
          <p:cNvSpPr/>
          <p:nvPr/>
        </p:nvSpPr>
        <p:spPr>
          <a:xfrm>
            <a:off x="1606837" y="13225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Table of contents</a:t>
            </a:r>
            <a:endParaRPr sz="3300">
              <a:latin typeface="Inter"/>
              <a:ea typeface="Inter"/>
              <a:cs typeface="Inter"/>
              <a:sym typeface="Inter"/>
            </a:endParaRPr>
          </a:p>
        </p:txBody>
      </p:sp>
      <p:sp>
        <p:nvSpPr>
          <p:cNvPr id="174" name="Google Shape;174;p21"/>
          <p:cNvSpPr txBox="1"/>
          <p:nvPr>
            <p:ph idx="3" type="subTitle"/>
          </p:nvPr>
        </p:nvSpPr>
        <p:spPr>
          <a:xfrm>
            <a:off x="2297788" y="2831523"/>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5" name="Google Shape;175;p21"/>
          <p:cNvSpPr txBox="1"/>
          <p:nvPr>
            <p:ph idx="1" type="subTitle"/>
          </p:nvPr>
        </p:nvSpPr>
        <p:spPr>
          <a:xfrm>
            <a:off x="2297788" y="1632321"/>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6" name="Google Shape;176;p21"/>
          <p:cNvSpPr txBox="1"/>
          <p:nvPr>
            <p:ph idx="2" type="subTitle"/>
          </p:nvPr>
        </p:nvSpPr>
        <p:spPr>
          <a:xfrm>
            <a:off x="5530463" y="1632319"/>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7" name="Google Shape;177;p21"/>
          <p:cNvSpPr txBox="1"/>
          <p:nvPr>
            <p:ph idx="4" type="subTitle"/>
          </p:nvPr>
        </p:nvSpPr>
        <p:spPr>
          <a:xfrm>
            <a:off x="5530463" y="2831810"/>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8" name="Google Shape;178;p21"/>
          <p:cNvSpPr txBox="1"/>
          <p:nvPr>
            <p:ph idx="5" type="subTitle"/>
          </p:nvPr>
        </p:nvSpPr>
        <p:spPr>
          <a:xfrm>
            <a:off x="2297788" y="4030725"/>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9" name="Google Shape;179;p21"/>
          <p:cNvSpPr txBox="1"/>
          <p:nvPr>
            <p:ph idx="6" type="subTitle"/>
          </p:nvPr>
        </p:nvSpPr>
        <p:spPr>
          <a:xfrm>
            <a:off x="5530463" y="4031300"/>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80" name="Google Shape;180;p21"/>
          <p:cNvSpPr txBox="1"/>
          <p:nvPr>
            <p:ph idx="7" type="title"/>
          </p:nvPr>
        </p:nvSpPr>
        <p:spPr>
          <a:xfrm>
            <a:off x="1612596" y="1427369"/>
            <a:ext cx="620100" cy="398400"/>
          </a:xfrm>
          <a:prstGeom prst="rect">
            <a:avLst/>
          </a:prstGeom>
        </p:spPr>
        <p:txBody>
          <a:bodyPr anchorCtr="0" anchor="b" bIns="0" lIns="118850" spcFirstLastPara="1" rIns="91425" wrap="square" tIns="91425">
            <a:noAutofit/>
          </a:bodyPr>
          <a:lstStyle/>
          <a:p>
            <a:pPr indent="0" lvl="0" marL="0" rtl="0" algn="l">
              <a:spcBef>
                <a:spcPts val="0"/>
              </a:spcBef>
              <a:spcAft>
                <a:spcPts val="0"/>
              </a:spcAft>
              <a:buNone/>
            </a:pPr>
            <a:r>
              <a:rPr lang="en"/>
              <a:t>01</a:t>
            </a:r>
            <a:endParaRPr/>
          </a:p>
        </p:txBody>
      </p:sp>
      <p:sp>
        <p:nvSpPr>
          <p:cNvPr id="181" name="Google Shape;181;p21"/>
          <p:cNvSpPr txBox="1"/>
          <p:nvPr>
            <p:ph idx="8" type="title"/>
          </p:nvPr>
        </p:nvSpPr>
        <p:spPr>
          <a:xfrm>
            <a:off x="1612596" y="26265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02</a:t>
            </a:r>
            <a:endParaRPr/>
          </a:p>
        </p:txBody>
      </p:sp>
      <p:sp>
        <p:nvSpPr>
          <p:cNvPr id="182" name="Google Shape;182;p21"/>
          <p:cNvSpPr txBox="1"/>
          <p:nvPr>
            <p:ph idx="9" type="title"/>
          </p:nvPr>
        </p:nvSpPr>
        <p:spPr>
          <a:xfrm>
            <a:off x="4845197" y="14273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04</a:t>
            </a:r>
            <a:endParaRPr/>
          </a:p>
        </p:txBody>
      </p:sp>
      <p:sp>
        <p:nvSpPr>
          <p:cNvPr id="183" name="Google Shape;183;p21"/>
          <p:cNvSpPr txBox="1"/>
          <p:nvPr>
            <p:ph idx="13" type="title"/>
          </p:nvPr>
        </p:nvSpPr>
        <p:spPr>
          <a:xfrm>
            <a:off x="4845197" y="26265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05</a:t>
            </a:r>
            <a:endParaRPr/>
          </a:p>
        </p:txBody>
      </p:sp>
      <p:sp>
        <p:nvSpPr>
          <p:cNvPr id="184" name="Google Shape;184;p21"/>
          <p:cNvSpPr txBox="1"/>
          <p:nvPr>
            <p:ph idx="14" type="title"/>
          </p:nvPr>
        </p:nvSpPr>
        <p:spPr>
          <a:xfrm>
            <a:off x="1612596" y="38257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03</a:t>
            </a:r>
            <a:endParaRPr/>
          </a:p>
        </p:txBody>
      </p:sp>
      <p:sp>
        <p:nvSpPr>
          <p:cNvPr id="185" name="Google Shape;185;p21"/>
          <p:cNvSpPr txBox="1"/>
          <p:nvPr>
            <p:ph idx="15" type="title"/>
          </p:nvPr>
        </p:nvSpPr>
        <p:spPr>
          <a:xfrm>
            <a:off x="4845197" y="38257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06</a:t>
            </a:r>
            <a:endParaRPr/>
          </a:p>
        </p:txBody>
      </p:sp>
      <p:sp>
        <p:nvSpPr>
          <p:cNvPr id="186" name="Google Shape;186;p21"/>
          <p:cNvSpPr txBox="1"/>
          <p:nvPr>
            <p:ph idx="16" type="subTitle"/>
          </p:nvPr>
        </p:nvSpPr>
        <p:spPr>
          <a:xfrm>
            <a:off x="2297788" y="1251925"/>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7" name="Google Shape;187;p21"/>
          <p:cNvSpPr txBox="1"/>
          <p:nvPr>
            <p:ph idx="17" type="subTitle"/>
          </p:nvPr>
        </p:nvSpPr>
        <p:spPr>
          <a:xfrm>
            <a:off x="5530463" y="1251925"/>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8" name="Google Shape;188;p21"/>
          <p:cNvSpPr txBox="1"/>
          <p:nvPr>
            <p:ph idx="18" type="subTitle"/>
          </p:nvPr>
        </p:nvSpPr>
        <p:spPr>
          <a:xfrm>
            <a:off x="2297788" y="3650329"/>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9" name="Google Shape;189;p21"/>
          <p:cNvSpPr txBox="1"/>
          <p:nvPr>
            <p:ph idx="19" type="subTitle"/>
          </p:nvPr>
        </p:nvSpPr>
        <p:spPr>
          <a:xfrm>
            <a:off x="2297788" y="2451127"/>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90" name="Google Shape;190;p21"/>
          <p:cNvSpPr txBox="1"/>
          <p:nvPr>
            <p:ph idx="20" type="subTitle"/>
          </p:nvPr>
        </p:nvSpPr>
        <p:spPr>
          <a:xfrm>
            <a:off x="5530463" y="2451123"/>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91" name="Google Shape;191;p21"/>
          <p:cNvSpPr txBox="1"/>
          <p:nvPr>
            <p:ph idx="21" type="subTitle"/>
          </p:nvPr>
        </p:nvSpPr>
        <p:spPr>
          <a:xfrm>
            <a:off x="5530463" y="3650320"/>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 name="Shape 195"/>
        <p:cNvGrpSpPr/>
        <p:nvPr/>
      </p:nvGrpSpPr>
      <p:grpSpPr>
        <a:xfrm>
          <a:off x="0" y="0"/>
          <a:ext cx="0" cy="0"/>
          <a:chOff x="0" y="0"/>
          <a:chExt cx="0" cy="0"/>
        </a:xfrm>
      </p:grpSpPr>
      <p:sp>
        <p:nvSpPr>
          <p:cNvPr id="196" name="Google Shape;196;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grpSp>
        <p:nvGrpSpPr>
          <p:cNvPr id="197" name="Google Shape;197;p22"/>
          <p:cNvGrpSpPr/>
          <p:nvPr/>
        </p:nvGrpSpPr>
        <p:grpSpPr>
          <a:xfrm>
            <a:off x="2521013" y="2856779"/>
            <a:ext cx="4110620" cy="122033"/>
            <a:chOff x="2521013" y="2928027"/>
            <a:chExt cx="4110620" cy="122033"/>
          </a:xfrm>
        </p:grpSpPr>
        <p:sp>
          <p:nvSpPr>
            <p:cNvPr id="198" name="Google Shape;198;p22"/>
            <p:cNvSpPr/>
            <p:nvPr/>
          </p:nvSpPr>
          <p:spPr>
            <a:xfrm>
              <a:off x="2752539" y="2989206"/>
              <a:ext cx="3637623" cy="12840"/>
            </a:xfrm>
            <a:custGeom>
              <a:rect b="b" l="l" r="r" t="t"/>
              <a:pathLst>
                <a:path extrusionOk="0" h="11439" w="3240644">
                  <a:moveTo>
                    <a:pt x="3240644" y="0"/>
                  </a:moveTo>
                  <a:lnTo>
                    <a:pt x="0" y="0"/>
                  </a:lnTo>
                </a:path>
              </a:pathLst>
            </a:custGeom>
            <a:noFill/>
            <a:ln cap="rnd" cmpd="sng" w="114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 name="Google Shape;199;p22"/>
            <p:cNvGrpSpPr/>
            <p:nvPr/>
          </p:nvGrpSpPr>
          <p:grpSpPr>
            <a:xfrm>
              <a:off x="2521013" y="2928027"/>
              <a:ext cx="4110620" cy="122033"/>
              <a:chOff x="1394264" y="3697172"/>
              <a:chExt cx="3660718" cy="108677"/>
            </a:xfrm>
          </p:grpSpPr>
          <p:sp>
            <p:nvSpPr>
              <p:cNvPr id="200" name="Google Shape;200;p22"/>
              <p:cNvSpPr/>
              <p:nvPr/>
            </p:nvSpPr>
            <p:spPr>
              <a:xfrm>
                <a:off x="4946305" y="3697172"/>
                <a:ext cx="108677" cy="10867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22"/>
              <p:cNvSpPr/>
              <p:nvPr/>
            </p:nvSpPr>
            <p:spPr>
              <a:xfrm>
                <a:off x="1394264" y="3697172"/>
                <a:ext cx="108677" cy="10867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02" name="Google Shape;202;p22"/>
          <p:cNvSpPr/>
          <p:nvPr/>
        </p:nvSpPr>
        <p:spPr>
          <a:xfrm>
            <a:off x="4884578" y="1308030"/>
            <a:ext cx="1288325" cy="1288326"/>
          </a:xfrm>
          <a:custGeom>
            <a:rect b="b" l="l" r="r" t="t"/>
            <a:pathLst>
              <a:path extrusionOk="0" h="1147729" w="1147728">
                <a:moveTo>
                  <a:pt x="1147728" y="1147729"/>
                </a:moveTo>
                <a:cubicBezTo>
                  <a:pt x="1034090" y="567382"/>
                  <a:pt x="580346" y="113638"/>
                  <a:pt x="-1" y="-1"/>
                </a:cubicBezTo>
                <a:lnTo>
                  <a:pt x="-1" y="11477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22"/>
          <p:cNvSpPr/>
          <p:nvPr/>
        </p:nvSpPr>
        <p:spPr>
          <a:xfrm>
            <a:off x="2970634" y="3221972"/>
            <a:ext cx="1288327" cy="1288325"/>
          </a:xfrm>
          <a:custGeom>
            <a:rect b="b" l="l" r="r" t="t"/>
            <a:pathLst>
              <a:path extrusionOk="0" h="1147728" w="1147730">
                <a:moveTo>
                  <a:pt x="-1" y="-1"/>
                </a:moveTo>
                <a:cubicBezTo>
                  <a:pt x="113636" y="580347"/>
                  <a:pt x="567381" y="1034092"/>
                  <a:pt x="1147729" y="1147728"/>
                </a:cubicBezTo>
                <a:lnTo>
                  <a:pt x="1147729" y="-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22"/>
          <p:cNvSpPr/>
          <p:nvPr/>
        </p:nvSpPr>
        <p:spPr>
          <a:xfrm>
            <a:off x="2970635" y="1308030"/>
            <a:ext cx="1288326" cy="1288325"/>
          </a:xfrm>
          <a:custGeom>
            <a:rect b="b" l="l" r="r" t="t"/>
            <a:pathLst>
              <a:path extrusionOk="0" h="1147728" w="1147729">
                <a:moveTo>
                  <a:pt x="1147728" y="-1"/>
                </a:moveTo>
                <a:cubicBezTo>
                  <a:pt x="567381" y="113636"/>
                  <a:pt x="113636" y="567381"/>
                  <a:pt x="-1" y="1147728"/>
                </a:cubicBezTo>
                <a:lnTo>
                  <a:pt x="1147728" y="114772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22"/>
          <p:cNvSpPr/>
          <p:nvPr/>
        </p:nvSpPr>
        <p:spPr>
          <a:xfrm>
            <a:off x="4884578" y="3221972"/>
            <a:ext cx="1288325" cy="1288325"/>
          </a:xfrm>
          <a:custGeom>
            <a:rect b="b" l="l" r="r" t="t"/>
            <a:pathLst>
              <a:path extrusionOk="0" h="1147728" w="1147728">
                <a:moveTo>
                  <a:pt x="-1" y="1147728"/>
                </a:moveTo>
                <a:cubicBezTo>
                  <a:pt x="580346" y="1034091"/>
                  <a:pt x="1034091" y="580346"/>
                  <a:pt x="1147728" y="-1"/>
                </a:cubicBezTo>
                <a:lnTo>
                  <a:pt x="-1" y="-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22"/>
          <p:cNvSpPr/>
          <p:nvPr/>
        </p:nvSpPr>
        <p:spPr>
          <a:xfrm>
            <a:off x="4575737" y="3051588"/>
            <a:ext cx="1193" cy="1079"/>
          </a:xfrm>
          <a:custGeom>
            <a:rect b="b" l="l" r="r" t="t"/>
            <a:pathLst>
              <a:path extrusionOk="0" h="961" w="1063">
                <a:moveTo>
                  <a:pt x="1064" y="961"/>
                </a:moveTo>
                <a:lnTo>
                  <a:pt x="0" y="0"/>
                </a:lnTo>
                <a:lnTo>
                  <a:pt x="0" y="961"/>
                </a:lnTo>
                <a:lnTo>
                  <a:pt x="1064" y="961"/>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22"/>
          <p:cNvSpPr/>
          <p:nvPr/>
        </p:nvSpPr>
        <p:spPr>
          <a:xfrm>
            <a:off x="4574542" y="3051588"/>
            <a:ext cx="1193" cy="1079"/>
          </a:xfrm>
          <a:custGeom>
            <a:rect b="b" l="l" r="r" t="t"/>
            <a:pathLst>
              <a:path extrusionOk="0" h="961" w="1063">
                <a:moveTo>
                  <a:pt x="1064" y="961"/>
                </a:moveTo>
                <a:lnTo>
                  <a:pt x="1064" y="0"/>
                </a:lnTo>
                <a:lnTo>
                  <a:pt x="0" y="961"/>
                </a:lnTo>
                <a:lnTo>
                  <a:pt x="1064" y="961"/>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22"/>
          <p:cNvSpPr/>
          <p:nvPr/>
        </p:nvSpPr>
        <p:spPr>
          <a:xfrm>
            <a:off x="4574542" y="2781830"/>
            <a:ext cx="1193" cy="1079"/>
          </a:xfrm>
          <a:custGeom>
            <a:rect b="b" l="l" r="r" t="t"/>
            <a:pathLst>
              <a:path extrusionOk="0" h="961" w="1063">
                <a:moveTo>
                  <a:pt x="0" y="0"/>
                </a:moveTo>
                <a:lnTo>
                  <a:pt x="1064" y="961"/>
                </a:lnTo>
                <a:lnTo>
                  <a:pt x="1064" y="0"/>
                </a:lnTo>
                <a:lnTo>
                  <a:pt x="0" y="0"/>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22"/>
          <p:cNvSpPr/>
          <p:nvPr/>
        </p:nvSpPr>
        <p:spPr>
          <a:xfrm>
            <a:off x="4575737" y="2781830"/>
            <a:ext cx="1193" cy="1079"/>
          </a:xfrm>
          <a:custGeom>
            <a:rect b="b" l="l" r="r" t="t"/>
            <a:pathLst>
              <a:path extrusionOk="0" h="961" w="1063">
                <a:moveTo>
                  <a:pt x="0" y="0"/>
                </a:moveTo>
                <a:lnTo>
                  <a:pt x="0" y="961"/>
                </a:lnTo>
                <a:lnTo>
                  <a:pt x="1064" y="0"/>
                </a:lnTo>
                <a:lnTo>
                  <a:pt x="0" y="0"/>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22"/>
          <p:cNvSpPr/>
          <p:nvPr/>
        </p:nvSpPr>
        <p:spPr>
          <a:xfrm>
            <a:off x="3547204" y="3052666"/>
            <a:ext cx="1028170" cy="1335476"/>
          </a:xfrm>
          <a:custGeom>
            <a:rect b="b" l="l" r="r" t="t"/>
            <a:pathLst>
              <a:path extrusionOk="0" h="1189734" w="915964">
                <a:moveTo>
                  <a:pt x="914897" y="-1"/>
                </a:moveTo>
                <a:lnTo>
                  <a:pt x="-1" y="818326"/>
                </a:lnTo>
                <a:cubicBezTo>
                  <a:pt x="245170" y="1056890"/>
                  <a:pt x="573879" y="1190176"/>
                  <a:pt x="915964" y="1189733"/>
                </a:cubicBezTo>
                <a:lnTo>
                  <a:pt x="91596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22"/>
          <p:cNvSpPr/>
          <p:nvPr/>
        </p:nvSpPr>
        <p:spPr>
          <a:xfrm>
            <a:off x="4576937" y="3052666"/>
            <a:ext cx="1468771" cy="918571"/>
          </a:xfrm>
          <a:custGeom>
            <a:rect b="b" l="l" r="r" t="t"/>
            <a:pathLst>
              <a:path extrusionOk="0" h="818326" w="1308482">
                <a:moveTo>
                  <a:pt x="1308482" y="-1"/>
                </a:moveTo>
                <a:lnTo>
                  <a:pt x="-1" y="-1"/>
                </a:lnTo>
                <a:lnTo>
                  <a:pt x="914899" y="818326"/>
                </a:lnTo>
                <a:cubicBezTo>
                  <a:pt x="1139332" y="601106"/>
                  <a:pt x="1278894" y="310933"/>
                  <a:pt x="1308482"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22"/>
          <p:cNvSpPr/>
          <p:nvPr/>
        </p:nvSpPr>
        <p:spPr>
          <a:xfrm>
            <a:off x="3105247" y="3052666"/>
            <a:ext cx="1468772" cy="918571"/>
          </a:xfrm>
          <a:custGeom>
            <a:rect b="b" l="l" r="r" t="t"/>
            <a:pathLst>
              <a:path extrusionOk="0" h="818326" w="1308483">
                <a:moveTo>
                  <a:pt x="-1" y="-1"/>
                </a:moveTo>
                <a:cubicBezTo>
                  <a:pt x="29587" y="310933"/>
                  <a:pt x="169150" y="601106"/>
                  <a:pt x="393585" y="818326"/>
                </a:cubicBezTo>
                <a:lnTo>
                  <a:pt x="130848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22"/>
          <p:cNvSpPr/>
          <p:nvPr/>
        </p:nvSpPr>
        <p:spPr>
          <a:xfrm>
            <a:off x="4575741" y="3052666"/>
            <a:ext cx="1028170" cy="1335476"/>
          </a:xfrm>
          <a:custGeom>
            <a:rect b="b" l="l" r="r" t="t"/>
            <a:pathLst>
              <a:path extrusionOk="0" h="1189734" w="915964">
                <a:moveTo>
                  <a:pt x="-1" y="1189733"/>
                </a:moveTo>
                <a:cubicBezTo>
                  <a:pt x="342084" y="1190176"/>
                  <a:pt x="670792" y="1056890"/>
                  <a:pt x="915964" y="818326"/>
                </a:cubicBezTo>
                <a:lnTo>
                  <a:pt x="1064" y="-1"/>
                </a:lnTo>
                <a:lnTo>
                  <a:pt x="-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22"/>
          <p:cNvSpPr/>
          <p:nvPr/>
        </p:nvSpPr>
        <p:spPr>
          <a:xfrm>
            <a:off x="3105247" y="1862936"/>
            <a:ext cx="1468772" cy="918572"/>
          </a:xfrm>
          <a:custGeom>
            <a:rect b="b" l="l" r="r" t="t"/>
            <a:pathLst>
              <a:path extrusionOk="0" h="818327" w="1308483">
                <a:moveTo>
                  <a:pt x="-1" y="818327"/>
                </a:moveTo>
                <a:lnTo>
                  <a:pt x="1308483" y="818327"/>
                </a:lnTo>
                <a:lnTo>
                  <a:pt x="393583" y="-1"/>
                </a:lnTo>
                <a:cubicBezTo>
                  <a:pt x="169150" y="217220"/>
                  <a:pt x="29588" y="507393"/>
                  <a:pt x="-1" y="818327"/>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22"/>
          <p:cNvSpPr/>
          <p:nvPr/>
        </p:nvSpPr>
        <p:spPr>
          <a:xfrm>
            <a:off x="4576935" y="1862936"/>
            <a:ext cx="1468772" cy="918572"/>
          </a:xfrm>
          <a:custGeom>
            <a:rect b="b" l="l" r="r" t="t"/>
            <a:pathLst>
              <a:path extrusionOk="0" h="818327" w="1308483">
                <a:moveTo>
                  <a:pt x="1308483" y="818327"/>
                </a:moveTo>
                <a:cubicBezTo>
                  <a:pt x="1278896" y="507393"/>
                  <a:pt x="1139333" y="217219"/>
                  <a:pt x="914899" y="-1"/>
                </a:cubicBezTo>
                <a:lnTo>
                  <a:pt x="-1" y="818327"/>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2"/>
          <p:cNvSpPr/>
          <p:nvPr/>
        </p:nvSpPr>
        <p:spPr>
          <a:xfrm>
            <a:off x="3547203" y="1445883"/>
            <a:ext cx="1028170" cy="1335476"/>
          </a:xfrm>
          <a:custGeom>
            <a:rect b="b" l="l" r="r" t="t"/>
            <a:pathLst>
              <a:path extrusionOk="0" h="1189734" w="915964">
                <a:moveTo>
                  <a:pt x="915964" y="0"/>
                </a:moveTo>
                <a:cubicBezTo>
                  <a:pt x="573879" y="-442"/>
                  <a:pt x="245171" y="132843"/>
                  <a:pt x="-1" y="371407"/>
                </a:cubicBezTo>
                <a:lnTo>
                  <a:pt x="914899" y="1189734"/>
                </a:lnTo>
                <a:lnTo>
                  <a:pt x="915964" y="1189734"/>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2"/>
          <p:cNvSpPr/>
          <p:nvPr/>
        </p:nvSpPr>
        <p:spPr>
          <a:xfrm>
            <a:off x="4575739" y="1445883"/>
            <a:ext cx="1028170" cy="1335476"/>
          </a:xfrm>
          <a:custGeom>
            <a:rect b="b" l="l" r="r" t="t"/>
            <a:pathLst>
              <a:path extrusionOk="0" h="1189734" w="915964">
                <a:moveTo>
                  <a:pt x="1064" y="1189734"/>
                </a:moveTo>
                <a:lnTo>
                  <a:pt x="915964" y="371407"/>
                </a:lnTo>
                <a:cubicBezTo>
                  <a:pt x="670792" y="132843"/>
                  <a:pt x="342083" y="-442"/>
                  <a:pt x="-1" y="0"/>
                </a:cubicBezTo>
                <a:lnTo>
                  <a:pt x="-1" y="1189734"/>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8" name="Google Shape;218;p22"/>
          <p:cNvGrpSpPr/>
          <p:nvPr/>
        </p:nvGrpSpPr>
        <p:grpSpPr>
          <a:xfrm>
            <a:off x="4431210" y="2936777"/>
            <a:ext cx="299047" cy="295964"/>
            <a:chOff x="3099244" y="3771131"/>
            <a:chExt cx="266317" cy="263571"/>
          </a:xfrm>
        </p:grpSpPr>
        <p:pic>
          <p:nvPicPr>
            <p:cNvPr id="219" name="Google Shape;219;p22"/>
            <p:cNvPicPr preferRelativeResize="0"/>
            <p:nvPr/>
          </p:nvPicPr>
          <p:blipFill rotWithShape="1">
            <a:blip r:embed="rId3">
              <a:alphaModFix/>
            </a:blip>
            <a:srcRect b="0" l="0" r="0" t="0"/>
            <a:stretch/>
          </p:blipFill>
          <p:spPr>
            <a:xfrm>
              <a:off x="3099244" y="3771131"/>
              <a:ext cx="266317" cy="263571"/>
            </a:xfrm>
            <a:custGeom>
              <a:rect b="b" l="l" r="r" t="t"/>
              <a:pathLst>
                <a:path extrusionOk="0" h="263571" w="266317">
                  <a:moveTo>
                    <a:pt x="201" y="257"/>
                  </a:moveTo>
                  <a:lnTo>
                    <a:pt x="266518" y="257"/>
                  </a:lnTo>
                  <a:lnTo>
                    <a:pt x="266518" y="263829"/>
                  </a:lnTo>
                  <a:lnTo>
                    <a:pt x="201" y="263829"/>
                  </a:lnTo>
                  <a:close/>
                </a:path>
              </a:pathLst>
            </a:custGeom>
            <a:noFill/>
            <a:ln>
              <a:noFill/>
            </a:ln>
          </p:spPr>
        </p:pic>
        <p:sp>
          <p:nvSpPr>
            <p:cNvPr id="220" name="Google Shape;220;p22"/>
            <p:cNvSpPr/>
            <p:nvPr/>
          </p:nvSpPr>
          <p:spPr>
            <a:xfrm>
              <a:off x="3227952" y="3873376"/>
              <a:ext cx="1063" cy="961"/>
            </a:xfrm>
            <a:custGeom>
              <a:rect b="b" l="l" r="r" t="t"/>
              <a:pathLst>
                <a:path extrusionOk="0" h="961" w="1063">
                  <a:moveTo>
                    <a:pt x="1064" y="961"/>
                  </a:moveTo>
                  <a:lnTo>
                    <a:pt x="0" y="0"/>
                  </a:lnTo>
                  <a:lnTo>
                    <a:pt x="0" y="961"/>
                  </a:lnTo>
                  <a:lnTo>
                    <a:pt x="1064" y="96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 name="Google Shape;221;p22"/>
          <p:cNvGrpSpPr/>
          <p:nvPr/>
        </p:nvGrpSpPr>
        <p:grpSpPr>
          <a:xfrm>
            <a:off x="4431210" y="2936777"/>
            <a:ext cx="295964" cy="295964"/>
            <a:chOff x="3099244" y="3771131"/>
            <a:chExt cx="263571" cy="263571"/>
          </a:xfrm>
        </p:grpSpPr>
        <p:pic>
          <p:nvPicPr>
            <p:cNvPr id="222" name="Google Shape;222;p22"/>
            <p:cNvPicPr preferRelativeResize="0"/>
            <p:nvPr/>
          </p:nvPicPr>
          <p:blipFill rotWithShape="1">
            <a:blip r:embed="rId4">
              <a:alphaModFix/>
            </a:blip>
            <a:srcRect b="0" l="0" r="0" t="0"/>
            <a:stretch/>
          </p:blipFill>
          <p:spPr>
            <a:xfrm>
              <a:off x="3099244" y="3771131"/>
              <a:ext cx="263571" cy="263571"/>
            </a:xfrm>
            <a:custGeom>
              <a:rect b="b" l="l" r="r" t="t"/>
              <a:pathLst>
                <a:path extrusionOk="0" h="263571" w="263571">
                  <a:moveTo>
                    <a:pt x="202" y="257"/>
                  </a:moveTo>
                  <a:lnTo>
                    <a:pt x="263773" y="257"/>
                  </a:lnTo>
                  <a:lnTo>
                    <a:pt x="263773" y="263829"/>
                  </a:lnTo>
                  <a:lnTo>
                    <a:pt x="202" y="263829"/>
                  </a:lnTo>
                  <a:close/>
                </a:path>
              </a:pathLst>
            </a:custGeom>
            <a:noFill/>
            <a:ln>
              <a:noFill/>
            </a:ln>
          </p:spPr>
        </p:pic>
        <p:sp>
          <p:nvSpPr>
            <p:cNvPr id="223" name="Google Shape;223;p22"/>
            <p:cNvSpPr/>
            <p:nvPr/>
          </p:nvSpPr>
          <p:spPr>
            <a:xfrm>
              <a:off x="3226888" y="3873376"/>
              <a:ext cx="1063" cy="961"/>
            </a:xfrm>
            <a:custGeom>
              <a:rect b="b" l="l" r="r" t="t"/>
              <a:pathLst>
                <a:path extrusionOk="0" h="961" w="1063">
                  <a:moveTo>
                    <a:pt x="1064" y="0"/>
                  </a:moveTo>
                  <a:lnTo>
                    <a:pt x="0" y="961"/>
                  </a:lnTo>
                  <a:lnTo>
                    <a:pt x="1064" y="961"/>
                  </a:lnTo>
                  <a:lnTo>
                    <a:pt x="1064" y="0"/>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 name="Google Shape;224;p22"/>
          <p:cNvGrpSpPr/>
          <p:nvPr/>
        </p:nvGrpSpPr>
        <p:grpSpPr>
          <a:xfrm>
            <a:off x="4431210" y="2668559"/>
            <a:ext cx="295964" cy="295964"/>
            <a:chOff x="3099244" y="3532269"/>
            <a:chExt cx="263571" cy="263571"/>
          </a:xfrm>
        </p:grpSpPr>
        <p:pic>
          <p:nvPicPr>
            <p:cNvPr id="225" name="Google Shape;225;p22"/>
            <p:cNvPicPr preferRelativeResize="0"/>
            <p:nvPr/>
          </p:nvPicPr>
          <p:blipFill rotWithShape="1">
            <a:blip r:embed="rId4">
              <a:alphaModFix/>
            </a:blip>
            <a:srcRect b="0" l="0" r="0" t="0"/>
            <a:stretch/>
          </p:blipFill>
          <p:spPr>
            <a:xfrm>
              <a:off x="3099244" y="3532269"/>
              <a:ext cx="263571" cy="263571"/>
            </a:xfrm>
            <a:custGeom>
              <a:rect b="b" l="l" r="r" t="t"/>
              <a:pathLst>
                <a:path extrusionOk="0" h="263571" w="263571">
                  <a:moveTo>
                    <a:pt x="202" y="237"/>
                  </a:moveTo>
                  <a:lnTo>
                    <a:pt x="263773" y="237"/>
                  </a:lnTo>
                  <a:lnTo>
                    <a:pt x="263773" y="263808"/>
                  </a:lnTo>
                  <a:lnTo>
                    <a:pt x="202" y="263808"/>
                  </a:lnTo>
                  <a:close/>
                </a:path>
              </a:pathLst>
            </a:custGeom>
            <a:noFill/>
            <a:ln>
              <a:noFill/>
            </a:ln>
          </p:spPr>
        </p:pic>
        <p:sp>
          <p:nvSpPr>
            <p:cNvPr id="226" name="Google Shape;226;p22"/>
            <p:cNvSpPr/>
            <p:nvPr/>
          </p:nvSpPr>
          <p:spPr>
            <a:xfrm>
              <a:off x="3226888" y="3633142"/>
              <a:ext cx="1063" cy="961"/>
            </a:xfrm>
            <a:custGeom>
              <a:rect b="b" l="l" r="r" t="t"/>
              <a:pathLst>
                <a:path extrusionOk="0" h="961" w="1063">
                  <a:moveTo>
                    <a:pt x="0" y="0"/>
                  </a:moveTo>
                  <a:lnTo>
                    <a:pt x="1064" y="961"/>
                  </a:lnTo>
                  <a:lnTo>
                    <a:pt x="1064" y="0"/>
                  </a:lnTo>
                  <a:lnTo>
                    <a:pt x="0" y="0"/>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 name="Google Shape;227;p22"/>
          <p:cNvGrpSpPr/>
          <p:nvPr/>
        </p:nvGrpSpPr>
        <p:grpSpPr>
          <a:xfrm>
            <a:off x="4431210" y="2668559"/>
            <a:ext cx="299047" cy="295964"/>
            <a:chOff x="3099244" y="3532269"/>
            <a:chExt cx="266317" cy="263571"/>
          </a:xfrm>
        </p:grpSpPr>
        <p:pic>
          <p:nvPicPr>
            <p:cNvPr id="228" name="Google Shape;228;p22"/>
            <p:cNvPicPr preferRelativeResize="0"/>
            <p:nvPr/>
          </p:nvPicPr>
          <p:blipFill rotWithShape="1">
            <a:blip r:embed="rId3">
              <a:alphaModFix/>
            </a:blip>
            <a:srcRect b="0" l="0" r="0" t="0"/>
            <a:stretch/>
          </p:blipFill>
          <p:spPr>
            <a:xfrm>
              <a:off x="3099244" y="3532269"/>
              <a:ext cx="266317" cy="263571"/>
            </a:xfrm>
            <a:custGeom>
              <a:rect b="b" l="l" r="r" t="t"/>
              <a:pathLst>
                <a:path extrusionOk="0" h="263571" w="266317">
                  <a:moveTo>
                    <a:pt x="201" y="237"/>
                  </a:moveTo>
                  <a:lnTo>
                    <a:pt x="266518" y="237"/>
                  </a:lnTo>
                  <a:lnTo>
                    <a:pt x="266518" y="263808"/>
                  </a:lnTo>
                  <a:lnTo>
                    <a:pt x="201" y="263808"/>
                  </a:lnTo>
                  <a:close/>
                </a:path>
              </a:pathLst>
            </a:custGeom>
            <a:noFill/>
            <a:ln>
              <a:noFill/>
            </a:ln>
          </p:spPr>
        </p:pic>
        <p:sp>
          <p:nvSpPr>
            <p:cNvPr id="229" name="Google Shape;229;p22"/>
            <p:cNvSpPr/>
            <p:nvPr/>
          </p:nvSpPr>
          <p:spPr>
            <a:xfrm>
              <a:off x="3227952" y="3633142"/>
              <a:ext cx="1063" cy="961"/>
            </a:xfrm>
            <a:custGeom>
              <a:rect b="b" l="l" r="r" t="t"/>
              <a:pathLst>
                <a:path extrusionOk="0" h="961" w="1063">
                  <a:moveTo>
                    <a:pt x="0" y="961"/>
                  </a:moveTo>
                  <a:lnTo>
                    <a:pt x="1064" y="0"/>
                  </a:lnTo>
                  <a:lnTo>
                    <a:pt x="0" y="0"/>
                  </a:lnTo>
                  <a:lnTo>
                    <a:pt x="0" y="96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0" name="Google Shape;230;p22"/>
          <p:cNvSpPr txBox="1"/>
          <p:nvPr/>
        </p:nvSpPr>
        <p:spPr>
          <a:xfrm>
            <a:off x="1377725" y="1343419"/>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231" name="Google Shape;231;p22"/>
          <p:cNvSpPr/>
          <p:nvPr/>
        </p:nvSpPr>
        <p:spPr>
          <a:xfrm rot="5400000">
            <a:off x="3887967" y="2231095"/>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22"/>
          <p:cNvSpPr/>
          <p:nvPr/>
        </p:nvSpPr>
        <p:spPr>
          <a:xfrm flipH="1" rot="5400000">
            <a:off x="3887967" y="2973457"/>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22"/>
          <p:cNvSpPr/>
          <p:nvPr/>
        </p:nvSpPr>
        <p:spPr>
          <a:xfrm flipH="1" rot="-5400000">
            <a:off x="4641542" y="2231095"/>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22"/>
          <p:cNvSpPr/>
          <p:nvPr/>
        </p:nvSpPr>
        <p:spPr>
          <a:xfrm rot="-5400000">
            <a:off x="4641542" y="2973457"/>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5" name="Google Shape;235;p22"/>
          <p:cNvGrpSpPr/>
          <p:nvPr/>
        </p:nvGrpSpPr>
        <p:grpSpPr>
          <a:xfrm>
            <a:off x="5380293" y="2250313"/>
            <a:ext cx="349675" cy="349675"/>
            <a:chOff x="1057325" y="2364825"/>
            <a:chExt cx="267950" cy="267950"/>
          </a:xfrm>
        </p:grpSpPr>
        <p:sp>
          <p:nvSpPr>
            <p:cNvPr id="236" name="Google Shape;236;p22"/>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2"/>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2"/>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2"/>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2"/>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2"/>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2"/>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2"/>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2"/>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22"/>
          <p:cNvGrpSpPr/>
          <p:nvPr/>
        </p:nvGrpSpPr>
        <p:grpSpPr>
          <a:xfrm>
            <a:off x="3440899" y="2250330"/>
            <a:ext cx="298388" cy="349642"/>
            <a:chOff x="2813050" y="2365425"/>
            <a:chExt cx="228650" cy="267925"/>
          </a:xfrm>
        </p:grpSpPr>
        <p:sp>
          <p:nvSpPr>
            <p:cNvPr id="248" name="Google Shape;248;p22"/>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2"/>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2"/>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2"/>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2"/>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2"/>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2"/>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2"/>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2"/>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2"/>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2"/>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2"/>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22"/>
          <p:cNvGrpSpPr/>
          <p:nvPr/>
        </p:nvGrpSpPr>
        <p:grpSpPr>
          <a:xfrm>
            <a:off x="4895177" y="3682863"/>
            <a:ext cx="352774" cy="349642"/>
            <a:chOff x="1633050" y="2792900"/>
            <a:chExt cx="270325" cy="267925"/>
          </a:xfrm>
        </p:grpSpPr>
        <p:sp>
          <p:nvSpPr>
            <p:cNvPr id="261" name="Google Shape;261;p22"/>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2"/>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22"/>
          <p:cNvGrpSpPr/>
          <p:nvPr/>
        </p:nvGrpSpPr>
        <p:grpSpPr>
          <a:xfrm>
            <a:off x="4888179" y="1805674"/>
            <a:ext cx="366770" cy="349512"/>
            <a:chOff x="1043625" y="2792850"/>
            <a:chExt cx="281050" cy="267825"/>
          </a:xfrm>
        </p:grpSpPr>
        <p:sp>
          <p:nvSpPr>
            <p:cNvPr id="265" name="Google Shape;265;p2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22"/>
          <p:cNvGrpSpPr/>
          <p:nvPr/>
        </p:nvGrpSpPr>
        <p:grpSpPr>
          <a:xfrm>
            <a:off x="3890225" y="1804532"/>
            <a:ext cx="349642" cy="351795"/>
            <a:chOff x="3372100" y="3220950"/>
            <a:chExt cx="267925" cy="269575"/>
          </a:xfrm>
        </p:grpSpPr>
        <p:sp>
          <p:nvSpPr>
            <p:cNvPr id="268" name="Google Shape;268;p22"/>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2"/>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2"/>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2"/>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2"/>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2"/>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2"/>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2"/>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22"/>
          <p:cNvGrpSpPr/>
          <p:nvPr/>
        </p:nvGrpSpPr>
        <p:grpSpPr>
          <a:xfrm>
            <a:off x="3410411" y="3258974"/>
            <a:ext cx="359364" cy="349609"/>
            <a:chOff x="2785975" y="3648425"/>
            <a:chExt cx="275375" cy="267900"/>
          </a:xfrm>
        </p:grpSpPr>
        <p:sp>
          <p:nvSpPr>
            <p:cNvPr id="279" name="Google Shape;279;p22"/>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2"/>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2"/>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2"/>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2"/>
          <p:cNvGrpSpPr/>
          <p:nvPr/>
        </p:nvGrpSpPr>
        <p:grpSpPr>
          <a:xfrm>
            <a:off x="5376672" y="3259349"/>
            <a:ext cx="356918" cy="348859"/>
            <a:chOff x="1052950" y="3649025"/>
            <a:chExt cx="273500" cy="267325"/>
          </a:xfrm>
        </p:grpSpPr>
        <p:sp>
          <p:nvSpPr>
            <p:cNvPr id="284" name="Google Shape;284;p22"/>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2"/>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2"/>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2"/>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2"/>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2"/>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22"/>
          <p:cNvGrpSpPr/>
          <p:nvPr/>
        </p:nvGrpSpPr>
        <p:grpSpPr>
          <a:xfrm>
            <a:off x="3889051" y="3695581"/>
            <a:ext cx="351991" cy="324206"/>
            <a:chOff x="2792225" y="3231075"/>
            <a:chExt cx="269725" cy="248434"/>
          </a:xfrm>
        </p:grpSpPr>
        <p:sp>
          <p:nvSpPr>
            <p:cNvPr id="291" name="Google Shape;291;p22"/>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2"/>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2"/>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2"/>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2"/>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2"/>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 name="Google Shape;297;p22"/>
          <p:cNvSpPr/>
          <p:nvPr/>
        </p:nvSpPr>
        <p:spPr>
          <a:xfrm>
            <a:off x="1076445" y="1468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2"/>
          <p:cNvSpPr txBox="1"/>
          <p:nvPr/>
        </p:nvSpPr>
        <p:spPr>
          <a:xfrm>
            <a:off x="1377725" y="2039419"/>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299" name="Google Shape;299;p22"/>
          <p:cNvSpPr/>
          <p:nvPr/>
        </p:nvSpPr>
        <p:spPr>
          <a:xfrm>
            <a:off x="1076445" y="2164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2"/>
          <p:cNvSpPr txBox="1"/>
          <p:nvPr/>
        </p:nvSpPr>
        <p:spPr>
          <a:xfrm>
            <a:off x="1377725" y="3304787"/>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301" name="Google Shape;301;p22"/>
          <p:cNvSpPr/>
          <p:nvPr/>
        </p:nvSpPr>
        <p:spPr>
          <a:xfrm>
            <a:off x="1076445" y="3429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2"/>
          <p:cNvSpPr txBox="1"/>
          <p:nvPr/>
        </p:nvSpPr>
        <p:spPr>
          <a:xfrm>
            <a:off x="1377725" y="4000787"/>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303" name="Google Shape;303;p22"/>
          <p:cNvSpPr/>
          <p:nvPr/>
        </p:nvSpPr>
        <p:spPr>
          <a:xfrm>
            <a:off x="1076445" y="4125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2"/>
          <p:cNvSpPr txBox="1"/>
          <p:nvPr/>
        </p:nvSpPr>
        <p:spPr>
          <a:xfrm>
            <a:off x="6397975" y="1343419"/>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planet with life</a:t>
            </a:r>
            <a:endParaRPr sz="1200">
              <a:solidFill>
                <a:schemeClr val="dk1"/>
              </a:solidFill>
              <a:latin typeface="Catamaran"/>
              <a:ea typeface="Catamaran"/>
              <a:cs typeface="Catamaran"/>
              <a:sym typeface="Catamaran"/>
            </a:endParaRPr>
          </a:p>
        </p:txBody>
      </p:sp>
      <p:sp>
        <p:nvSpPr>
          <p:cNvPr id="305" name="Google Shape;305;p22"/>
          <p:cNvSpPr/>
          <p:nvPr/>
        </p:nvSpPr>
        <p:spPr>
          <a:xfrm>
            <a:off x="7844495" y="1468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06" name="Google Shape;306;p22"/>
          <p:cNvSpPr txBox="1"/>
          <p:nvPr/>
        </p:nvSpPr>
        <p:spPr>
          <a:xfrm>
            <a:off x="6397975" y="2039419"/>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sp>
        <p:nvSpPr>
          <p:cNvPr id="307" name="Google Shape;307;p22"/>
          <p:cNvSpPr/>
          <p:nvPr/>
        </p:nvSpPr>
        <p:spPr>
          <a:xfrm>
            <a:off x="7844495" y="2164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08" name="Google Shape;308;p22"/>
          <p:cNvSpPr txBox="1"/>
          <p:nvPr/>
        </p:nvSpPr>
        <p:spPr>
          <a:xfrm>
            <a:off x="6397975" y="3304787"/>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a very small planet</a:t>
            </a:r>
            <a:endParaRPr sz="1200">
              <a:solidFill>
                <a:schemeClr val="dk1"/>
              </a:solidFill>
              <a:latin typeface="Catamaran"/>
              <a:ea typeface="Catamaran"/>
              <a:cs typeface="Catamaran"/>
              <a:sym typeface="Catamaran"/>
            </a:endParaRPr>
          </a:p>
        </p:txBody>
      </p:sp>
      <p:sp>
        <p:nvSpPr>
          <p:cNvPr id="309" name="Google Shape;309;p22"/>
          <p:cNvSpPr/>
          <p:nvPr/>
        </p:nvSpPr>
        <p:spPr>
          <a:xfrm>
            <a:off x="7844495" y="3429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10" name="Google Shape;310;p22"/>
          <p:cNvSpPr txBox="1"/>
          <p:nvPr/>
        </p:nvSpPr>
        <p:spPr>
          <a:xfrm>
            <a:off x="6397975" y="4000787"/>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Pluto is </a:t>
            </a:r>
            <a:r>
              <a:rPr lang="en" sz="1200">
                <a:solidFill>
                  <a:schemeClr val="dk1"/>
                </a:solidFill>
                <a:latin typeface="Catamaran"/>
                <a:ea typeface="Catamaran"/>
                <a:cs typeface="Catamaran"/>
                <a:sym typeface="Catamaran"/>
              </a:rPr>
              <a:t>now </a:t>
            </a:r>
            <a:r>
              <a:rPr lang="en" sz="1200">
                <a:solidFill>
                  <a:schemeClr val="dk1"/>
                </a:solidFill>
                <a:latin typeface="Catamaran"/>
                <a:ea typeface="Catamaran"/>
                <a:cs typeface="Catamaran"/>
                <a:sym typeface="Catamaran"/>
              </a:rPr>
              <a:t>a dwarf planet</a:t>
            </a:r>
            <a:endParaRPr sz="1200">
              <a:solidFill>
                <a:schemeClr val="dk1"/>
              </a:solidFill>
              <a:latin typeface="Catamaran"/>
              <a:ea typeface="Catamaran"/>
              <a:cs typeface="Catamaran"/>
              <a:sym typeface="Catamaran"/>
            </a:endParaRPr>
          </a:p>
        </p:txBody>
      </p:sp>
      <p:sp>
        <p:nvSpPr>
          <p:cNvPr id="311" name="Google Shape;311;p22"/>
          <p:cNvSpPr/>
          <p:nvPr/>
        </p:nvSpPr>
        <p:spPr>
          <a:xfrm>
            <a:off x="7844495" y="4125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grpSp>
        <p:nvGrpSpPr>
          <p:cNvPr id="316" name="Google Shape;316;p23"/>
          <p:cNvGrpSpPr/>
          <p:nvPr/>
        </p:nvGrpSpPr>
        <p:grpSpPr>
          <a:xfrm>
            <a:off x="5244544" y="1352766"/>
            <a:ext cx="3180818" cy="3191324"/>
            <a:chOff x="5243175" y="1352766"/>
            <a:chExt cx="3180818" cy="3191324"/>
          </a:xfrm>
        </p:grpSpPr>
        <p:sp>
          <p:nvSpPr>
            <p:cNvPr id="317" name="Google Shape;317;p23"/>
            <p:cNvSpPr/>
            <p:nvPr/>
          </p:nvSpPr>
          <p:spPr>
            <a:xfrm>
              <a:off x="5710658" y="3549717"/>
              <a:ext cx="2051219" cy="850354"/>
            </a:xfrm>
            <a:custGeom>
              <a:rect b="b" l="l" r="r" t="t"/>
              <a:pathLst>
                <a:path extrusionOk="0" h="615084" w="1483703">
                  <a:moveTo>
                    <a:pt x="1483704" y="366780"/>
                  </a:moveTo>
                  <a:lnTo>
                    <a:pt x="1117246" y="0"/>
                  </a:lnTo>
                  <a:lnTo>
                    <a:pt x="1117245" y="0"/>
                  </a:lnTo>
                  <a:cubicBezTo>
                    <a:pt x="934413" y="132160"/>
                    <a:pt x="687538" y="132160"/>
                    <a:pt x="504707" y="0"/>
                  </a:cubicBezTo>
                  <a:lnTo>
                    <a:pt x="504706" y="0"/>
                  </a:lnTo>
                  <a:lnTo>
                    <a:pt x="260126" y="244796"/>
                  </a:lnTo>
                  <a:cubicBezTo>
                    <a:pt x="241450" y="229397"/>
                    <a:pt x="223313" y="213361"/>
                    <a:pt x="205984" y="196488"/>
                  </a:cubicBezTo>
                  <a:lnTo>
                    <a:pt x="256367" y="146061"/>
                  </a:lnTo>
                  <a:lnTo>
                    <a:pt x="0" y="108692"/>
                  </a:lnTo>
                  <a:lnTo>
                    <a:pt x="37334" y="365286"/>
                  </a:lnTo>
                  <a:lnTo>
                    <a:pt x="80299" y="322284"/>
                  </a:lnTo>
                  <a:lnTo>
                    <a:pt x="84443" y="318136"/>
                  </a:lnTo>
                  <a:cubicBezTo>
                    <a:pt x="278383" y="508588"/>
                    <a:pt x="539275" y="615220"/>
                    <a:pt x="810973" y="615084"/>
                  </a:cubicBezTo>
                  <a:cubicBezTo>
                    <a:pt x="837128" y="615084"/>
                    <a:pt x="862969" y="613785"/>
                    <a:pt x="888645" y="611878"/>
                  </a:cubicBezTo>
                  <a:cubicBezTo>
                    <a:pt x="888598" y="611592"/>
                    <a:pt x="888568" y="611307"/>
                    <a:pt x="888523" y="611021"/>
                  </a:cubicBezTo>
                  <a:cubicBezTo>
                    <a:pt x="1107803" y="594963"/>
                    <a:pt x="1316273" y="509415"/>
                    <a:pt x="1483704" y="366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18" name="Google Shape;318;p23"/>
            <p:cNvSpPr/>
            <p:nvPr/>
          </p:nvSpPr>
          <p:spPr>
            <a:xfrm>
              <a:off x="7352270" y="1997112"/>
              <a:ext cx="936633" cy="2137333"/>
            </a:xfrm>
            <a:custGeom>
              <a:rect b="b" l="l" r="r" t="t"/>
              <a:pathLst>
                <a:path extrusionOk="0" h="1545991" w="677492">
                  <a:moveTo>
                    <a:pt x="655151" y="888545"/>
                  </a:moveTo>
                  <a:cubicBezTo>
                    <a:pt x="655442" y="887163"/>
                    <a:pt x="655744" y="885786"/>
                    <a:pt x="656029" y="884404"/>
                  </a:cubicBezTo>
                  <a:cubicBezTo>
                    <a:pt x="659241" y="868787"/>
                    <a:pt x="662095" y="853045"/>
                    <a:pt x="664593" y="837180"/>
                  </a:cubicBezTo>
                  <a:cubicBezTo>
                    <a:pt x="664916" y="835136"/>
                    <a:pt x="665232" y="833091"/>
                    <a:pt x="665541" y="831046"/>
                  </a:cubicBezTo>
                  <a:cubicBezTo>
                    <a:pt x="667910" y="815444"/>
                    <a:pt x="669936" y="799734"/>
                    <a:pt x="671621" y="783917"/>
                  </a:cubicBezTo>
                  <a:cubicBezTo>
                    <a:pt x="671846" y="781778"/>
                    <a:pt x="672039" y="779633"/>
                    <a:pt x="672251" y="777491"/>
                  </a:cubicBezTo>
                  <a:cubicBezTo>
                    <a:pt x="673839" y="761499"/>
                    <a:pt x="675122" y="745419"/>
                    <a:pt x="675978" y="729224"/>
                  </a:cubicBezTo>
                  <a:cubicBezTo>
                    <a:pt x="676063" y="727607"/>
                    <a:pt x="676103" y="725978"/>
                    <a:pt x="676183" y="724357"/>
                  </a:cubicBezTo>
                  <a:cubicBezTo>
                    <a:pt x="676998" y="707440"/>
                    <a:pt x="677492" y="690440"/>
                    <a:pt x="677492" y="673323"/>
                  </a:cubicBezTo>
                  <a:lnTo>
                    <a:pt x="677492" y="673321"/>
                  </a:lnTo>
                  <a:lnTo>
                    <a:pt x="677492" y="673321"/>
                  </a:lnTo>
                  <a:cubicBezTo>
                    <a:pt x="677840" y="426589"/>
                    <a:pt x="590209" y="187831"/>
                    <a:pt x="430363" y="0"/>
                  </a:cubicBezTo>
                  <a:lnTo>
                    <a:pt x="63906" y="366780"/>
                  </a:lnTo>
                  <a:cubicBezTo>
                    <a:pt x="217244" y="579360"/>
                    <a:pt x="189939" y="872666"/>
                    <a:pt x="0" y="1053233"/>
                  </a:cubicBezTo>
                  <a:lnTo>
                    <a:pt x="242726" y="1296179"/>
                  </a:lnTo>
                  <a:cubicBezTo>
                    <a:pt x="225242" y="1313180"/>
                    <a:pt x="207265" y="1329677"/>
                    <a:pt x="188411" y="1345173"/>
                  </a:cubicBezTo>
                  <a:lnTo>
                    <a:pt x="186866" y="1343630"/>
                  </a:lnTo>
                  <a:lnTo>
                    <a:pt x="132552" y="1289364"/>
                  </a:lnTo>
                  <a:lnTo>
                    <a:pt x="95443" y="1545992"/>
                  </a:lnTo>
                  <a:lnTo>
                    <a:pt x="351777" y="1508397"/>
                  </a:lnTo>
                  <a:lnTo>
                    <a:pt x="310360" y="1467015"/>
                  </a:lnTo>
                  <a:cubicBezTo>
                    <a:pt x="473182" y="1328903"/>
                    <a:pt x="589570" y="1143965"/>
                    <a:pt x="643707" y="937333"/>
                  </a:cubicBezTo>
                  <a:lnTo>
                    <a:pt x="643761" y="937136"/>
                  </a:lnTo>
                  <a:cubicBezTo>
                    <a:pt x="647947" y="921089"/>
                    <a:pt x="651743" y="904891"/>
                    <a:pt x="655151" y="8885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19" name="Google Shape;319;p23"/>
            <p:cNvSpPr/>
            <p:nvPr/>
          </p:nvSpPr>
          <p:spPr>
            <a:xfrm>
              <a:off x="5822505" y="1481738"/>
              <a:ext cx="2233542" cy="938791"/>
            </a:xfrm>
            <a:custGeom>
              <a:rect b="b" l="l" r="r" t="t"/>
              <a:pathLst>
                <a:path extrusionOk="0" h="679053" w="1615582">
                  <a:moveTo>
                    <a:pt x="1359216" y="543105"/>
                  </a:moveTo>
                  <a:lnTo>
                    <a:pt x="1615583" y="580473"/>
                  </a:lnTo>
                  <a:lnTo>
                    <a:pt x="1578249" y="323878"/>
                  </a:lnTo>
                  <a:lnTo>
                    <a:pt x="1535284" y="366882"/>
                  </a:lnTo>
                  <a:cubicBezTo>
                    <a:pt x="1338063" y="134161"/>
                    <a:pt x="1048590" y="-3"/>
                    <a:pt x="743699" y="0"/>
                  </a:cubicBezTo>
                  <a:lnTo>
                    <a:pt x="743699" y="955"/>
                  </a:lnTo>
                  <a:cubicBezTo>
                    <a:pt x="463636" y="617"/>
                    <a:pt x="195364" y="113761"/>
                    <a:pt x="0" y="314609"/>
                  </a:cubicBezTo>
                  <a:lnTo>
                    <a:pt x="364127" y="679054"/>
                  </a:lnTo>
                  <a:cubicBezTo>
                    <a:pt x="563299" y="469234"/>
                    <a:pt x="894701" y="460747"/>
                    <a:pt x="1104334" y="660097"/>
                  </a:cubicBezTo>
                  <a:cubicBezTo>
                    <a:pt x="1110808" y="666253"/>
                    <a:pt x="1117123" y="672574"/>
                    <a:pt x="1123274" y="679054"/>
                  </a:cubicBezTo>
                  <a:lnTo>
                    <a:pt x="1365958" y="436156"/>
                  </a:lnTo>
                  <a:cubicBezTo>
                    <a:pt x="1382421" y="453122"/>
                    <a:pt x="1398428" y="470537"/>
                    <a:pt x="1413483" y="4887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20" name="Google Shape;320;p23"/>
            <p:cNvSpPr/>
            <p:nvPr/>
          </p:nvSpPr>
          <p:spPr>
            <a:xfrm>
              <a:off x="6500425" y="135276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321" name="Google Shape;321;p23"/>
            <p:cNvSpPr/>
            <p:nvPr/>
          </p:nvSpPr>
          <p:spPr>
            <a:xfrm>
              <a:off x="6500425" y="3835790"/>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322" name="Google Shape;322;p23"/>
            <p:cNvSpPr/>
            <p:nvPr/>
          </p:nvSpPr>
          <p:spPr>
            <a:xfrm>
              <a:off x="7715693" y="258659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3</a:t>
              </a:r>
              <a:endParaRPr b="1" sz="2400">
                <a:solidFill>
                  <a:schemeClr val="dk1"/>
                </a:solidFill>
                <a:latin typeface="Inter"/>
                <a:ea typeface="Inter"/>
                <a:cs typeface="Inter"/>
                <a:sym typeface="Inter"/>
              </a:endParaRPr>
            </a:p>
          </p:txBody>
        </p:sp>
        <p:sp>
          <p:nvSpPr>
            <p:cNvPr id="323" name="Google Shape;323;p23"/>
            <p:cNvSpPr/>
            <p:nvPr/>
          </p:nvSpPr>
          <p:spPr>
            <a:xfrm>
              <a:off x="6415515" y="2509399"/>
              <a:ext cx="878400" cy="878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sp>
          <p:nvSpPr>
            <p:cNvPr id="324" name="Google Shape;324;p23"/>
            <p:cNvSpPr/>
            <p:nvPr/>
          </p:nvSpPr>
          <p:spPr>
            <a:xfrm rot="10444992">
              <a:off x="5387745" y="1872330"/>
              <a:ext cx="936541" cy="2137123"/>
            </a:xfrm>
            <a:custGeom>
              <a:rect b="b" l="l" r="r" t="t"/>
              <a:pathLst>
                <a:path extrusionOk="0" h="1545991" w="677492">
                  <a:moveTo>
                    <a:pt x="655151" y="888545"/>
                  </a:moveTo>
                  <a:cubicBezTo>
                    <a:pt x="655442" y="887163"/>
                    <a:pt x="655744" y="885786"/>
                    <a:pt x="656029" y="884404"/>
                  </a:cubicBezTo>
                  <a:cubicBezTo>
                    <a:pt x="659241" y="868787"/>
                    <a:pt x="662095" y="853045"/>
                    <a:pt x="664593" y="837180"/>
                  </a:cubicBezTo>
                  <a:cubicBezTo>
                    <a:pt x="664916" y="835136"/>
                    <a:pt x="665232" y="833091"/>
                    <a:pt x="665541" y="831046"/>
                  </a:cubicBezTo>
                  <a:cubicBezTo>
                    <a:pt x="667910" y="815444"/>
                    <a:pt x="669936" y="799734"/>
                    <a:pt x="671621" y="783917"/>
                  </a:cubicBezTo>
                  <a:cubicBezTo>
                    <a:pt x="671846" y="781778"/>
                    <a:pt x="672039" y="779633"/>
                    <a:pt x="672251" y="777491"/>
                  </a:cubicBezTo>
                  <a:cubicBezTo>
                    <a:pt x="673839" y="761499"/>
                    <a:pt x="675122" y="745419"/>
                    <a:pt x="675978" y="729224"/>
                  </a:cubicBezTo>
                  <a:cubicBezTo>
                    <a:pt x="676063" y="727607"/>
                    <a:pt x="676103" y="725978"/>
                    <a:pt x="676183" y="724357"/>
                  </a:cubicBezTo>
                  <a:cubicBezTo>
                    <a:pt x="676998" y="707440"/>
                    <a:pt x="677492" y="690440"/>
                    <a:pt x="677492" y="673323"/>
                  </a:cubicBezTo>
                  <a:lnTo>
                    <a:pt x="677492" y="673321"/>
                  </a:lnTo>
                  <a:lnTo>
                    <a:pt x="677492" y="673321"/>
                  </a:lnTo>
                  <a:cubicBezTo>
                    <a:pt x="677840" y="426589"/>
                    <a:pt x="590209" y="187831"/>
                    <a:pt x="430363" y="0"/>
                  </a:cubicBezTo>
                  <a:lnTo>
                    <a:pt x="63906" y="366780"/>
                  </a:lnTo>
                  <a:cubicBezTo>
                    <a:pt x="217244" y="579360"/>
                    <a:pt x="189939" y="872666"/>
                    <a:pt x="0" y="1053233"/>
                  </a:cubicBezTo>
                  <a:lnTo>
                    <a:pt x="242726" y="1296179"/>
                  </a:lnTo>
                  <a:cubicBezTo>
                    <a:pt x="225242" y="1313180"/>
                    <a:pt x="207265" y="1329677"/>
                    <a:pt x="188411" y="1345173"/>
                  </a:cubicBezTo>
                  <a:lnTo>
                    <a:pt x="186866" y="1343630"/>
                  </a:lnTo>
                  <a:lnTo>
                    <a:pt x="132552" y="1289364"/>
                  </a:lnTo>
                  <a:lnTo>
                    <a:pt x="95443" y="1545992"/>
                  </a:lnTo>
                  <a:lnTo>
                    <a:pt x="351777" y="1508397"/>
                  </a:lnTo>
                  <a:lnTo>
                    <a:pt x="310360" y="1467015"/>
                  </a:lnTo>
                  <a:cubicBezTo>
                    <a:pt x="473182" y="1328903"/>
                    <a:pt x="589570" y="1143965"/>
                    <a:pt x="643707" y="937333"/>
                  </a:cubicBezTo>
                  <a:lnTo>
                    <a:pt x="643761" y="937136"/>
                  </a:lnTo>
                  <a:cubicBezTo>
                    <a:pt x="647947" y="921089"/>
                    <a:pt x="651743" y="904891"/>
                    <a:pt x="655151" y="88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25" name="Google Shape;325;p23"/>
            <p:cNvSpPr/>
            <p:nvPr/>
          </p:nvSpPr>
          <p:spPr>
            <a:xfrm>
              <a:off x="5243175" y="258659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grpSp>
      <p:sp>
        <p:nvSpPr>
          <p:cNvPr id="326" name="Google Shape;326;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sp>
        <p:nvSpPr>
          <p:cNvPr id="327" name="Google Shape;327;p23"/>
          <p:cNvSpPr/>
          <p:nvPr/>
        </p:nvSpPr>
        <p:spPr>
          <a:xfrm>
            <a:off x="719444" y="1621262"/>
            <a:ext cx="921655" cy="654334"/>
          </a:xfrm>
          <a:custGeom>
            <a:rect b="b" l="l" r="r" t="t"/>
            <a:pathLst>
              <a:path extrusionOk="0" h="1010555" w="760128">
                <a:moveTo>
                  <a:pt x="0" y="0"/>
                </a:moveTo>
                <a:lnTo>
                  <a:pt x="760129" y="0"/>
                </a:lnTo>
                <a:lnTo>
                  <a:pt x="760129" y="1010555"/>
                </a:lnTo>
                <a:lnTo>
                  <a:pt x="0" y="1010555"/>
                </a:lnTo>
                <a:close/>
              </a:path>
            </a:pathLst>
          </a:custGeom>
          <a:solidFill>
            <a:schemeClr val="accent1"/>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sp>
        <p:nvSpPr>
          <p:cNvPr id="328" name="Google Shape;328;p23"/>
          <p:cNvSpPr/>
          <p:nvPr/>
        </p:nvSpPr>
        <p:spPr>
          <a:xfrm>
            <a:off x="788461" y="2180983"/>
            <a:ext cx="782006"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29" name="Google Shape;329;p23"/>
          <p:cNvSpPr/>
          <p:nvPr/>
        </p:nvSpPr>
        <p:spPr>
          <a:xfrm>
            <a:off x="718638" y="3399699"/>
            <a:ext cx="921655" cy="654334"/>
          </a:xfrm>
          <a:custGeom>
            <a:rect b="b" l="l" r="r" t="t"/>
            <a:pathLst>
              <a:path extrusionOk="0" h="1010555" w="760128">
                <a:moveTo>
                  <a:pt x="0" y="0"/>
                </a:moveTo>
                <a:lnTo>
                  <a:pt x="760130" y="0"/>
                </a:lnTo>
                <a:lnTo>
                  <a:pt x="760130" y="1010555"/>
                </a:lnTo>
                <a:lnTo>
                  <a:pt x="1" y="1010555"/>
                </a:lnTo>
                <a:close/>
              </a:path>
            </a:pathLst>
          </a:custGeom>
          <a:solidFill>
            <a:schemeClr val="dk2"/>
          </a:solidFill>
          <a:ln>
            <a:noFill/>
          </a:ln>
        </p:spPr>
        <p:txBody>
          <a:bodyPr anchorCtr="0" anchor="b" bIns="182875" lIns="91425" spcFirstLastPara="1" rIns="91425" wrap="square" tIns="45700">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330" name="Google Shape;330;p23"/>
          <p:cNvSpPr/>
          <p:nvPr/>
        </p:nvSpPr>
        <p:spPr>
          <a:xfrm>
            <a:off x="787655" y="3950176"/>
            <a:ext cx="782006" cy="16564"/>
          </a:xfrm>
          <a:custGeom>
            <a:rect b="b" l="l" r="r" t="t"/>
            <a:pathLst>
              <a:path extrusionOk="0" h="13661" w="644953">
                <a:moveTo>
                  <a:pt x="0" y="0"/>
                </a:moveTo>
                <a:lnTo>
                  <a:pt x="644954"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31" name="Google Shape;331;p23"/>
          <p:cNvSpPr/>
          <p:nvPr/>
        </p:nvSpPr>
        <p:spPr>
          <a:xfrm>
            <a:off x="2999138" y="1621262"/>
            <a:ext cx="921655" cy="654334"/>
          </a:xfrm>
          <a:custGeom>
            <a:rect b="b" l="l" r="r" t="t"/>
            <a:pathLst>
              <a:path extrusionOk="0" h="1010555" w="760128">
                <a:moveTo>
                  <a:pt x="0" y="0"/>
                </a:moveTo>
                <a:lnTo>
                  <a:pt x="760130" y="0"/>
                </a:lnTo>
                <a:lnTo>
                  <a:pt x="760130" y="1010555"/>
                </a:lnTo>
                <a:lnTo>
                  <a:pt x="0" y="1010555"/>
                </a:lnTo>
                <a:close/>
              </a:path>
            </a:pathLst>
          </a:custGeom>
          <a:solidFill>
            <a:schemeClr val="accent2"/>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accent4"/>
                </a:solidFill>
                <a:latin typeface="Inter"/>
                <a:ea typeface="Inter"/>
                <a:cs typeface="Inter"/>
                <a:sym typeface="Inter"/>
              </a:rPr>
              <a:t>3</a:t>
            </a:r>
            <a:endParaRPr b="1" sz="2400">
              <a:solidFill>
                <a:schemeClr val="accent4"/>
              </a:solidFill>
              <a:latin typeface="Inter"/>
              <a:ea typeface="Inter"/>
              <a:cs typeface="Inter"/>
              <a:sym typeface="Inter"/>
            </a:endParaRPr>
          </a:p>
        </p:txBody>
      </p:sp>
      <p:sp>
        <p:nvSpPr>
          <p:cNvPr id="332" name="Google Shape;332;p23"/>
          <p:cNvSpPr/>
          <p:nvPr/>
        </p:nvSpPr>
        <p:spPr>
          <a:xfrm>
            <a:off x="3068153" y="2179099"/>
            <a:ext cx="782006" cy="16564"/>
          </a:xfrm>
          <a:custGeom>
            <a:rect b="b" l="l" r="r" t="t"/>
            <a:pathLst>
              <a:path extrusionOk="0" h="13661" w="644953">
                <a:moveTo>
                  <a:pt x="0" y="0"/>
                </a:moveTo>
                <a:lnTo>
                  <a:pt x="644954" y="0"/>
                </a:lnTo>
              </a:path>
            </a:pathLst>
          </a:custGeom>
          <a:noFill/>
          <a:ln cap="flat" cmpd="sng" w="13625">
            <a:solidFill>
              <a:schemeClr val="accent4"/>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33" name="Google Shape;333;p23"/>
          <p:cNvSpPr/>
          <p:nvPr/>
        </p:nvSpPr>
        <p:spPr>
          <a:xfrm>
            <a:off x="2995030" y="3399699"/>
            <a:ext cx="921658" cy="654334"/>
          </a:xfrm>
          <a:custGeom>
            <a:rect b="b" l="l" r="r" t="t"/>
            <a:pathLst>
              <a:path extrusionOk="0" h="1010555" w="760130">
                <a:moveTo>
                  <a:pt x="0" y="0"/>
                </a:moveTo>
                <a:lnTo>
                  <a:pt x="760130" y="0"/>
                </a:lnTo>
                <a:lnTo>
                  <a:pt x="760130" y="1010555"/>
                </a:lnTo>
                <a:lnTo>
                  <a:pt x="0" y="1010555"/>
                </a:lnTo>
                <a:close/>
              </a:path>
            </a:pathLst>
          </a:custGeom>
          <a:solidFill>
            <a:schemeClr val="lt2"/>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334" name="Google Shape;334;p23"/>
          <p:cNvSpPr/>
          <p:nvPr/>
        </p:nvSpPr>
        <p:spPr>
          <a:xfrm>
            <a:off x="3064047" y="3948292"/>
            <a:ext cx="782006" cy="16564"/>
          </a:xfrm>
          <a:custGeom>
            <a:rect b="b" l="l" r="r" t="t"/>
            <a:pathLst>
              <a:path extrusionOk="0" h="13661" w="644953">
                <a:moveTo>
                  <a:pt x="0" y="0"/>
                </a:moveTo>
                <a:lnTo>
                  <a:pt x="644954"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grpSp>
        <p:nvGrpSpPr>
          <p:cNvPr id="335" name="Google Shape;335;p23"/>
          <p:cNvGrpSpPr/>
          <p:nvPr/>
        </p:nvGrpSpPr>
        <p:grpSpPr>
          <a:xfrm>
            <a:off x="3280260" y="1174599"/>
            <a:ext cx="351208" cy="349642"/>
            <a:chOff x="6266150" y="2792900"/>
            <a:chExt cx="269125" cy="267925"/>
          </a:xfrm>
        </p:grpSpPr>
        <p:sp>
          <p:nvSpPr>
            <p:cNvPr id="336" name="Google Shape;336;p23"/>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23"/>
          <p:cNvGrpSpPr/>
          <p:nvPr/>
        </p:nvGrpSpPr>
        <p:grpSpPr>
          <a:xfrm>
            <a:off x="3276915" y="2943776"/>
            <a:ext cx="350425" cy="349675"/>
            <a:chOff x="6264975" y="3220950"/>
            <a:chExt cx="268525" cy="267950"/>
          </a:xfrm>
        </p:grpSpPr>
        <p:sp>
          <p:nvSpPr>
            <p:cNvPr id="345" name="Google Shape;345;p23"/>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3"/>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3"/>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23"/>
          <p:cNvGrpSpPr/>
          <p:nvPr/>
        </p:nvGrpSpPr>
        <p:grpSpPr>
          <a:xfrm>
            <a:off x="1010876" y="1174159"/>
            <a:ext cx="308469" cy="350523"/>
            <a:chOff x="3387575" y="4075825"/>
            <a:chExt cx="236375" cy="268600"/>
          </a:xfrm>
        </p:grpSpPr>
        <p:sp>
          <p:nvSpPr>
            <p:cNvPr id="353" name="Google Shape;353;p23"/>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23"/>
          <p:cNvGrpSpPr/>
          <p:nvPr/>
        </p:nvGrpSpPr>
        <p:grpSpPr>
          <a:xfrm>
            <a:off x="1008741" y="2943385"/>
            <a:ext cx="349675" cy="350458"/>
            <a:chOff x="6266150" y="4076475"/>
            <a:chExt cx="267950" cy="268550"/>
          </a:xfrm>
        </p:grpSpPr>
        <p:sp>
          <p:nvSpPr>
            <p:cNvPr id="357" name="Google Shape;357;p23"/>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3"/>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3"/>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23"/>
          <p:cNvSpPr txBox="1"/>
          <p:nvPr/>
        </p:nvSpPr>
        <p:spPr>
          <a:xfrm>
            <a:off x="1652894" y="1621279"/>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362" name="Google Shape;362;p23"/>
          <p:cNvSpPr txBox="1"/>
          <p:nvPr/>
        </p:nvSpPr>
        <p:spPr>
          <a:xfrm>
            <a:off x="1652894" y="339971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sp>
        <p:nvSpPr>
          <p:cNvPr id="363" name="Google Shape;363;p23"/>
          <p:cNvSpPr txBox="1"/>
          <p:nvPr/>
        </p:nvSpPr>
        <p:spPr>
          <a:xfrm>
            <a:off x="3930069" y="339971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364" name="Google Shape;364;p23"/>
          <p:cNvSpPr txBox="1"/>
          <p:nvPr/>
        </p:nvSpPr>
        <p:spPr>
          <a:xfrm>
            <a:off x="3930069" y="1621279"/>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grpSp>
        <p:nvGrpSpPr>
          <p:cNvPr id="365" name="Google Shape;365;p23"/>
          <p:cNvGrpSpPr/>
          <p:nvPr/>
        </p:nvGrpSpPr>
        <p:grpSpPr>
          <a:xfrm>
            <a:off x="6640785" y="2739708"/>
            <a:ext cx="462430" cy="428894"/>
            <a:chOff x="-62511900" y="4129100"/>
            <a:chExt cx="304050" cy="282000"/>
          </a:xfrm>
        </p:grpSpPr>
        <p:sp>
          <p:nvSpPr>
            <p:cNvPr id="366" name="Google Shape;366;p2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23"/>
          <p:cNvSpPr txBox="1"/>
          <p:nvPr/>
        </p:nvSpPr>
        <p:spPr>
          <a:xfrm>
            <a:off x="721369" y="2391888"/>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Completed</a:t>
            </a:r>
            <a:endParaRPr sz="1200">
              <a:solidFill>
                <a:schemeClr val="dk1"/>
              </a:solidFill>
              <a:latin typeface="Figtree"/>
              <a:ea typeface="Figtree"/>
              <a:cs typeface="Figtree"/>
              <a:sym typeface="Figtree"/>
            </a:endParaRPr>
          </a:p>
        </p:txBody>
      </p:sp>
      <p:sp>
        <p:nvSpPr>
          <p:cNvPr id="372" name="Google Shape;372;p23"/>
          <p:cNvSpPr txBox="1"/>
          <p:nvPr/>
        </p:nvSpPr>
        <p:spPr>
          <a:xfrm>
            <a:off x="2995419" y="2391888"/>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
        <p:nvSpPr>
          <p:cNvPr id="373" name="Google Shape;373;p23"/>
          <p:cNvSpPr txBox="1"/>
          <p:nvPr/>
        </p:nvSpPr>
        <p:spPr>
          <a:xfrm>
            <a:off x="721369" y="4168354"/>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
        <p:nvSpPr>
          <p:cNvPr id="374" name="Google Shape;374;p23"/>
          <p:cNvSpPr txBox="1"/>
          <p:nvPr/>
        </p:nvSpPr>
        <p:spPr>
          <a:xfrm>
            <a:off x="2995419" y="4168354"/>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24"/>
          <p:cNvSpPr/>
          <p:nvPr/>
        </p:nvSpPr>
        <p:spPr>
          <a:xfrm>
            <a:off x="5499526" y="3181256"/>
            <a:ext cx="1642185" cy="195824"/>
          </a:xfrm>
          <a:custGeom>
            <a:rect b="b" l="l" r="r" t="t"/>
            <a:pathLst>
              <a:path extrusionOk="0" h="142677" w="1138430">
                <a:moveTo>
                  <a:pt x="0" y="0"/>
                </a:moveTo>
                <a:lnTo>
                  <a:pt x="1138431" y="0"/>
                </a:lnTo>
                <a:lnTo>
                  <a:pt x="1138431" y="142677"/>
                </a:lnTo>
                <a:lnTo>
                  <a:pt x="0" y="14267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3300">
              <a:latin typeface="Inter"/>
              <a:ea typeface="Inter"/>
              <a:cs typeface="Inter"/>
              <a:sym typeface="Inter"/>
            </a:endParaRPr>
          </a:p>
        </p:txBody>
      </p:sp>
      <p:sp>
        <p:nvSpPr>
          <p:cNvPr id="381" name="Google Shape;381;p24"/>
          <p:cNvSpPr/>
          <p:nvPr/>
        </p:nvSpPr>
        <p:spPr>
          <a:xfrm>
            <a:off x="3709352" y="3181256"/>
            <a:ext cx="1790184" cy="195824"/>
          </a:xfrm>
          <a:custGeom>
            <a:rect b="b" l="l" r="r" t="t"/>
            <a:pathLst>
              <a:path extrusionOk="0" h="142677" w="1138432">
                <a:moveTo>
                  <a:pt x="0" y="0"/>
                </a:moveTo>
                <a:lnTo>
                  <a:pt x="1138432" y="0"/>
                </a:lnTo>
                <a:lnTo>
                  <a:pt x="1138432" y="142677"/>
                </a:lnTo>
                <a:lnTo>
                  <a:pt x="0" y="1426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4"/>
          <p:cNvSpPr/>
          <p:nvPr/>
        </p:nvSpPr>
        <p:spPr>
          <a:xfrm>
            <a:off x="1998852" y="3181256"/>
            <a:ext cx="1710493" cy="195824"/>
          </a:xfrm>
          <a:custGeom>
            <a:rect b="b" l="l" r="r" t="t"/>
            <a:pathLst>
              <a:path extrusionOk="0" h="142677" w="1138431">
                <a:moveTo>
                  <a:pt x="0" y="0"/>
                </a:moveTo>
                <a:lnTo>
                  <a:pt x="1138432" y="0"/>
                </a:lnTo>
                <a:lnTo>
                  <a:pt x="1138432" y="142677"/>
                </a:lnTo>
                <a:lnTo>
                  <a:pt x="0" y="14267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4"/>
          <p:cNvSpPr/>
          <p:nvPr/>
        </p:nvSpPr>
        <p:spPr>
          <a:xfrm>
            <a:off x="1414939" y="2533777"/>
            <a:ext cx="1280995" cy="843497"/>
          </a:xfrm>
          <a:custGeom>
            <a:rect b="b" l="l" r="r" t="t"/>
            <a:pathLst>
              <a:path extrusionOk="0" h="614570" w="933330">
                <a:moveTo>
                  <a:pt x="784031" y="0"/>
                </a:moveTo>
                <a:lnTo>
                  <a:pt x="634731" y="186536"/>
                </a:lnTo>
                <a:lnTo>
                  <a:pt x="712756" y="186536"/>
                </a:lnTo>
                <a:cubicBezTo>
                  <a:pt x="712647" y="344135"/>
                  <a:pt x="584914" y="471804"/>
                  <a:pt x="427456" y="471695"/>
                </a:cubicBezTo>
                <a:cubicBezTo>
                  <a:pt x="270152" y="471587"/>
                  <a:pt x="142659" y="343980"/>
                  <a:pt x="142551" y="186536"/>
                </a:cubicBezTo>
                <a:cubicBezTo>
                  <a:pt x="142496" y="147137"/>
                  <a:pt x="110541" y="115242"/>
                  <a:pt x="71177" y="115296"/>
                </a:cubicBezTo>
                <a:cubicBezTo>
                  <a:pt x="31889" y="115351"/>
                  <a:pt x="54" y="147214"/>
                  <a:pt x="0" y="186536"/>
                </a:cubicBezTo>
                <a:cubicBezTo>
                  <a:pt x="0" y="422933"/>
                  <a:pt x="191467" y="614570"/>
                  <a:pt x="427653" y="614570"/>
                </a:cubicBezTo>
                <a:cubicBezTo>
                  <a:pt x="663840" y="614570"/>
                  <a:pt x="855306" y="422933"/>
                  <a:pt x="855306" y="186536"/>
                </a:cubicBezTo>
                <a:lnTo>
                  <a:pt x="933330" y="1865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24"/>
          <p:cNvSpPr/>
          <p:nvPr/>
        </p:nvSpPr>
        <p:spPr>
          <a:xfrm>
            <a:off x="1306142" y="2178175"/>
            <a:ext cx="1280994" cy="843497"/>
          </a:xfrm>
          <a:custGeom>
            <a:rect b="b" l="l" r="r" t="t"/>
            <a:pathLst>
              <a:path extrusionOk="0" h="614570" w="933329">
                <a:moveTo>
                  <a:pt x="149299" y="614571"/>
                </a:moveTo>
                <a:lnTo>
                  <a:pt x="298599" y="428034"/>
                </a:lnTo>
                <a:lnTo>
                  <a:pt x="220574" y="428034"/>
                </a:lnTo>
                <a:cubicBezTo>
                  <a:pt x="220901" y="270436"/>
                  <a:pt x="348811" y="142943"/>
                  <a:pt x="506268" y="143270"/>
                </a:cubicBezTo>
                <a:cubicBezTo>
                  <a:pt x="663264" y="143596"/>
                  <a:pt x="790454" y="270898"/>
                  <a:pt x="790779" y="428034"/>
                </a:cubicBezTo>
                <a:cubicBezTo>
                  <a:pt x="790725" y="467433"/>
                  <a:pt x="822592" y="499417"/>
                  <a:pt x="861956" y="499471"/>
                </a:cubicBezTo>
                <a:cubicBezTo>
                  <a:pt x="901320" y="499526"/>
                  <a:pt x="933275" y="467631"/>
                  <a:pt x="933330" y="428231"/>
                </a:cubicBezTo>
                <a:cubicBezTo>
                  <a:pt x="933330" y="428165"/>
                  <a:pt x="933330" y="428100"/>
                  <a:pt x="933330" y="428034"/>
                </a:cubicBezTo>
                <a:cubicBezTo>
                  <a:pt x="933330" y="191637"/>
                  <a:pt x="741863" y="0"/>
                  <a:pt x="505676" y="0"/>
                </a:cubicBezTo>
                <a:cubicBezTo>
                  <a:pt x="269490" y="0"/>
                  <a:pt x="78023" y="191637"/>
                  <a:pt x="78023" y="428034"/>
                </a:cubicBezTo>
                <a:lnTo>
                  <a:pt x="0" y="4280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24"/>
          <p:cNvSpPr/>
          <p:nvPr/>
        </p:nvSpPr>
        <p:spPr>
          <a:xfrm>
            <a:off x="1684501" y="2460134"/>
            <a:ext cx="628829" cy="629387"/>
          </a:xfrm>
          <a:custGeom>
            <a:rect b="b" l="l" r="r" t="t"/>
            <a:pathLst>
              <a:path extrusionOk="0" h="458570" w="458163">
                <a:moveTo>
                  <a:pt x="458163" y="229285"/>
                </a:moveTo>
                <a:cubicBezTo>
                  <a:pt x="458163" y="355916"/>
                  <a:pt x="355600" y="458571"/>
                  <a:pt x="229081" y="458571"/>
                </a:cubicBezTo>
                <a:cubicBezTo>
                  <a:pt x="102563" y="458571"/>
                  <a:pt x="0" y="355916"/>
                  <a:pt x="0" y="229285"/>
                </a:cubicBezTo>
                <a:cubicBezTo>
                  <a:pt x="0" y="102655"/>
                  <a:pt x="102563" y="0"/>
                  <a:pt x="229081" y="0"/>
                </a:cubicBezTo>
                <a:cubicBezTo>
                  <a:pt x="355600"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4"/>
          <p:cNvSpPr/>
          <p:nvPr/>
        </p:nvSpPr>
        <p:spPr>
          <a:xfrm>
            <a:off x="3124165" y="2533777"/>
            <a:ext cx="1280994" cy="843497"/>
          </a:xfrm>
          <a:custGeom>
            <a:rect b="b" l="l" r="r" t="t"/>
            <a:pathLst>
              <a:path extrusionOk="0" h="614570" w="933329">
                <a:moveTo>
                  <a:pt x="784032" y="0"/>
                </a:moveTo>
                <a:lnTo>
                  <a:pt x="634733" y="186536"/>
                </a:lnTo>
                <a:lnTo>
                  <a:pt x="712756" y="186536"/>
                </a:lnTo>
                <a:cubicBezTo>
                  <a:pt x="712756" y="344134"/>
                  <a:pt x="585111" y="471892"/>
                  <a:pt x="427654" y="471892"/>
                </a:cubicBezTo>
                <a:cubicBezTo>
                  <a:pt x="270196" y="471892"/>
                  <a:pt x="142551" y="344134"/>
                  <a:pt x="142551" y="186536"/>
                </a:cubicBezTo>
                <a:cubicBezTo>
                  <a:pt x="142551" y="147137"/>
                  <a:pt x="110640" y="115197"/>
                  <a:pt x="71276" y="115197"/>
                </a:cubicBezTo>
                <a:cubicBezTo>
                  <a:pt x="31911" y="115197"/>
                  <a:pt x="0" y="147137"/>
                  <a:pt x="0" y="186536"/>
                </a:cubicBezTo>
                <a:cubicBezTo>
                  <a:pt x="0" y="422933"/>
                  <a:pt x="191467" y="614571"/>
                  <a:pt x="427654" y="614571"/>
                </a:cubicBezTo>
                <a:cubicBezTo>
                  <a:pt x="663840" y="614571"/>
                  <a:pt x="855307" y="422933"/>
                  <a:pt x="855307" y="186536"/>
                </a:cubicBezTo>
                <a:lnTo>
                  <a:pt x="933330" y="18653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4"/>
          <p:cNvSpPr/>
          <p:nvPr/>
        </p:nvSpPr>
        <p:spPr>
          <a:xfrm>
            <a:off x="3015371" y="2178174"/>
            <a:ext cx="1280994" cy="843497"/>
          </a:xfrm>
          <a:custGeom>
            <a:rect b="b" l="l" r="r" t="t"/>
            <a:pathLst>
              <a:path extrusionOk="0" h="614570" w="933329">
                <a:moveTo>
                  <a:pt x="149299" y="614571"/>
                </a:moveTo>
                <a:lnTo>
                  <a:pt x="298598" y="428035"/>
                </a:lnTo>
                <a:lnTo>
                  <a:pt x="220574" y="428035"/>
                </a:lnTo>
                <a:cubicBezTo>
                  <a:pt x="220574" y="270437"/>
                  <a:pt x="348218" y="142679"/>
                  <a:pt x="505676" y="142679"/>
                </a:cubicBezTo>
                <a:cubicBezTo>
                  <a:pt x="663134" y="142679"/>
                  <a:pt x="790778" y="270437"/>
                  <a:pt x="790778" y="428035"/>
                </a:cubicBezTo>
                <a:cubicBezTo>
                  <a:pt x="790778" y="467434"/>
                  <a:pt x="822689" y="499374"/>
                  <a:pt x="862054" y="499374"/>
                </a:cubicBezTo>
                <a:cubicBezTo>
                  <a:pt x="901419" y="499374"/>
                  <a:pt x="933330" y="467434"/>
                  <a:pt x="933330" y="428035"/>
                </a:cubicBezTo>
                <a:cubicBezTo>
                  <a:pt x="933330" y="191638"/>
                  <a:pt x="741862" y="0"/>
                  <a:pt x="505676" y="0"/>
                </a:cubicBezTo>
                <a:cubicBezTo>
                  <a:pt x="269489" y="0"/>
                  <a:pt x="78022" y="191638"/>
                  <a:pt x="78022" y="428035"/>
                </a:cubicBezTo>
                <a:lnTo>
                  <a:pt x="0" y="42803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4"/>
          <p:cNvSpPr/>
          <p:nvPr/>
        </p:nvSpPr>
        <p:spPr>
          <a:xfrm>
            <a:off x="3393725" y="2460134"/>
            <a:ext cx="628827" cy="629387"/>
          </a:xfrm>
          <a:custGeom>
            <a:rect b="b" l="l" r="r" t="t"/>
            <a:pathLst>
              <a:path extrusionOk="0" h="458570" w="458162">
                <a:moveTo>
                  <a:pt x="458163" y="229285"/>
                </a:moveTo>
                <a:cubicBezTo>
                  <a:pt x="458163" y="355916"/>
                  <a:pt x="355600" y="458570"/>
                  <a:pt x="229082" y="458570"/>
                </a:cubicBezTo>
                <a:cubicBezTo>
                  <a:pt x="102563" y="458570"/>
                  <a:pt x="0" y="355916"/>
                  <a:pt x="0" y="229285"/>
                </a:cubicBezTo>
                <a:cubicBezTo>
                  <a:pt x="0" y="102655"/>
                  <a:pt x="102563" y="0"/>
                  <a:pt x="229082" y="0"/>
                </a:cubicBezTo>
                <a:cubicBezTo>
                  <a:pt x="355600"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24"/>
          <p:cNvSpPr/>
          <p:nvPr/>
        </p:nvSpPr>
        <p:spPr>
          <a:xfrm>
            <a:off x="4842633" y="2533777"/>
            <a:ext cx="1280993" cy="843165"/>
          </a:xfrm>
          <a:custGeom>
            <a:rect b="b" l="l" r="r" t="t"/>
            <a:pathLst>
              <a:path extrusionOk="0" h="614328" w="933328">
                <a:moveTo>
                  <a:pt x="784031" y="0"/>
                </a:moveTo>
                <a:lnTo>
                  <a:pt x="634730" y="186536"/>
                </a:lnTo>
                <a:lnTo>
                  <a:pt x="712756" y="186536"/>
                </a:lnTo>
                <a:cubicBezTo>
                  <a:pt x="712429" y="344135"/>
                  <a:pt x="584519" y="471628"/>
                  <a:pt x="427061" y="471301"/>
                </a:cubicBezTo>
                <a:cubicBezTo>
                  <a:pt x="270065" y="470975"/>
                  <a:pt x="142876" y="343672"/>
                  <a:pt x="142550" y="186536"/>
                </a:cubicBezTo>
                <a:cubicBezTo>
                  <a:pt x="142550" y="147137"/>
                  <a:pt x="110639" y="115198"/>
                  <a:pt x="71275" y="115198"/>
                </a:cubicBezTo>
                <a:cubicBezTo>
                  <a:pt x="31911" y="115198"/>
                  <a:pt x="0" y="147137"/>
                  <a:pt x="0" y="186536"/>
                </a:cubicBezTo>
                <a:cubicBezTo>
                  <a:pt x="133" y="422933"/>
                  <a:pt x="191709" y="614462"/>
                  <a:pt x="427894" y="614328"/>
                </a:cubicBezTo>
                <a:cubicBezTo>
                  <a:pt x="663892" y="614195"/>
                  <a:pt x="855172" y="422744"/>
                  <a:pt x="855306" y="186536"/>
                </a:cubicBezTo>
                <a:lnTo>
                  <a:pt x="933329" y="18653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24"/>
          <p:cNvSpPr/>
          <p:nvPr/>
        </p:nvSpPr>
        <p:spPr>
          <a:xfrm>
            <a:off x="4733835" y="2178507"/>
            <a:ext cx="1280994" cy="843165"/>
          </a:xfrm>
          <a:custGeom>
            <a:rect b="b" l="l" r="r" t="t"/>
            <a:pathLst>
              <a:path extrusionOk="0" h="614328" w="933329">
                <a:moveTo>
                  <a:pt x="149299" y="614328"/>
                </a:moveTo>
                <a:lnTo>
                  <a:pt x="298600" y="427792"/>
                </a:lnTo>
                <a:lnTo>
                  <a:pt x="220575" y="427792"/>
                </a:lnTo>
                <a:cubicBezTo>
                  <a:pt x="220684" y="270194"/>
                  <a:pt x="348417" y="142524"/>
                  <a:pt x="505874" y="142633"/>
                </a:cubicBezTo>
                <a:cubicBezTo>
                  <a:pt x="663178" y="142742"/>
                  <a:pt x="790671" y="270348"/>
                  <a:pt x="790780" y="427792"/>
                </a:cubicBezTo>
                <a:cubicBezTo>
                  <a:pt x="790780" y="467191"/>
                  <a:pt x="822691" y="499131"/>
                  <a:pt x="862055" y="499131"/>
                </a:cubicBezTo>
                <a:cubicBezTo>
                  <a:pt x="901419" y="499131"/>
                  <a:pt x="933330" y="467191"/>
                  <a:pt x="933330" y="427792"/>
                </a:cubicBezTo>
                <a:cubicBezTo>
                  <a:pt x="933196" y="191395"/>
                  <a:pt x="741621" y="-133"/>
                  <a:pt x="505435" y="0"/>
                </a:cubicBezTo>
                <a:cubicBezTo>
                  <a:pt x="269438" y="133"/>
                  <a:pt x="78157" y="191584"/>
                  <a:pt x="78024" y="427792"/>
                </a:cubicBezTo>
                <a:lnTo>
                  <a:pt x="0" y="4277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4"/>
          <p:cNvSpPr/>
          <p:nvPr/>
        </p:nvSpPr>
        <p:spPr>
          <a:xfrm>
            <a:off x="5112185" y="2460134"/>
            <a:ext cx="628829" cy="629387"/>
          </a:xfrm>
          <a:custGeom>
            <a:rect b="b" l="l" r="r" t="t"/>
            <a:pathLst>
              <a:path extrusionOk="0" h="458570" w="458163">
                <a:moveTo>
                  <a:pt x="458163" y="229285"/>
                </a:moveTo>
                <a:cubicBezTo>
                  <a:pt x="458163" y="355916"/>
                  <a:pt x="355599" y="458571"/>
                  <a:pt x="229081" y="458571"/>
                </a:cubicBezTo>
                <a:cubicBezTo>
                  <a:pt x="102563" y="458571"/>
                  <a:pt x="0" y="355916"/>
                  <a:pt x="0" y="229285"/>
                </a:cubicBezTo>
                <a:cubicBezTo>
                  <a:pt x="0" y="102655"/>
                  <a:pt x="102563" y="0"/>
                  <a:pt x="229081" y="0"/>
                </a:cubicBezTo>
                <a:cubicBezTo>
                  <a:pt x="355599"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24"/>
          <p:cNvSpPr/>
          <p:nvPr/>
        </p:nvSpPr>
        <p:spPr>
          <a:xfrm>
            <a:off x="6555292" y="2533777"/>
            <a:ext cx="1280994" cy="843497"/>
          </a:xfrm>
          <a:custGeom>
            <a:rect b="b" l="l" r="r" t="t"/>
            <a:pathLst>
              <a:path extrusionOk="0" h="614570" w="933329">
                <a:moveTo>
                  <a:pt x="784031" y="0"/>
                </a:moveTo>
                <a:lnTo>
                  <a:pt x="634731" y="186536"/>
                </a:lnTo>
                <a:lnTo>
                  <a:pt x="712756" y="186536"/>
                </a:lnTo>
                <a:cubicBezTo>
                  <a:pt x="712756" y="344134"/>
                  <a:pt x="585111" y="471892"/>
                  <a:pt x="427654" y="471892"/>
                </a:cubicBezTo>
                <a:cubicBezTo>
                  <a:pt x="270196" y="471892"/>
                  <a:pt x="142551" y="344134"/>
                  <a:pt x="142551" y="186536"/>
                </a:cubicBezTo>
                <a:cubicBezTo>
                  <a:pt x="142551" y="147137"/>
                  <a:pt x="110641" y="115197"/>
                  <a:pt x="71276" y="115197"/>
                </a:cubicBezTo>
                <a:cubicBezTo>
                  <a:pt x="31911" y="115197"/>
                  <a:pt x="0" y="147137"/>
                  <a:pt x="0" y="186536"/>
                </a:cubicBezTo>
                <a:cubicBezTo>
                  <a:pt x="0" y="422933"/>
                  <a:pt x="191467" y="614570"/>
                  <a:pt x="427653" y="614570"/>
                </a:cubicBezTo>
                <a:cubicBezTo>
                  <a:pt x="663839" y="614570"/>
                  <a:pt x="855306" y="422933"/>
                  <a:pt x="855306" y="186536"/>
                </a:cubicBezTo>
                <a:lnTo>
                  <a:pt x="933330" y="1865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24"/>
          <p:cNvSpPr/>
          <p:nvPr/>
        </p:nvSpPr>
        <p:spPr>
          <a:xfrm>
            <a:off x="6446495" y="2178174"/>
            <a:ext cx="1280997" cy="843497"/>
          </a:xfrm>
          <a:custGeom>
            <a:rect b="b" l="l" r="r" t="t"/>
            <a:pathLst>
              <a:path extrusionOk="0" h="614570" w="933331">
                <a:moveTo>
                  <a:pt x="149299" y="614571"/>
                </a:moveTo>
                <a:lnTo>
                  <a:pt x="298599" y="428035"/>
                </a:lnTo>
                <a:lnTo>
                  <a:pt x="220575" y="428035"/>
                </a:lnTo>
                <a:cubicBezTo>
                  <a:pt x="220575" y="270437"/>
                  <a:pt x="348220" y="142679"/>
                  <a:pt x="505678" y="142679"/>
                </a:cubicBezTo>
                <a:cubicBezTo>
                  <a:pt x="663135" y="142679"/>
                  <a:pt x="790780" y="270437"/>
                  <a:pt x="790780" y="428035"/>
                </a:cubicBezTo>
                <a:cubicBezTo>
                  <a:pt x="790780" y="467434"/>
                  <a:pt x="822691" y="499374"/>
                  <a:pt x="862056" y="499374"/>
                </a:cubicBezTo>
                <a:cubicBezTo>
                  <a:pt x="901420" y="499374"/>
                  <a:pt x="933331" y="467434"/>
                  <a:pt x="933331" y="428035"/>
                </a:cubicBezTo>
                <a:cubicBezTo>
                  <a:pt x="933331" y="191638"/>
                  <a:pt x="741864" y="0"/>
                  <a:pt x="505678" y="0"/>
                </a:cubicBezTo>
                <a:cubicBezTo>
                  <a:pt x="269491" y="0"/>
                  <a:pt x="78024" y="191638"/>
                  <a:pt x="78024" y="428035"/>
                </a:cubicBezTo>
                <a:lnTo>
                  <a:pt x="0" y="4280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4"/>
          <p:cNvSpPr/>
          <p:nvPr/>
        </p:nvSpPr>
        <p:spPr>
          <a:xfrm>
            <a:off x="6824845" y="2460134"/>
            <a:ext cx="628827" cy="629387"/>
          </a:xfrm>
          <a:custGeom>
            <a:rect b="b" l="l" r="r" t="t"/>
            <a:pathLst>
              <a:path extrusionOk="0" h="458570" w="458162">
                <a:moveTo>
                  <a:pt x="458163" y="229285"/>
                </a:moveTo>
                <a:cubicBezTo>
                  <a:pt x="458163" y="355916"/>
                  <a:pt x="355599" y="458570"/>
                  <a:pt x="229081" y="458570"/>
                </a:cubicBezTo>
                <a:cubicBezTo>
                  <a:pt x="102563" y="458570"/>
                  <a:pt x="0" y="355916"/>
                  <a:pt x="0" y="229285"/>
                </a:cubicBezTo>
                <a:cubicBezTo>
                  <a:pt x="0" y="102655"/>
                  <a:pt x="102563" y="0"/>
                  <a:pt x="229081" y="0"/>
                </a:cubicBezTo>
                <a:cubicBezTo>
                  <a:pt x="355599"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4"/>
          <p:cNvSpPr/>
          <p:nvPr/>
        </p:nvSpPr>
        <p:spPr>
          <a:xfrm>
            <a:off x="3708072"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24"/>
          <p:cNvSpPr/>
          <p:nvPr/>
        </p:nvSpPr>
        <p:spPr>
          <a:xfrm>
            <a:off x="1998840"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4"/>
          <p:cNvSpPr/>
          <p:nvPr/>
        </p:nvSpPr>
        <p:spPr>
          <a:xfrm>
            <a:off x="5496251"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4"/>
          <p:cNvSpPr/>
          <p:nvPr/>
        </p:nvSpPr>
        <p:spPr>
          <a:xfrm>
            <a:off x="7139204"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4"/>
          <p:cNvSpPr txBox="1"/>
          <p:nvPr/>
        </p:nvSpPr>
        <p:spPr>
          <a:xfrm>
            <a:off x="1217725"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Jupiter is a gas giant planet and has around eighty moons</a:t>
            </a:r>
            <a:endParaRPr sz="1200">
              <a:solidFill>
                <a:schemeClr val="dk1"/>
              </a:solidFill>
              <a:latin typeface="Catamaran"/>
              <a:ea typeface="Catamaran"/>
              <a:cs typeface="Catamaran"/>
              <a:sym typeface="Catamaran"/>
            </a:endParaRPr>
          </a:p>
        </p:txBody>
      </p:sp>
      <p:sp>
        <p:nvSpPr>
          <p:cNvPr id="400" name="Google Shape;400;p24"/>
          <p:cNvSpPr txBox="1"/>
          <p:nvPr/>
        </p:nvSpPr>
        <p:spPr>
          <a:xfrm>
            <a:off x="2933109"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Neptune is the fourth-largest planet in the Solar System</a:t>
            </a:r>
            <a:endParaRPr sz="1200">
              <a:solidFill>
                <a:schemeClr val="dk1"/>
              </a:solidFill>
              <a:latin typeface="Catamaran"/>
              <a:ea typeface="Catamaran"/>
              <a:cs typeface="Catamaran"/>
              <a:sym typeface="Catamaran"/>
            </a:endParaRPr>
          </a:p>
        </p:txBody>
      </p:sp>
      <p:sp>
        <p:nvSpPr>
          <p:cNvPr id="401" name="Google Shape;401;p24"/>
          <p:cNvSpPr txBox="1"/>
          <p:nvPr/>
        </p:nvSpPr>
        <p:spPr>
          <a:xfrm>
            <a:off x="4648492"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Jupiter is  giant and the biggest planet in the Solar System</a:t>
            </a:r>
            <a:endParaRPr sz="1200">
              <a:solidFill>
                <a:schemeClr val="dk1"/>
              </a:solidFill>
              <a:latin typeface="Catamaran"/>
              <a:ea typeface="Catamaran"/>
              <a:cs typeface="Catamaran"/>
              <a:sym typeface="Catamaran"/>
            </a:endParaRPr>
          </a:p>
        </p:txBody>
      </p:sp>
      <p:sp>
        <p:nvSpPr>
          <p:cNvPr id="402" name="Google Shape;402;p24"/>
          <p:cNvSpPr txBox="1"/>
          <p:nvPr/>
        </p:nvSpPr>
        <p:spPr>
          <a:xfrm>
            <a:off x="6363876"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Saturn is the second-largest planet in the Solar System</a:t>
            </a:r>
            <a:endParaRPr sz="1200">
              <a:solidFill>
                <a:schemeClr val="dk1"/>
              </a:solidFill>
              <a:latin typeface="Catamaran"/>
              <a:ea typeface="Catamaran"/>
              <a:cs typeface="Catamaran"/>
              <a:sym typeface="Catamaran"/>
            </a:endParaRPr>
          </a:p>
        </p:txBody>
      </p:sp>
      <p:sp>
        <p:nvSpPr>
          <p:cNvPr id="403" name="Google Shape;403;p24"/>
          <p:cNvSpPr txBox="1"/>
          <p:nvPr/>
        </p:nvSpPr>
        <p:spPr>
          <a:xfrm>
            <a:off x="1304114"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4" name="Google Shape;404;p24"/>
          <p:cNvSpPr txBox="1"/>
          <p:nvPr/>
        </p:nvSpPr>
        <p:spPr>
          <a:xfrm>
            <a:off x="1304114" y="1797855"/>
            <a:ext cx="697500" cy="173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5" name="Google Shape;405;p24"/>
          <p:cNvSpPr txBox="1"/>
          <p:nvPr>
            <p:ph idx="4294967295" type="title"/>
          </p:nvPr>
        </p:nvSpPr>
        <p:spPr>
          <a:xfrm>
            <a:off x="1217725"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50%</a:t>
            </a:r>
            <a:endParaRPr sz="2500"/>
          </a:p>
        </p:txBody>
      </p:sp>
      <p:sp>
        <p:nvSpPr>
          <p:cNvPr id="406" name="Google Shape;406;p24"/>
          <p:cNvSpPr txBox="1"/>
          <p:nvPr/>
        </p:nvSpPr>
        <p:spPr>
          <a:xfrm>
            <a:off x="3019514"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7" name="Google Shape;407;p24"/>
          <p:cNvSpPr txBox="1"/>
          <p:nvPr/>
        </p:nvSpPr>
        <p:spPr>
          <a:xfrm>
            <a:off x="3019514" y="1797855"/>
            <a:ext cx="873300" cy="17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8" name="Google Shape;408;p24"/>
          <p:cNvSpPr txBox="1"/>
          <p:nvPr>
            <p:ph idx="4294967295" type="title"/>
          </p:nvPr>
        </p:nvSpPr>
        <p:spPr>
          <a:xfrm>
            <a:off x="2933100"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6</a:t>
            </a:r>
            <a:r>
              <a:rPr lang="en" sz="2500"/>
              <a:t>0%</a:t>
            </a:r>
            <a:endParaRPr sz="2500"/>
          </a:p>
        </p:txBody>
      </p:sp>
      <p:sp>
        <p:nvSpPr>
          <p:cNvPr id="409" name="Google Shape;409;p24"/>
          <p:cNvSpPr txBox="1"/>
          <p:nvPr/>
        </p:nvSpPr>
        <p:spPr>
          <a:xfrm>
            <a:off x="4731802"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0" name="Google Shape;410;p24"/>
          <p:cNvSpPr txBox="1"/>
          <p:nvPr/>
        </p:nvSpPr>
        <p:spPr>
          <a:xfrm>
            <a:off x="4731816" y="1797847"/>
            <a:ext cx="1048800" cy="17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1" name="Google Shape;411;p24"/>
          <p:cNvSpPr txBox="1"/>
          <p:nvPr>
            <p:ph idx="4294967295" type="title"/>
          </p:nvPr>
        </p:nvSpPr>
        <p:spPr>
          <a:xfrm>
            <a:off x="4648500"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75</a:t>
            </a:r>
            <a:r>
              <a:rPr lang="en" sz="2500"/>
              <a:t>%</a:t>
            </a:r>
            <a:endParaRPr sz="2500"/>
          </a:p>
        </p:txBody>
      </p:sp>
      <p:sp>
        <p:nvSpPr>
          <p:cNvPr id="412" name="Google Shape;412;p24"/>
          <p:cNvSpPr txBox="1"/>
          <p:nvPr/>
        </p:nvSpPr>
        <p:spPr>
          <a:xfrm>
            <a:off x="6444102"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3" name="Google Shape;413;p24"/>
          <p:cNvSpPr txBox="1"/>
          <p:nvPr/>
        </p:nvSpPr>
        <p:spPr>
          <a:xfrm>
            <a:off x="6444114" y="1797847"/>
            <a:ext cx="1254600" cy="173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4" name="Google Shape;414;p24"/>
          <p:cNvSpPr txBox="1"/>
          <p:nvPr>
            <p:ph idx="4294967295" type="title"/>
          </p:nvPr>
        </p:nvSpPr>
        <p:spPr>
          <a:xfrm>
            <a:off x="6363875"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90</a:t>
            </a:r>
            <a:r>
              <a:rPr lang="en" sz="2500"/>
              <a:t>%</a:t>
            </a:r>
            <a:endParaRPr sz="2500"/>
          </a:p>
        </p:txBody>
      </p:sp>
      <p:sp>
        <p:nvSpPr>
          <p:cNvPr id="415" name="Google Shape;415;p24"/>
          <p:cNvSpPr/>
          <p:nvPr/>
        </p:nvSpPr>
        <p:spPr>
          <a:xfrm>
            <a:off x="3545264" y="2609410"/>
            <a:ext cx="339225" cy="339251"/>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 name="Google Shape;416;p24"/>
          <p:cNvGrpSpPr/>
          <p:nvPr/>
        </p:nvGrpSpPr>
        <p:grpSpPr>
          <a:xfrm>
            <a:off x="5249914" y="2610025"/>
            <a:ext cx="351799" cy="338055"/>
            <a:chOff x="-62890750" y="3747425"/>
            <a:chExt cx="330825" cy="317900"/>
          </a:xfrm>
        </p:grpSpPr>
        <p:sp>
          <p:nvSpPr>
            <p:cNvPr id="417" name="Google Shape;417;p2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24"/>
          <p:cNvGrpSpPr/>
          <p:nvPr/>
        </p:nvGrpSpPr>
        <p:grpSpPr>
          <a:xfrm>
            <a:off x="1839900" y="2600968"/>
            <a:ext cx="323476" cy="320923"/>
            <a:chOff x="3133425" y="3955025"/>
            <a:chExt cx="297750" cy="295400"/>
          </a:xfrm>
        </p:grpSpPr>
        <p:sp>
          <p:nvSpPr>
            <p:cNvPr id="432" name="Google Shape;432;p2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24"/>
          <p:cNvGrpSpPr/>
          <p:nvPr/>
        </p:nvGrpSpPr>
        <p:grpSpPr>
          <a:xfrm>
            <a:off x="6983768" y="2601006"/>
            <a:ext cx="322606" cy="320895"/>
            <a:chOff x="6168925" y="3936925"/>
            <a:chExt cx="296950" cy="295375"/>
          </a:xfrm>
        </p:grpSpPr>
        <p:sp>
          <p:nvSpPr>
            <p:cNvPr id="436" name="Google Shape;436;p2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sp>
        <p:nvSpPr>
          <p:cNvPr id="446" name="Google Shape;446;p25"/>
          <p:cNvSpPr/>
          <p:nvPr/>
        </p:nvSpPr>
        <p:spPr>
          <a:xfrm>
            <a:off x="4835443" y="3909428"/>
            <a:ext cx="841800" cy="654300"/>
          </a:xfrm>
          <a:prstGeom prst="rect">
            <a:avLst/>
          </a:prstGeom>
          <a:solidFill>
            <a:schemeClr val="lt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447" name="Google Shape;447;p25"/>
          <p:cNvSpPr/>
          <p:nvPr/>
        </p:nvSpPr>
        <p:spPr>
          <a:xfrm>
            <a:off x="4835443" y="3037553"/>
            <a:ext cx="841800" cy="654300"/>
          </a:xfrm>
          <a:prstGeom prst="rect">
            <a:avLst/>
          </a:prstGeom>
          <a:solidFill>
            <a:schemeClr val="accent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Inter"/>
                <a:ea typeface="Inter"/>
                <a:cs typeface="Inter"/>
                <a:sym typeface="Inter"/>
              </a:rPr>
              <a:t>3</a:t>
            </a:r>
            <a:endParaRPr b="1" sz="2400">
              <a:solidFill>
                <a:schemeClr val="accent4"/>
              </a:solidFill>
              <a:latin typeface="Inter"/>
              <a:ea typeface="Inter"/>
              <a:cs typeface="Inter"/>
              <a:sym typeface="Inter"/>
            </a:endParaRPr>
          </a:p>
        </p:txBody>
      </p:sp>
      <p:sp>
        <p:nvSpPr>
          <p:cNvPr id="448" name="Google Shape;448;p25"/>
          <p:cNvSpPr/>
          <p:nvPr/>
        </p:nvSpPr>
        <p:spPr>
          <a:xfrm>
            <a:off x="4835443" y="1293728"/>
            <a:ext cx="841800" cy="654300"/>
          </a:xfrm>
          <a:prstGeom prst="rect">
            <a:avLst/>
          </a:prstGeom>
          <a:solidFill>
            <a:schemeClr val="accent1"/>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sp>
        <p:nvSpPr>
          <p:cNvPr id="449" name="Google Shape;449;p25"/>
          <p:cNvSpPr/>
          <p:nvPr/>
        </p:nvSpPr>
        <p:spPr>
          <a:xfrm>
            <a:off x="4835443" y="2165628"/>
            <a:ext cx="841800" cy="654300"/>
          </a:xfrm>
          <a:prstGeom prst="rect">
            <a:avLst/>
          </a:prstGeom>
          <a:solidFill>
            <a:schemeClr val="dk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450" name="Google Shape;45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sp>
        <p:nvSpPr>
          <p:cNvPr id="451" name="Google Shape;451;p25"/>
          <p:cNvSpPr/>
          <p:nvPr/>
        </p:nvSpPr>
        <p:spPr>
          <a:xfrm flipH="1">
            <a:off x="1652012" y="2058132"/>
            <a:ext cx="1722276" cy="1723591"/>
          </a:xfrm>
          <a:custGeom>
            <a:rect b="b" l="l" r="r" t="t"/>
            <a:pathLst>
              <a:path extrusionOk="0" h="1677461" w="1676181">
                <a:moveTo>
                  <a:pt x="838263" y="1677395"/>
                </a:moveTo>
                <a:cubicBezTo>
                  <a:pt x="375615" y="1676872"/>
                  <a:pt x="695" y="1301666"/>
                  <a:pt x="172" y="838665"/>
                </a:cubicBezTo>
                <a:cubicBezTo>
                  <a:pt x="172" y="787056"/>
                  <a:pt x="41978" y="745218"/>
                  <a:pt x="93548" y="745218"/>
                </a:cubicBezTo>
                <a:cubicBezTo>
                  <a:pt x="145118" y="745218"/>
                  <a:pt x="186923" y="787056"/>
                  <a:pt x="186923" y="838665"/>
                </a:cubicBezTo>
                <a:cubicBezTo>
                  <a:pt x="186922" y="1198666"/>
                  <a:pt x="478537" y="1490505"/>
                  <a:pt x="838264" y="1490506"/>
                </a:cubicBezTo>
                <a:cubicBezTo>
                  <a:pt x="1197990" y="1490507"/>
                  <a:pt x="1489607" y="1198669"/>
                  <a:pt x="1489608" y="838668"/>
                </a:cubicBezTo>
                <a:cubicBezTo>
                  <a:pt x="1489609" y="478667"/>
                  <a:pt x="1197994" y="186828"/>
                  <a:pt x="838267" y="186827"/>
                </a:cubicBezTo>
                <a:lnTo>
                  <a:pt x="93548" y="186827"/>
                </a:lnTo>
                <a:cubicBezTo>
                  <a:pt x="41978" y="186827"/>
                  <a:pt x="172" y="144990"/>
                  <a:pt x="172" y="93381"/>
                </a:cubicBezTo>
                <a:cubicBezTo>
                  <a:pt x="172" y="41771"/>
                  <a:pt x="41978" y="-66"/>
                  <a:pt x="93548" y="-66"/>
                </a:cubicBezTo>
                <a:lnTo>
                  <a:pt x="838263" y="-66"/>
                </a:lnTo>
                <a:cubicBezTo>
                  <a:pt x="1301128" y="-66"/>
                  <a:pt x="1676354" y="375446"/>
                  <a:pt x="1676354" y="838665"/>
                </a:cubicBezTo>
                <a:cubicBezTo>
                  <a:pt x="1676354" y="1301883"/>
                  <a:pt x="1301128" y="1677395"/>
                  <a:pt x="838263" y="16773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5"/>
          <p:cNvSpPr/>
          <p:nvPr/>
        </p:nvSpPr>
        <p:spPr>
          <a:xfrm flipH="1">
            <a:off x="1396716" y="1803099"/>
            <a:ext cx="2232406" cy="2234114"/>
          </a:xfrm>
          <a:custGeom>
            <a:rect b="b" l="l" r="r" t="t"/>
            <a:pathLst>
              <a:path extrusionOk="0" h="2174320" w="2172658">
                <a:moveTo>
                  <a:pt x="1086500" y="2174254"/>
                </a:moveTo>
                <a:cubicBezTo>
                  <a:pt x="486818" y="2173577"/>
                  <a:pt x="849" y="1687236"/>
                  <a:pt x="172" y="1087096"/>
                </a:cubicBezTo>
                <a:cubicBezTo>
                  <a:pt x="172" y="1035487"/>
                  <a:pt x="41978" y="993650"/>
                  <a:pt x="93548" y="993650"/>
                </a:cubicBezTo>
                <a:cubicBezTo>
                  <a:pt x="145118" y="993650"/>
                  <a:pt x="186923" y="1035487"/>
                  <a:pt x="186923" y="1087096"/>
                </a:cubicBezTo>
                <a:cubicBezTo>
                  <a:pt x="186925" y="1584300"/>
                  <a:pt x="589681" y="1987362"/>
                  <a:pt x="1086506" y="1987360"/>
                </a:cubicBezTo>
                <a:cubicBezTo>
                  <a:pt x="1583330" y="1987359"/>
                  <a:pt x="1986084" y="1584294"/>
                  <a:pt x="1986083" y="1087091"/>
                </a:cubicBezTo>
                <a:cubicBezTo>
                  <a:pt x="1986081" y="589888"/>
                  <a:pt x="1583325" y="186826"/>
                  <a:pt x="1086500" y="186827"/>
                </a:cubicBezTo>
                <a:lnTo>
                  <a:pt x="93548" y="186827"/>
                </a:lnTo>
                <a:cubicBezTo>
                  <a:pt x="41978" y="186827"/>
                  <a:pt x="172" y="144990"/>
                  <a:pt x="172" y="93381"/>
                </a:cubicBezTo>
                <a:cubicBezTo>
                  <a:pt x="172" y="41771"/>
                  <a:pt x="41978" y="-66"/>
                  <a:pt x="93548" y="-66"/>
                </a:cubicBezTo>
                <a:lnTo>
                  <a:pt x="1086500" y="-66"/>
                </a:lnTo>
                <a:cubicBezTo>
                  <a:pt x="1686464" y="-66"/>
                  <a:pt x="2172831" y="486672"/>
                  <a:pt x="2172831" y="1087094"/>
                </a:cubicBezTo>
                <a:cubicBezTo>
                  <a:pt x="2172831" y="1687516"/>
                  <a:pt x="1686464" y="2174254"/>
                  <a:pt x="1086500" y="21742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25"/>
          <p:cNvSpPr/>
          <p:nvPr/>
        </p:nvSpPr>
        <p:spPr>
          <a:xfrm flipH="1">
            <a:off x="1140879" y="1548072"/>
            <a:ext cx="2792777" cy="2744630"/>
          </a:xfrm>
          <a:custGeom>
            <a:rect b="b" l="l" r="r" t="t"/>
            <a:pathLst>
              <a:path extrusionOk="0" h="2671173" w="2718031">
                <a:moveTo>
                  <a:pt x="1383149" y="2671107"/>
                </a:moveTo>
                <a:cubicBezTo>
                  <a:pt x="646487" y="2671505"/>
                  <a:pt x="48982" y="2074190"/>
                  <a:pt x="48583" y="1336966"/>
                </a:cubicBezTo>
                <a:cubicBezTo>
                  <a:pt x="48583" y="1336485"/>
                  <a:pt x="48583" y="1336004"/>
                  <a:pt x="48583" y="1335523"/>
                </a:cubicBezTo>
                <a:cubicBezTo>
                  <a:pt x="48583" y="1283913"/>
                  <a:pt x="90389" y="1242076"/>
                  <a:pt x="141959" y="1242076"/>
                </a:cubicBezTo>
                <a:cubicBezTo>
                  <a:pt x="193529" y="1242076"/>
                  <a:pt x="235334" y="1283913"/>
                  <a:pt x="235334" y="1335523"/>
                </a:cubicBezTo>
                <a:cubicBezTo>
                  <a:pt x="235336" y="1969928"/>
                  <a:pt x="749232" y="2484214"/>
                  <a:pt x="1383153" y="2484213"/>
                </a:cubicBezTo>
                <a:cubicBezTo>
                  <a:pt x="2017075" y="2484212"/>
                  <a:pt x="2530969" y="1969924"/>
                  <a:pt x="2530968" y="1335518"/>
                </a:cubicBezTo>
                <a:cubicBezTo>
                  <a:pt x="2530967" y="701113"/>
                  <a:pt x="2017071" y="186826"/>
                  <a:pt x="1383149" y="186828"/>
                </a:cubicBezTo>
                <a:lnTo>
                  <a:pt x="93548" y="186827"/>
                </a:lnTo>
                <a:cubicBezTo>
                  <a:pt x="41978" y="186827"/>
                  <a:pt x="172" y="144990"/>
                  <a:pt x="172" y="93381"/>
                </a:cubicBezTo>
                <a:cubicBezTo>
                  <a:pt x="172" y="41771"/>
                  <a:pt x="41978" y="-66"/>
                  <a:pt x="93548" y="-66"/>
                </a:cubicBezTo>
                <a:lnTo>
                  <a:pt x="1383149" y="-66"/>
                </a:lnTo>
                <a:cubicBezTo>
                  <a:pt x="2120210" y="-335"/>
                  <a:pt x="2717935" y="597409"/>
                  <a:pt x="2718204" y="1335033"/>
                </a:cubicBezTo>
                <a:cubicBezTo>
                  <a:pt x="2718473" y="2072657"/>
                  <a:pt x="2121185" y="2670838"/>
                  <a:pt x="1384123" y="2671107"/>
                </a:cubicBezTo>
                <a:cubicBezTo>
                  <a:pt x="1383799" y="2671107"/>
                  <a:pt x="1383474" y="2671107"/>
                  <a:pt x="1383149" y="26711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5"/>
          <p:cNvSpPr/>
          <p:nvPr/>
        </p:nvSpPr>
        <p:spPr>
          <a:xfrm flipH="1">
            <a:off x="885514" y="1293044"/>
            <a:ext cx="3334193" cy="3255147"/>
          </a:xfrm>
          <a:custGeom>
            <a:rect b="b" l="l" r="r" t="t"/>
            <a:pathLst>
              <a:path extrusionOk="0" h="3168026" w="3244957">
                <a:moveTo>
                  <a:pt x="1661795" y="3167960"/>
                </a:moveTo>
                <a:cubicBezTo>
                  <a:pt x="788107" y="3168433"/>
                  <a:pt x="79461" y="2460012"/>
                  <a:pt x="78988" y="1585657"/>
                </a:cubicBezTo>
                <a:cubicBezTo>
                  <a:pt x="78988" y="1585088"/>
                  <a:pt x="78988" y="1584519"/>
                  <a:pt x="78988" y="1583950"/>
                </a:cubicBezTo>
                <a:cubicBezTo>
                  <a:pt x="78988" y="1532340"/>
                  <a:pt x="120794" y="1490503"/>
                  <a:pt x="172364" y="1490503"/>
                </a:cubicBezTo>
                <a:cubicBezTo>
                  <a:pt x="223934" y="1490503"/>
                  <a:pt x="265739" y="1532340"/>
                  <a:pt x="265739" y="1583950"/>
                </a:cubicBezTo>
                <a:cubicBezTo>
                  <a:pt x="265739" y="2354325"/>
                  <a:pt x="892007" y="2981066"/>
                  <a:pt x="1661795" y="2981066"/>
                </a:cubicBezTo>
                <a:cubicBezTo>
                  <a:pt x="2431579" y="2981066"/>
                  <a:pt x="3057852" y="2354325"/>
                  <a:pt x="3057852" y="1583950"/>
                </a:cubicBezTo>
                <a:cubicBezTo>
                  <a:pt x="3057852" y="813574"/>
                  <a:pt x="2431579" y="186827"/>
                  <a:pt x="1661795" y="186827"/>
                </a:cubicBezTo>
                <a:lnTo>
                  <a:pt x="93548" y="186827"/>
                </a:lnTo>
                <a:cubicBezTo>
                  <a:pt x="41978" y="186827"/>
                  <a:pt x="172" y="144990"/>
                  <a:pt x="172" y="93381"/>
                </a:cubicBezTo>
                <a:cubicBezTo>
                  <a:pt x="172" y="41771"/>
                  <a:pt x="41978" y="-66"/>
                  <a:pt x="93548" y="-66"/>
                </a:cubicBezTo>
                <a:lnTo>
                  <a:pt x="1661795" y="-66"/>
                </a:lnTo>
                <a:cubicBezTo>
                  <a:pt x="2535954" y="-359"/>
                  <a:pt x="3244838" y="708590"/>
                  <a:pt x="3245130" y="1583416"/>
                </a:cubicBezTo>
                <a:cubicBezTo>
                  <a:pt x="3245423" y="2458242"/>
                  <a:pt x="2537015" y="3167667"/>
                  <a:pt x="1662856" y="3167960"/>
                </a:cubicBezTo>
                <a:cubicBezTo>
                  <a:pt x="1662502" y="3167960"/>
                  <a:pt x="1662148" y="3167960"/>
                  <a:pt x="1661795" y="31679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5"/>
          <p:cNvSpPr/>
          <p:nvPr/>
        </p:nvSpPr>
        <p:spPr>
          <a:xfrm>
            <a:off x="2081836" y="2487055"/>
            <a:ext cx="864300" cy="864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sp>
        <p:nvSpPr>
          <p:cNvPr id="456" name="Google Shape;456;p25"/>
          <p:cNvSpPr txBox="1"/>
          <p:nvPr/>
        </p:nvSpPr>
        <p:spPr>
          <a:xfrm flipH="1">
            <a:off x="5748086" y="1293700"/>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grpSp>
        <p:nvGrpSpPr>
          <p:cNvPr id="457" name="Google Shape;457;p25"/>
          <p:cNvGrpSpPr/>
          <p:nvPr/>
        </p:nvGrpSpPr>
        <p:grpSpPr>
          <a:xfrm>
            <a:off x="2333202" y="2716001"/>
            <a:ext cx="410657" cy="406301"/>
            <a:chOff x="946175" y="3619500"/>
            <a:chExt cx="296975" cy="293825"/>
          </a:xfrm>
        </p:grpSpPr>
        <p:sp>
          <p:nvSpPr>
            <p:cNvPr id="458" name="Google Shape;458;p2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 name="Google Shape;464;p25"/>
          <p:cNvSpPr/>
          <p:nvPr/>
        </p:nvSpPr>
        <p:spPr>
          <a:xfrm flipH="1">
            <a:off x="4895975" y="1815947"/>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465" name="Google Shape;465;p25"/>
          <p:cNvSpPr txBox="1"/>
          <p:nvPr/>
        </p:nvSpPr>
        <p:spPr>
          <a:xfrm flipH="1">
            <a:off x="5748086" y="2165617"/>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466" name="Google Shape;466;p25"/>
          <p:cNvSpPr/>
          <p:nvPr/>
        </p:nvSpPr>
        <p:spPr>
          <a:xfrm flipH="1">
            <a:off x="4895975" y="2687862"/>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67" name="Google Shape;467;p25"/>
          <p:cNvSpPr txBox="1"/>
          <p:nvPr/>
        </p:nvSpPr>
        <p:spPr>
          <a:xfrm flipH="1">
            <a:off x="5748086" y="3037533"/>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468" name="Google Shape;468;p25"/>
          <p:cNvSpPr/>
          <p:nvPr/>
        </p:nvSpPr>
        <p:spPr>
          <a:xfrm flipH="1">
            <a:off x="4895975" y="3559778"/>
            <a:ext cx="720735" cy="16564"/>
          </a:xfrm>
          <a:custGeom>
            <a:rect b="b" l="l" r="r" t="t"/>
            <a:pathLst>
              <a:path extrusionOk="0" h="13661" w="644953">
                <a:moveTo>
                  <a:pt x="0" y="0"/>
                </a:moveTo>
                <a:lnTo>
                  <a:pt x="644953" y="0"/>
                </a:lnTo>
              </a:path>
            </a:pathLst>
          </a:custGeom>
          <a:noFill/>
          <a:ln cap="flat" cmpd="sng" w="13625">
            <a:solidFill>
              <a:schemeClr val="accent4"/>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69" name="Google Shape;469;p25"/>
          <p:cNvSpPr txBox="1"/>
          <p:nvPr/>
        </p:nvSpPr>
        <p:spPr>
          <a:xfrm flipH="1">
            <a:off x="5748086" y="3909450"/>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sp>
        <p:nvSpPr>
          <p:cNvPr id="470" name="Google Shape;470;p25"/>
          <p:cNvSpPr/>
          <p:nvPr/>
        </p:nvSpPr>
        <p:spPr>
          <a:xfrm flipH="1">
            <a:off x="4895975" y="4431693"/>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71" name="Google Shape;471;p25"/>
          <p:cNvSpPr/>
          <p:nvPr/>
        </p:nvSpPr>
        <p:spPr>
          <a:xfrm rot="5628139">
            <a:off x="4025124" y="1292990"/>
            <a:ext cx="194528" cy="194528"/>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2" name="Google Shape;472;p25"/>
          <p:cNvSpPr/>
          <p:nvPr/>
        </p:nvSpPr>
        <p:spPr>
          <a:xfrm>
            <a:off x="3739251" y="1548078"/>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3" name="Google Shape;473;p25"/>
          <p:cNvSpPr/>
          <p:nvPr/>
        </p:nvSpPr>
        <p:spPr>
          <a:xfrm>
            <a:off x="3434745" y="1804865"/>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4" name="Google Shape;474;p25"/>
          <p:cNvSpPr/>
          <p:nvPr/>
        </p:nvSpPr>
        <p:spPr>
          <a:xfrm>
            <a:off x="3179888" y="2058115"/>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75" name="Google Shape;475;p25"/>
          <p:cNvCxnSpPr>
            <a:stCxn id="448" idx="1"/>
            <a:endCxn id="471" idx="0"/>
          </p:cNvCxnSpPr>
          <p:nvPr/>
        </p:nvCxnSpPr>
        <p:spPr>
          <a:xfrm rot="10800000">
            <a:off x="4219543" y="1396778"/>
            <a:ext cx="615900" cy="224100"/>
          </a:xfrm>
          <a:prstGeom prst="bentConnector3">
            <a:avLst>
              <a:gd fmla="val 29669" name="adj1"/>
            </a:avLst>
          </a:prstGeom>
          <a:noFill/>
          <a:ln cap="flat" cmpd="sng" w="9525">
            <a:solidFill>
              <a:schemeClr val="dk1"/>
            </a:solidFill>
            <a:prstDash val="solid"/>
            <a:round/>
            <a:headEnd len="med" w="med" type="none"/>
            <a:tailEnd len="med" w="med" type="none"/>
          </a:ln>
        </p:spPr>
      </p:cxnSp>
      <p:cxnSp>
        <p:nvCxnSpPr>
          <p:cNvPr id="476" name="Google Shape;476;p25"/>
          <p:cNvCxnSpPr>
            <a:stCxn id="449" idx="1"/>
            <a:endCxn id="472" idx="6"/>
          </p:cNvCxnSpPr>
          <p:nvPr/>
        </p:nvCxnSpPr>
        <p:spPr>
          <a:xfrm rot="10800000">
            <a:off x="3933643" y="1645278"/>
            <a:ext cx="901800" cy="847500"/>
          </a:xfrm>
          <a:prstGeom prst="bentConnector3">
            <a:avLst>
              <a:gd fmla="val 34740" name="adj1"/>
            </a:avLst>
          </a:prstGeom>
          <a:noFill/>
          <a:ln cap="flat" cmpd="sng" w="9525">
            <a:solidFill>
              <a:schemeClr val="dk1"/>
            </a:solidFill>
            <a:prstDash val="solid"/>
            <a:round/>
            <a:headEnd len="med" w="med" type="none"/>
            <a:tailEnd len="med" w="med" type="none"/>
          </a:ln>
        </p:spPr>
      </p:cxnSp>
      <p:cxnSp>
        <p:nvCxnSpPr>
          <p:cNvPr id="477" name="Google Shape;477;p25"/>
          <p:cNvCxnSpPr>
            <a:stCxn id="447" idx="1"/>
            <a:endCxn id="473" idx="6"/>
          </p:cNvCxnSpPr>
          <p:nvPr/>
        </p:nvCxnSpPr>
        <p:spPr>
          <a:xfrm rot="10800000">
            <a:off x="3629143" y="1902203"/>
            <a:ext cx="1206300" cy="1462500"/>
          </a:xfrm>
          <a:prstGeom prst="bentConnector3">
            <a:avLst>
              <a:gd fmla="val 38395" name="adj1"/>
            </a:avLst>
          </a:prstGeom>
          <a:noFill/>
          <a:ln cap="flat" cmpd="sng" w="9525">
            <a:solidFill>
              <a:schemeClr val="dk1"/>
            </a:solidFill>
            <a:prstDash val="solid"/>
            <a:round/>
            <a:headEnd len="med" w="med" type="none"/>
            <a:tailEnd len="med" w="med" type="none"/>
          </a:ln>
        </p:spPr>
      </p:cxnSp>
      <p:cxnSp>
        <p:nvCxnSpPr>
          <p:cNvPr id="478" name="Google Shape;478;p25"/>
          <p:cNvCxnSpPr>
            <a:stCxn id="446" idx="1"/>
            <a:endCxn id="474" idx="6"/>
          </p:cNvCxnSpPr>
          <p:nvPr/>
        </p:nvCxnSpPr>
        <p:spPr>
          <a:xfrm rot="10800000">
            <a:off x="3374143" y="2155178"/>
            <a:ext cx="1461300" cy="2081400"/>
          </a:xfrm>
          <a:prstGeom prst="bentConnector3">
            <a:avLst>
              <a:gd fmla="val 4129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484" name="Google Shape;484;p26"/>
          <p:cNvSpPr/>
          <p:nvPr/>
        </p:nvSpPr>
        <p:spPr>
          <a:xfrm>
            <a:off x="6512668" y="2737900"/>
            <a:ext cx="913851" cy="780942"/>
          </a:xfrm>
          <a:custGeom>
            <a:rect b="b" l="l" r="r" t="t"/>
            <a:pathLst>
              <a:path extrusionOk="0" h="910719" w="1065716">
                <a:moveTo>
                  <a:pt x="754910" y="488091"/>
                </a:moveTo>
                <a:cubicBezTo>
                  <a:pt x="715669" y="553626"/>
                  <a:pt x="653967" y="602683"/>
                  <a:pt x="581274" y="626145"/>
                </a:cubicBezTo>
                <a:cubicBezTo>
                  <a:pt x="411746" y="682723"/>
                  <a:pt x="215019" y="570740"/>
                  <a:pt x="222563" y="378538"/>
                </a:cubicBezTo>
                <a:cubicBezTo>
                  <a:pt x="229310" y="205362"/>
                  <a:pt x="493053" y="93712"/>
                  <a:pt x="570671" y="282856"/>
                </a:cubicBezTo>
                <a:cubicBezTo>
                  <a:pt x="589447" y="328580"/>
                  <a:pt x="586555" y="382227"/>
                  <a:pt x="553655" y="420867"/>
                </a:cubicBezTo>
                <a:cubicBezTo>
                  <a:pt x="539283" y="437547"/>
                  <a:pt x="520827" y="450212"/>
                  <a:pt x="500094" y="457623"/>
                </a:cubicBezTo>
                <a:cubicBezTo>
                  <a:pt x="489742" y="461312"/>
                  <a:pt x="467278" y="467764"/>
                  <a:pt x="467278" y="467764"/>
                </a:cubicBezTo>
                <a:cubicBezTo>
                  <a:pt x="431961" y="470112"/>
                  <a:pt x="405235" y="500645"/>
                  <a:pt x="407583" y="535961"/>
                </a:cubicBezTo>
                <a:cubicBezTo>
                  <a:pt x="409778" y="568981"/>
                  <a:pt x="436752" y="594899"/>
                  <a:pt x="469832" y="595775"/>
                </a:cubicBezTo>
                <a:cubicBezTo>
                  <a:pt x="645691" y="597394"/>
                  <a:pt x="764172" y="429836"/>
                  <a:pt x="731104" y="263577"/>
                </a:cubicBezTo>
                <a:cubicBezTo>
                  <a:pt x="697450" y="94427"/>
                  <a:pt x="536891" y="-13704"/>
                  <a:pt x="368620" y="1385"/>
                </a:cubicBezTo>
                <a:cubicBezTo>
                  <a:pt x="197164" y="16808"/>
                  <a:pt x="52657" y="145556"/>
                  <a:pt x="12633" y="312110"/>
                </a:cubicBezTo>
                <a:cubicBezTo>
                  <a:pt x="-63184" y="627611"/>
                  <a:pt x="214264" y="918346"/>
                  <a:pt x="524737" y="910551"/>
                </a:cubicBezTo>
                <a:cubicBezTo>
                  <a:pt x="762370" y="904557"/>
                  <a:pt x="966056" y="760217"/>
                  <a:pt x="1065718" y="558375"/>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26"/>
          <p:cNvSpPr/>
          <p:nvPr/>
        </p:nvSpPr>
        <p:spPr>
          <a:xfrm>
            <a:off x="6680332" y="2314363"/>
            <a:ext cx="802579" cy="901954"/>
          </a:xfrm>
          <a:custGeom>
            <a:rect b="b" l="l" r="r" t="t"/>
            <a:pathLst>
              <a:path extrusionOk="0" h="1051841" w="935952">
                <a:moveTo>
                  <a:pt x="935948" y="775720"/>
                </a:moveTo>
                <a:cubicBezTo>
                  <a:pt x="935501" y="871532"/>
                  <a:pt x="913152" y="965974"/>
                  <a:pt x="870609" y="1051825"/>
                </a:cubicBezTo>
                <a:lnTo>
                  <a:pt x="559801" y="981541"/>
                </a:lnTo>
                <a:cubicBezTo>
                  <a:pt x="617259" y="885691"/>
                  <a:pt x="624343" y="760631"/>
                  <a:pt x="576146" y="648940"/>
                </a:cubicBezTo>
                <a:cubicBezTo>
                  <a:pt x="478243" y="421951"/>
                  <a:pt x="242453" y="361560"/>
                  <a:pt x="38014" y="427737"/>
                </a:cubicBezTo>
                <a:lnTo>
                  <a:pt x="1" y="12193"/>
                </a:lnTo>
                <a:cubicBezTo>
                  <a:pt x="114042" y="-7348"/>
                  <a:pt x="230872" y="-3398"/>
                  <a:pt x="343333" y="23802"/>
                </a:cubicBezTo>
                <a:cubicBezTo>
                  <a:pt x="685364" y="107874"/>
                  <a:pt x="937331" y="421700"/>
                  <a:pt x="935948" y="77572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26"/>
          <p:cNvSpPr/>
          <p:nvPr/>
        </p:nvSpPr>
        <p:spPr>
          <a:xfrm>
            <a:off x="5986504" y="2324844"/>
            <a:ext cx="725605" cy="1285729"/>
          </a:xfrm>
          <a:custGeom>
            <a:rect b="b" l="l" r="r" t="t"/>
            <a:pathLst>
              <a:path extrusionOk="0" h="1499392" w="846187">
                <a:moveTo>
                  <a:pt x="846189" y="415528"/>
                </a:moveTo>
                <a:cubicBezTo>
                  <a:pt x="757334" y="444029"/>
                  <a:pt x="677710" y="495757"/>
                  <a:pt x="615556" y="565359"/>
                </a:cubicBezTo>
                <a:cubicBezTo>
                  <a:pt x="444434" y="758943"/>
                  <a:pt x="457259" y="1042048"/>
                  <a:pt x="589277" y="1253069"/>
                </a:cubicBezTo>
                <a:lnTo>
                  <a:pt x="131489" y="1499376"/>
                </a:lnTo>
                <a:cubicBezTo>
                  <a:pt x="-43236" y="1156171"/>
                  <a:pt x="-57527" y="736185"/>
                  <a:pt x="172100" y="404212"/>
                </a:cubicBezTo>
                <a:cubicBezTo>
                  <a:pt x="321885" y="190193"/>
                  <a:pt x="550807" y="44713"/>
                  <a:pt x="808176" y="-1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26"/>
          <p:cNvSpPr/>
          <p:nvPr/>
        </p:nvSpPr>
        <p:spPr>
          <a:xfrm>
            <a:off x="6099387" y="3400632"/>
            <a:ext cx="1632748" cy="777557"/>
          </a:xfrm>
          <a:custGeom>
            <a:rect b="b" l="l" r="r" t="t"/>
            <a:pathLst>
              <a:path extrusionOk="0" h="906772" w="1904079">
                <a:moveTo>
                  <a:pt x="1904081" y="656804"/>
                </a:moveTo>
                <a:cubicBezTo>
                  <a:pt x="1464440" y="947958"/>
                  <a:pt x="871489" y="1007889"/>
                  <a:pt x="415587" y="712671"/>
                </a:cubicBezTo>
                <a:cubicBezTo>
                  <a:pt x="238625" y="596267"/>
                  <a:pt x="95320" y="435447"/>
                  <a:pt x="1" y="246292"/>
                </a:cubicBezTo>
                <a:lnTo>
                  <a:pt x="457790" y="-16"/>
                </a:lnTo>
                <a:cubicBezTo>
                  <a:pt x="471888" y="22575"/>
                  <a:pt x="487354" y="44283"/>
                  <a:pt x="504102" y="64987"/>
                </a:cubicBezTo>
                <a:cubicBezTo>
                  <a:pt x="744919" y="362635"/>
                  <a:pt x="1164905" y="367454"/>
                  <a:pt x="1467834" y="164440"/>
                </a:cubicBezTo>
                <a:cubicBezTo>
                  <a:pt x="1492306" y="148044"/>
                  <a:pt x="1515879" y="130347"/>
                  <a:pt x="1538453" y="1114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26"/>
          <p:cNvSpPr/>
          <p:nvPr/>
        </p:nvSpPr>
        <p:spPr>
          <a:xfrm>
            <a:off x="7420168" y="2318979"/>
            <a:ext cx="886129" cy="1643600"/>
          </a:xfrm>
          <a:custGeom>
            <a:rect b="b" l="l" r="r" t="t"/>
            <a:pathLst>
              <a:path extrusionOk="0" h="1916735" w="1033387">
                <a:moveTo>
                  <a:pt x="608961" y="1715005"/>
                </a:moveTo>
                <a:cubicBezTo>
                  <a:pt x="535392" y="1790854"/>
                  <a:pt x="453802" y="1858488"/>
                  <a:pt x="365629" y="1916720"/>
                </a:cubicBezTo>
                <a:lnTo>
                  <a:pt x="1" y="1371340"/>
                </a:lnTo>
                <a:cubicBezTo>
                  <a:pt x="244465" y="1166481"/>
                  <a:pt x="338302" y="842847"/>
                  <a:pt x="268899" y="529901"/>
                </a:cubicBezTo>
                <a:cubicBezTo>
                  <a:pt x="253093" y="458885"/>
                  <a:pt x="229859" y="389729"/>
                  <a:pt x="199580" y="323575"/>
                </a:cubicBezTo>
                <a:lnTo>
                  <a:pt x="915662" y="-16"/>
                </a:lnTo>
                <a:cubicBezTo>
                  <a:pt x="942639" y="70543"/>
                  <a:pt x="965147" y="142729"/>
                  <a:pt x="983054" y="216116"/>
                </a:cubicBezTo>
                <a:cubicBezTo>
                  <a:pt x="1112181" y="746328"/>
                  <a:pt x="994748" y="1316352"/>
                  <a:pt x="608961" y="171500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26"/>
          <p:cNvSpPr/>
          <p:nvPr/>
        </p:nvSpPr>
        <p:spPr>
          <a:xfrm>
            <a:off x="6709225" y="1284102"/>
            <a:ext cx="1495284" cy="1311136"/>
          </a:xfrm>
          <a:custGeom>
            <a:rect b="b" l="l" r="r" t="t"/>
            <a:pathLst>
              <a:path extrusionOk="0" h="1529022" w="1743771">
                <a:moveTo>
                  <a:pt x="1743773" y="1205416"/>
                </a:moveTo>
                <a:lnTo>
                  <a:pt x="1027690" y="1529007"/>
                </a:lnTo>
                <a:cubicBezTo>
                  <a:pt x="894917" y="1238400"/>
                  <a:pt x="631886" y="1012083"/>
                  <a:pt x="314582" y="941339"/>
                </a:cubicBezTo>
                <a:cubicBezTo>
                  <a:pt x="211406" y="918350"/>
                  <a:pt x="105482" y="910179"/>
                  <a:pt x="1" y="917072"/>
                </a:cubicBezTo>
                <a:lnTo>
                  <a:pt x="1" y="-16"/>
                </a:lnTo>
                <a:cubicBezTo>
                  <a:pt x="452635" y="8032"/>
                  <a:pt x="890936" y="168926"/>
                  <a:pt x="1232925" y="470306"/>
                </a:cubicBezTo>
                <a:cubicBezTo>
                  <a:pt x="1459995" y="670562"/>
                  <a:pt x="1635261" y="922770"/>
                  <a:pt x="1743773" y="1205416"/>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26"/>
          <p:cNvSpPr/>
          <p:nvPr/>
        </p:nvSpPr>
        <p:spPr>
          <a:xfrm>
            <a:off x="5293203" y="1283825"/>
            <a:ext cx="1414351" cy="1155261"/>
          </a:xfrm>
          <a:custGeom>
            <a:rect b="b" l="l" r="r" t="t"/>
            <a:pathLst>
              <a:path extrusionOk="0" h="1347243" w="1649389">
                <a:moveTo>
                  <a:pt x="1649391" y="307"/>
                </a:moveTo>
                <a:lnTo>
                  <a:pt x="1649391" y="917395"/>
                </a:lnTo>
                <a:cubicBezTo>
                  <a:pt x="1319178" y="938601"/>
                  <a:pt x="1007573" y="1102766"/>
                  <a:pt x="784022" y="1347228"/>
                </a:cubicBezTo>
                <a:lnTo>
                  <a:pt x="1" y="672008"/>
                </a:lnTo>
                <a:cubicBezTo>
                  <a:pt x="402427" y="268243"/>
                  <a:pt x="956609" y="26795"/>
                  <a:pt x="1525587" y="1901"/>
                </a:cubicBezTo>
                <a:cubicBezTo>
                  <a:pt x="1566953" y="99"/>
                  <a:pt x="1608221" y="-433"/>
                  <a:pt x="1649391" y="307"/>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26"/>
          <p:cNvSpPr/>
          <p:nvPr/>
        </p:nvSpPr>
        <p:spPr>
          <a:xfrm>
            <a:off x="4696319" y="1860766"/>
            <a:ext cx="1268477" cy="1418196"/>
          </a:xfrm>
          <a:custGeom>
            <a:rect b="b" l="l" r="r" t="t"/>
            <a:pathLst>
              <a:path extrusionOk="0" h="1653873" w="1479274">
                <a:moveTo>
                  <a:pt x="1158912" y="1306209"/>
                </a:moveTo>
                <a:cubicBezTo>
                  <a:pt x="1139195" y="1413310"/>
                  <a:pt x="1133238" y="1522490"/>
                  <a:pt x="1141184" y="1631100"/>
                </a:cubicBezTo>
                <a:cubicBezTo>
                  <a:pt x="808958" y="1637722"/>
                  <a:pt x="476719" y="1644344"/>
                  <a:pt x="144467" y="1650967"/>
                </a:cubicBezTo>
                <a:cubicBezTo>
                  <a:pt x="96312" y="1651931"/>
                  <a:pt x="48157" y="1652894"/>
                  <a:pt x="1" y="1653857"/>
                </a:cubicBezTo>
                <a:cubicBezTo>
                  <a:pt x="7736" y="1035578"/>
                  <a:pt x="255177" y="444444"/>
                  <a:pt x="690184" y="5014"/>
                </a:cubicBezTo>
                <a:cubicBezTo>
                  <a:pt x="691860" y="3295"/>
                  <a:pt x="693538" y="1619"/>
                  <a:pt x="695255" y="-16"/>
                </a:cubicBezTo>
                <a:lnTo>
                  <a:pt x="1479276" y="675204"/>
                </a:lnTo>
                <a:cubicBezTo>
                  <a:pt x="1318004" y="851564"/>
                  <a:pt x="1202498" y="1069750"/>
                  <a:pt x="1158912" y="1306209"/>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26"/>
          <p:cNvSpPr txBox="1"/>
          <p:nvPr/>
        </p:nvSpPr>
        <p:spPr>
          <a:xfrm flipH="1">
            <a:off x="758094" y="418460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lt2"/>
              </a:buClr>
              <a:buSzPts val="1200"/>
              <a:buFont typeface="Catamaran"/>
              <a:buChar char="●"/>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493" name="Google Shape;493;p26"/>
          <p:cNvSpPr txBox="1"/>
          <p:nvPr/>
        </p:nvSpPr>
        <p:spPr>
          <a:xfrm flipH="1">
            <a:off x="758094" y="331269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accent2"/>
              </a:buClr>
              <a:buSzPts val="1200"/>
              <a:buFont typeface="Catamaran"/>
              <a:buChar char="●"/>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494" name="Google Shape;494;p26"/>
          <p:cNvSpPr txBox="1"/>
          <p:nvPr/>
        </p:nvSpPr>
        <p:spPr>
          <a:xfrm flipH="1">
            <a:off x="758094" y="2440772"/>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dk2"/>
              </a:buClr>
              <a:buSzPts val="1200"/>
              <a:buFont typeface="Catamaran"/>
              <a:buChar char="●"/>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495" name="Google Shape;495;p26"/>
          <p:cNvSpPr txBox="1"/>
          <p:nvPr/>
        </p:nvSpPr>
        <p:spPr>
          <a:xfrm flipH="1">
            <a:off x="758094" y="156885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accent1"/>
              </a:buClr>
              <a:buSzPts val="1200"/>
              <a:buFont typeface="Catamaran"/>
              <a:buChar char="●"/>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sp>
        <p:nvSpPr>
          <p:cNvPr id="496" name="Google Shape;496;p26"/>
          <p:cNvSpPr/>
          <p:nvPr/>
        </p:nvSpPr>
        <p:spPr>
          <a:xfrm>
            <a:off x="6721907" y="2889241"/>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4</a:t>
            </a:r>
            <a:endParaRPr sz="2400">
              <a:solidFill>
                <a:schemeClr val="dk1"/>
              </a:solidFill>
              <a:latin typeface="Calibri"/>
              <a:ea typeface="Calibri"/>
              <a:cs typeface="Calibri"/>
              <a:sym typeface="Calibri"/>
            </a:endParaRPr>
          </a:p>
        </p:txBody>
      </p:sp>
      <p:sp>
        <p:nvSpPr>
          <p:cNvPr id="497" name="Google Shape;497;p26"/>
          <p:cNvSpPr/>
          <p:nvPr/>
        </p:nvSpPr>
        <p:spPr>
          <a:xfrm>
            <a:off x="6143915" y="3734788"/>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3</a:t>
            </a:r>
            <a:endParaRPr sz="2400">
              <a:solidFill>
                <a:schemeClr val="dk1"/>
              </a:solidFill>
              <a:latin typeface="Calibri"/>
              <a:ea typeface="Calibri"/>
              <a:cs typeface="Calibri"/>
              <a:sym typeface="Calibri"/>
            </a:endParaRPr>
          </a:p>
        </p:txBody>
      </p:sp>
      <p:sp>
        <p:nvSpPr>
          <p:cNvPr id="498" name="Google Shape;498;p26"/>
          <p:cNvSpPr/>
          <p:nvPr/>
        </p:nvSpPr>
        <p:spPr>
          <a:xfrm>
            <a:off x="8017534" y="2072359"/>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2</a:t>
            </a:r>
            <a:endParaRPr sz="2400">
              <a:solidFill>
                <a:schemeClr val="dk1"/>
              </a:solidFill>
              <a:latin typeface="Calibri"/>
              <a:ea typeface="Calibri"/>
              <a:cs typeface="Calibri"/>
              <a:sym typeface="Calibri"/>
            </a:endParaRPr>
          </a:p>
        </p:txBody>
      </p:sp>
      <p:sp>
        <p:nvSpPr>
          <p:cNvPr id="499" name="Google Shape;499;p26"/>
          <p:cNvSpPr/>
          <p:nvPr/>
        </p:nvSpPr>
        <p:spPr>
          <a:xfrm>
            <a:off x="4988688" y="3079318"/>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1</a:t>
            </a:r>
            <a:endParaRPr sz="2400">
              <a:solidFill>
                <a:schemeClr val="dk1"/>
              </a:solidFill>
              <a:latin typeface="Calibri"/>
              <a:ea typeface="Calibri"/>
              <a:cs typeface="Calibri"/>
              <a:sym typeface="Calibri"/>
            </a:endParaRPr>
          </a:p>
        </p:txBody>
      </p:sp>
      <p:sp>
        <p:nvSpPr>
          <p:cNvPr id="500" name="Google Shape;500;p26"/>
          <p:cNvSpPr/>
          <p:nvPr/>
        </p:nvSpPr>
        <p:spPr>
          <a:xfrm>
            <a:off x="4810042" y="3514981"/>
            <a:ext cx="725700" cy="725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grpSp>
        <p:nvGrpSpPr>
          <p:cNvPr id="501" name="Google Shape;501;p26"/>
          <p:cNvGrpSpPr/>
          <p:nvPr/>
        </p:nvGrpSpPr>
        <p:grpSpPr>
          <a:xfrm>
            <a:off x="4988730" y="3693698"/>
            <a:ext cx="368349" cy="368253"/>
            <a:chOff x="3249418" y="2680766"/>
            <a:chExt cx="322660" cy="322632"/>
          </a:xfrm>
        </p:grpSpPr>
        <p:sp>
          <p:nvSpPr>
            <p:cNvPr id="502" name="Google Shape;502;p26"/>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26"/>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26"/>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6"/>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26"/>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26"/>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8" name="Google Shape;508;p26"/>
          <p:cNvSpPr txBox="1"/>
          <p:nvPr/>
        </p:nvSpPr>
        <p:spPr>
          <a:xfrm flipH="1">
            <a:off x="758094" y="1149450"/>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1</a:t>
            </a:r>
            <a:endParaRPr sz="900">
              <a:solidFill>
                <a:schemeClr val="dk1"/>
              </a:solidFill>
              <a:latin typeface="Catamaran"/>
              <a:ea typeface="Catamaran"/>
              <a:cs typeface="Catamaran"/>
              <a:sym typeface="Catamaran"/>
            </a:endParaRPr>
          </a:p>
        </p:txBody>
      </p:sp>
      <p:sp>
        <p:nvSpPr>
          <p:cNvPr id="509" name="Google Shape;509;p26"/>
          <p:cNvSpPr txBox="1"/>
          <p:nvPr/>
        </p:nvSpPr>
        <p:spPr>
          <a:xfrm flipH="1">
            <a:off x="758094" y="2021372"/>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2</a:t>
            </a:r>
            <a:endParaRPr sz="900">
              <a:solidFill>
                <a:schemeClr val="dk1"/>
              </a:solidFill>
              <a:latin typeface="Catamaran"/>
              <a:ea typeface="Catamaran"/>
              <a:cs typeface="Catamaran"/>
              <a:sym typeface="Catamaran"/>
            </a:endParaRPr>
          </a:p>
        </p:txBody>
      </p:sp>
      <p:sp>
        <p:nvSpPr>
          <p:cNvPr id="510" name="Google Shape;510;p26"/>
          <p:cNvSpPr txBox="1"/>
          <p:nvPr/>
        </p:nvSpPr>
        <p:spPr>
          <a:xfrm flipH="1">
            <a:off x="758094" y="2893290"/>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3</a:t>
            </a:r>
            <a:endParaRPr sz="900">
              <a:solidFill>
                <a:schemeClr val="dk1"/>
              </a:solidFill>
              <a:latin typeface="Catamaran"/>
              <a:ea typeface="Catamaran"/>
              <a:cs typeface="Catamaran"/>
              <a:sym typeface="Catamaran"/>
            </a:endParaRPr>
          </a:p>
        </p:txBody>
      </p:sp>
      <p:sp>
        <p:nvSpPr>
          <p:cNvPr id="511" name="Google Shape;511;p26"/>
          <p:cNvSpPr txBox="1"/>
          <p:nvPr/>
        </p:nvSpPr>
        <p:spPr>
          <a:xfrm flipH="1">
            <a:off x="758094" y="3765225"/>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4</a:t>
            </a:r>
            <a:endParaRPr sz="900">
              <a:solidFill>
                <a:schemeClr val="dk1"/>
              </a:solidFill>
              <a:latin typeface="Catamaran"/>
              <a:ea typeface="Catamaran"/>
              <a:cs typeface="Catamaran"/>
              <a:sym typeface="Catamaran"/>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5" name="Shape 515"/>
        <p:cNvGrpSpPr/>
        <p:nvPr/>
      </p:nvGrpSpPr>
      <p:grpSpPr>
        <a:xfrm>
          <a:off x="0" y="0"/>
          <a:ext cx="0" cy="0"/>
          <a:chOff x="0" y="0"/>
          <a:chExt cx="0" cy="0"/>
        </a:xfrm>
      </p:grpSpPr>
      <p:sp>
        <p:nvSpPr>
          <p:cNvPr id="516" name="Google Shape;51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517" name="Google Shape;517;p27"/>
          <p:cNvGrpSpPr/>
          <p:nvPr/>
        </p:nvGrpSpPr>
        <p:grpSpPr>
          <a:xfrm>
            <a:off x="4090998" y="2483323"/>
            <a:ext cx="1918408" cy="1361576"/>
            <a:chOff x="4211269" y="2934957"/>
            <a:chExt cx="2963707" cy="2103470"/>
          </a:xfrm>
        </p:grpSpPr>
        <p:sp>
          <p:nvSpPr>
            <p:cNvPr id="518" name="Google Shape;518;p27"/>
            <p:cNvSpPr/>
            <p:nvPr/>
          </p:nvSpPr>
          <p:spPr>
            <a:xfrm>
              <a:off x="4248280" y="2934957"/>
              <a:ext cx="2926696" cy="2103470"/>
            </a:xfrm>
            <a:custGeom>
              <a:rect b="b" l="l" r="r" t="t"/>
              <a:pathLst>
                <a:path extrusionOk="0" h="2103470" w="2926696">
                  <a:moveTo>
                    <a:pt x="896418" y="2103427"/>
                  </a:moveTo>
                  <a:cubicBezTo>
                    <a:pt x="578348" y="2103427"/>
                    <a:pt x="268835" y="1990714"/>
                    <a:pt x="7827" y="1773049"/>
                  </a:cubicBezTo>
                  <a:cubicBezTo>
                    <a:pt x="-1461" y="1765300"/>
                    <a:pt x="-2694" y="1751507"/>
                    <a:pt x="5074" y="1742241"/>
                  </a:cubicBezTo>
                  <a:cubicBezTo>
                    <a:pt x="12841" y="1732976"/>
                    <a:pt x="26668" y="1731746"/>
                    <a:pt x="35956" y="1739495"/>
                  </a:cubicBezTo>
                  <a:cubicBezTo>
                    <a:pt x="404280" y="2046638"/>
                    <a:pt x="872296" y="2138143"/>
                    <a:pt x="1320057" y="1990566"/>
                  </a:cubicBezTo>
                  <a:cubicBezTo>
                    <a:pt x="1672867" y="1872451"/>
                    <a:pt x="1968865" y="1627371"/>
                    <a:pt x="2150233" y="1303197"/>
                  </a:cubicBezTo>
                  <a:cubicBezTo>
                    <a:pt x="2334321" y="971249"/>
                    <a:pt x="2373041" y="599225"/>
                    <a:pt x="2259250" y="255658"/>
                  </a:cubicBezTo>
                  <a:cubicBezTo>
                    <a:pt x="2255528" y="244430"/>
                    <a:pt x="2261421" y="232284"/>
                    <a:pt x="2272557" y="228230"/>
                  </a:cubicBezTo>
                  <a:lnTo>
                    <a:pt x="2897251" y="1271"/>
                  </a:lnTo>
                  <a:cubicBezTo>
                    <a:pt x="2908640" y="-2846"/>
                    <a:pt x="2921219" y="3027"/>
                    <a:pt x="2925346" y="14389"/>
                  </a:cubicBezTo>
                  <a:cubicBezTo>
                    <a:pt x="2929460" y="25717"/>
                    <a:pt x="2923621" y="38232"/>
                    <a:pt x="2912283" y="42384"/>
                  </a:cubicBezTo>
                  <a:lnTo>
                    <a:pt x="2307408" y="262141"/>
                  </a:lnTo>
                  <a:cubicBezTo>
                    <a:pt x="2417008" y="611771"/>
                    <a:pt x="2375088" y="988125"/>
                    <a:pt x="2188606" y="1324379"/>
                  </a:cubicBezTo>
                  <a:cubicBezTo>
                    <a:pt x="2001860" y="1658152"/>
                    <a:pt x="1697088" y="1910485"/>
                    <a:pt x="1333824" y="2032089"/>
                  </a:cubicBezTo>
                  <a:cubicBezTo>
                    <a:pt x="1192779" y="2079028"/>
                    <a:pt x="1045104" y="2103112"/>
                    <a:pt x="896418" y="21034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27"/>
            <p:cNvSpPr/>
            <p:nvPr/>
          </p:nvSpPr>
          <p:spPr>
            <a:xfrm>
              <a:off x="4211269" y="4601673"/>
              <a:ext cx="146000" cy="145646"/>
            </a:xfrm>
            <a:custGeom>
              <a:rect b="b" l="l" r="r" t="t"/>
              <a:pathLst>
                <a:path extrusionOk="0" h="145646" w="146000">
                  <a:moveTo>
                    <a:pt x="145967" y="72779"/>
                  </a:moveTo>
                  <a:cubicBezTo>
                    <a:pt x="145968" y="112998"/>
                    <a:pt x="113285" y="145603"/>
                    <a:pt x="72968" y="145603"/>
                  </a:cubicBezTo>
                  <a:cubicBezTo>
                    <a:pt x="32651" y="145604"/>
                    <a:pt x="-33" y="113000"/>
                    <a:pt x="-33" y="72781"/>
                  </a:cubicBezTo>
                  <a:cubicBezTo>
                    <a:pt x="-33" y="32566"/>
                    <a:pt x="32643" y="-37"/>
                    <a:pt x="72955" y="-44"/>
                  </a:cubicBezTo>
                  <a:cubicBezTo>
                    <a:pt x="113273" y="-42"/>
                    <a:pt x="145959" y="32559"/>
                    <a:pt x="145967" y="727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0" name="Google Shape;520;p27"/>
          <p:cNvGrpSpPr/>
          <p:nvPr/>
        </p:nvGrpSpPr>
        <p:grpSpPr>
          <a:xfrm>
            <a:off x="4555212" y="1467118"/>
            <a:ext cx="933716" cy="2166883"/>
            <a:chOff x="4928422" y="1365044"/>
            <a:chExt cx="1442478" cy="3347571"/>
          </a:xfrm>
        </p:grpSpPr>
        <p:sp>
          <p:nvSpPr>
            <p:cNvPr id="521" name="Google Shape;521;p27"/>
            <p:cNvSpPr/>
            <p:nvPr/>
          </p:nvSpPr>
          <p:spPr>
            <a:xfrm>
              <a:off x="4928422" y="1365044"/>
              <a:ext cx="1442478" cy="3285103"/>
            </a:xfrm>
            <a:custGeom>
              <a:rect b="b" l="l" r="r" t="t"/>
              <a:pathLst>
                <a:path extrusionOk="0" h="3285103" w="1442478">
                  <a:moveTo>
                    <a:pt x="758284" y="3285059"/>
                  </a:moveTo>
                  <a:cubicBezTo>
                    <a:pt x="746171" y="3285062"/>
                    <a:pt x="736349" y="3275268"/>
                    <a:pt x="736346" y="3263184"/>
                  </a:cubicBezTo>
                  <a:cubicBezTo>
                    <a:pt x="736344" y="3255615"/>
                    <a:pt x="740265" y="3248582"/>
                    <a:pt x="746712" y="3244590"/>
                  </a:cubicBezTo>
                  <a:cubicBezTo>
                    <a:pt x="1173179" y="2980602"/>
                    <a:pt x="1398591" y="2598842"/>
                    <a:pt x="1398591" y="2140621"/>
                  </a:cubicBezTo>
                  <a:cubicBezTo>
                    <a:pt x="1398591" y="1772916"/>
                    <a:pt x="1251376" y="1401251"/>
                    <a:pt x="994684" y="1120907"/>
                  </a:cubicBezTo>
                  <a:cubicBezTo>
                    <a:pt x="729337" y="831123"/>
                    <a:pt x="383856" y="671532"/>
                    <a:pt x="21895" y="671532"/>
                  </a:cubicBezTo>
                  <a:cubicBezTo>
                    <a:pt x="9786" y="671529"/>
                    <a:pt x="-29" y="661737"/>
                    <a:pt x="-33" y="649658"/>
                  </a:cubicBezTo>
                  <a:lnTo>
                    <a:pt x="-33" y="21837"/>
                  </a:lnTo>
                  <a:cubicBezTo>
                    <a:pt x="-33" y="9753"/>
                    <a:pt x="9787" y="-44"/>
                    <a:pt x="21901" y="-44"/>
                  </a:cubicBezTo>
                  <a:cubicBezTo>
                    <a:pt x="34014" y="-44"/>
                    <a:pt x="43834" y="9753"/>
                    <a:pt x="43834" y="21837"/>
                  </a:cubicBezTo>
                  <a:lnTo>
                    <a:pt x="43834" y="627957"/>
                  </a:lnTo>
                  <a:cubicBezTo>
                    <a:pt x="410261" y="634254"/>
                    <a:pt x="758655" y="798274"/>
                    <a:pt x="1027067" y="1091412"/>
                  </a:cubicBezTo>
                  <a:cubicBezTo>
                    <a:pt x="1291050" y="1379711"/>
                    <a:pt x="1442446" y="1762127"/>
                    <a:pt x="1442446" y="2140621"/>
                  </a:cubicBezTo>
                  <a:cubicBezTo>
                    <a:pt x="1442446" y="2614765"/>
                    <a:pt x="1209866" y="3009380"/>
                    <a:pt x="769842" y="3281769"/>
                  </a:cubicBezTo>
                  <a:cubicBezTo>
                    <a:pt x="766376" y="3283927"/>
                    <a:pt x="762370" y="3285067"/>
                    <a:pt x="758284" y="32850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27"/>
            <p:cNvSpPr/>
            <p:nvPr/>
          </p:nvSpPr>
          <p:spPr>
            <a:xfrm>
              <a:off x="5595109" y="4566980"/>
              <a:ext cx="145988" cy="145635"/>
            </a:xfrm>
            <a:custGeom>
              <a:rect b="b" l="l" r="r" t="t"/>
              <a:pathLst>
                <a:path extrusionOk="0" h="145635" w="145988">
                  <a:moveTo>
                    <a:pt x="145906" y="70108"/>
                  </a:moveTo>
                  <a:cubicBezTo>
                    <a:pt x="147382" y="110297"/>
                    <a:pt x="115920" y="144070"/>
                    <a:pt x="75634" y="145542"/>
                  </a:cubicBezTo>
                  <a:cubicBezTo>
                    <a:pt x="35348" y="147015"/>
                    <a:pt x="1493" y="115629"/>
                    <a:pt x="17" y="75440"/>
                  </a:cubicBezTo>
                  <a:cubicBezTo>
                    <a:pt x="-1459" y="35257"/>
                    <a:pt x="29995" y="1486"/>
                    <a:pt x="70276" y="7"/>
                  </a:cubicBezTo>
                  <a:cubicBezTo>
                    <a:pt x="110561" y="-1473"/>
                    <a:pt x="144422" y="29905"/>
                    <a:pt x="145905" y="70093"/>
                  </a:cubicBezTo>
                  <a:cubicBezTo>
                    <a:pt x="145905" y="70098"/>
                    <a:pt x="145906" y="70103"/>
                    <a:pt x="145906" y="70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3" name="Google Shape;523;p27"/>
          <p:cNvGrpSpPr/>
          <p:nvPr/>
        </p:nvGrpSpPr>
        <p:grpSpPr>
          <a:xfrm>
            <a:off x="3127978" y="2003761"/>
            <a:ext cx="2231265" cy="762412"/>
            <a:chOff x="2723520" y="2194092"/>
            <a:chExt cx="3447034" cy="1177834"/>
          </a:xfrm>
        </p:grpSpPr>
        <p:sp>
          <p:nvSpPr>
            <p:cNvPr id="524" name="Google Shape;524;p27"/>
            <p:cNvSpPr/>
            <p:nvPr/>
          </p:nvSpPr>
          <p:spPr>
            <a:xfrm>
              <a:off x="2723520" y="2194092"/>
              <a:ext cx="3390714" cy="1105667"/>
            </a:xfrm>
            <a:custGeom>
              <a:rect b="b" l="l" r="r" t="t"/>
              <a:pathLst>
                <a:path extrusionOk="0" h="1105667" w="3390714">
                  <a:moveTo>
                    <a:pt x="3368742" y="1105624"/>
                  </a:moveTo>
                  <a:cubicBezTo>
                    <a:pt x="3358660" y="1105614"/>
                    <a:pt x="3349884" y="1098748"/>
                    <a:pt x="3347472" y="1088983"/>
                  </a:cubicBezTo>
                  <a:cubicBezTo>
                    <a:pt x="3228893" y="609629"/>
                    <a:pt x="2907896" y="252948"/>
                    <a:pt x="2466781" y="110395"/>
                  </a:cubicBezTo>
                  <a:cubicBezTo>
                    <a:pt x="2119541" y="-1860"/>
                    <a:pt x="1724898" y="28577"/>
                    <a:pt x="1384033" y="193883"/>
                  </a:cubicBezTo>
                  <a:cubicBezTo>
                    <a:pt x="1035366" y="362999"/>
                    <a:pt x="781353" y="647006"/>
                    <a:pt x="668776" y="993616"/>
                  </a:cubicBezTo>
                  <a:cubicBezTo>
                    <a:pt x="665039" y="1005112"/>
                    <a:pt x="652668" y="1011409"/>
                    <a:pt x="641144" y="1007680"/>
                  </a:cubicBezTo>
                  <a:cubicBezTo>
                    <a:pt x="640941" y="1007614"/>
                    <a:pt x="640738" y="1007546"/>
                    <a:pt x="640537" y="1007474"/>
                  </a:cubicBezTo>
                  <a:lnTo>
                    <a:pt x="14528" y="784438"/>
                  </a:lnTo>
                  <a:cubicBezTo>
                    <a:pt x="3120" y="780373"/>
                    <a:pt x="-2824" y="767851"/>
                    <a:pt x="1252" y="756471"/>
                  </a:cubicBezTo>
                  <a:cubicBezTo>
                    <a:pt x="5327" y="745091"/>
                    <a:pt x="17879" y="739161"/>
                    <a:pt x="29287" y="743226"/>
                  </a:cubicBezTo>
                  <a:lnTo>
                    <a:pt x="634199" y="958752"/>
                  </a:lnTo>
                  <a:cubicBezTo>
                    <a:pt x="753845" y="610434"/>
                    <a:pt x="1012532" y="325414"/>
                    <a:pt x="1364858" y="154527"/>
                  </a:cubicBezTo>
                  <a:cubicBezTo>
                    <a:pt x="1715820" y="-15667"/>
                    <a:pt x="2122356" y="-46932"/>
                    <a:pt x="2480301" y="68774"/>
                  </a:cubicBezTo>
                  <a:cubicBezTo>
                    <a:pt x="2936161" y="216091"/>
                    <a:pt x="3267763" y="584118"/>
                    <a:pt x="3390037" y="1078503"/>
                  </a:cubicBezTo>
                  <a:cubicBezTo>
                    <a:pt x="3392940" y="1090231"/>
                    <a:pt x="3385768" y="1102088"/>
                    <a:pt x="3374014" y="1104993"/>
                  </a:cubicBezTo>
                  <a:cubicBezTo>
                    <a:pt x="3372287" y="1105408"/>
                    <a:pt x="3370518" y="1105619"/>
                    <a:pt x="3368742" y="1105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27"/>
            <p:cNvSpPr/>
            <p:nvPr/>
          </p:nvSpPr>
          <p:spPr>
            <a:xfrm>
              <a:off x="6024578" y="3226304"/>
              <a:ext cx="145976" cy="145622"/>
            </a:xfrm>
            <a:custGeom>
              <a:rect b="b" l="l" r="r" t="t"/>
              <a:pathLst>
                <a:path extrusionOk="0" h="145622" w="145976">
                  <a:moveTo>
                    <a:pt x="145943" y="72781"/>
                  </a:moveTo>
                  <a:cubicBezTo>
                    <a:pt x="145936" y="112993"/>
                    <a:pt x="113253" y="145586"/>
                    <a:pt x="72942" y="145579"/>
                  </a:cubicBezTo>
                  <a:cubicBezTo>
                    <a:pt x="32632" y="145572"/>
                    <a:pt x="-40" y="112968"/>
                    <a:pt x="-33" y="72755"/>
                  </a:cubicBezTo>
                  <a:cubicBezTo>
                    <a:pt x="-26" y="32542"/>
                    <a:pt x="32658" y="-51"/>
                    <a:pt x="72968" y="-44"/>
                  </a:cubicBezTo>
                  <a:cubicBezTo>
                    <a:pt x="113270" y="-45"/>
                    <a:pt x="145942" y="32546"/>
                    <a:pt x="145943" y="72750"/>
                  </a:cubicBezTo>
                  <a:cubicBezTo>
                    <a:pt x="145943" y="72760"/>
                    <a:pt x="145943" y="72770"/>
                    <a:pt x="145943" y="727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6" name="Google Shape;526;p27"/>
          <p:cNvGrpSpPr/>
          <p:nvPr/>
        </p:nvGrpSpPr>
        <p:grpSpPr>
          <a:xfrm>
            <a:off x="3585273" y="2144650"/>
            <a:ext cx="1059620" cy="2038204"/>
            <a:chOff x="3429984" y="2411749"/>
            <a:chExt cx="1636984" cy="3148778"/>
          </a:xfrm>
        </p:grpSpPr>
        <p:sp>
          <p:nvSpPr>
            <p:cNvPr id="527" name="Google Shape;527;p27"/>
            <p:cNvSpPr/>
            <p:nvPr/>
          </p:nvSpPr>
          <p:spPr>
            <a:xfrm>
              <a:off x="3429984" y="2454686"/>
              <a:ext cx="1564067" cy="3105841"/>
            </a:xfrm>
            <a:custGeom>
              <a:rect b="b" l="l" r="r" t="t"/>
              <a:pathLst>
                <a:path extrusionOk="0" h="3105841" w="1564067">
                  <a:moveTo>
                    <a:pt x="149799" y="3105798"/>
                  </a:moveTo>
                  <a:cubicBezTo>
                    <a:pt x="137689" y="3105795"/>
                    <a:pt x="127874" y="3095999"/>
                    <a:pt x="127877" y="3083918"/>
                  </a:cubicBezTo>
                  <a:cubicBezTo>
                    <a:pt x="127879" y="3078537"/>
                    <a:pt x="129868" y="3073346"/>
                    <a:pt x="133465" y="3069336"/>
                  </a:cubicBezTo>
                  <a:lnTo>
                    <a:pt x="551610" y="2602950"/>
                  </a:lnTo>
                  <a:cubicBezTo>
                    <a:pt x="263219" y="2379518"/>
                    <a:pt x="68006" y="2029011"/>
                    <a:pt x="14663" y="1637229"/>
                  </a:cubicBezTo>
                  <a:cubicBezTo>
                    <a:pt x="-39609" y="1238593"/>
                    <a:pt x="57947" y="838039"/>
                    <a:pt x="282318" y="538308"/>
                  </a:cubicBezTo>
                  <a:cubicBezTo>
                    <a:pt x="568638" y="155780"/>
                    <a:pt x="1028480" y="-38118"/>
                    <a:pt x="1543984" y="6174"/>
                  </a:cubicBezTo>
                  <a:cubicBezTo>
                    <a:pt x="1556054" y="7213"/>
                    <a:pt x="1564994" y="17815"/>
                    <a:pt x="1563953" y="29855"/>
                  </a:cubicBezTo>
                  <a:cubicBezTo>
                    <a:pt x="1562911" y="41896"/>
                    <a:pt x="1552283" y="50814"/>
                    <a:pt x="1540214" y="49775"/>
                  </a:cubicBezTo>
                  <a:cubicBezTo>
                    <a:pt x="1040225" y="6805"/>
                    <a:pt x="594510" y="194358"/>
                    <a:pt x="317467" y="564475"/>
                  </a:cubicBezTo>
                  <a:cubicBezTo>
                    <a:pt x="99904" y="855114"/>
                    <a:pt x="5386" y="1243962"/>
                    <a:pt x="58121" y="1631340"/>
                  </a:cubicBezTo>
                  <a:cubicBezTo>
                    <a:pt x="111066" y="2020103"/>
                    <a:pt x="307432" y="2366738"/>
                    <a:pt x="596891" y="2582350"/>
                  </a:cubicBezTo>
                  <a:cubicBezTo>
                    <a:pt x="606598" y="2589592"/>
                    <a:pt x="608582" y="2603311"/>
                    <a:pt x="601323" y="2612995"/>
                  </a:cubicBezTo>
                  <a:cubicBezTo>
                    <a:pt x="600942" y="2613503"/>
                    <a:pt x="600539" y="2613995"/>
                    <a:pt x="600115" y="2614468"/>
                  </a:cubicBezTo>
                  <a:lnTo>
                    <a:pt x="166158" y="3098511"/>
                  </a:lnTo>
                  <a:cubicBezTo>
                    <a:pt x="161996" y="3103156"/>
                    <a:pt x="156044" y="3105808"/>
                    <a:pt x="149798" y="31057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27"/>
            <p:cNvSpPr/>
            <p:nvPr/>
          </p:nvSpPr>
          <p:spPr>
            <a:xfrm>
              <a:off x="4920943" y="2411749"/>
              <a:ext cx="146025" cy="145672"/>
            </a:xfrm>
            <a:custGeom>
              <a:rect b="b" l="l" r="r" t="t"/>
              <a:pathLst>
                <a:path extrusionOk="0" h="145672" w="146025">
                  <a:moveTo>
                    <a:pt x="145993" y="72792"/>
                  </a:moveTo>
                  <a:cubicBezTo>
                    <a:pt x="145993" y="113018"/>
                    <a:pt x="113305" y="145628"/>
                    <a:pt x="72981" y="145629"/>
                  </a:cubicBezTo>
                  <a:cubicBezTo>
                    <a:pt x="32657" y="145629"/>
                    <a:pt x="-33" y="113019"/>
                    <a:pt x="-33" y="72793"/>
                  </a:cubicBezTo>
                  <a:cubicBezTo>
                    <a:pt x="-33" y="32567"/>
                    <a:pt x="32655" y="-43"/>
                    <a:pt x="72979" y="-44"/>
                  </a:cubicBezTo>
                  <a:cubicBezTo>
                    <a:pt x="113303" y="-44"/>
                    <a:pt x="145992" y="32565"/>
                    <a:pt x="145993" y="72791"/>
                  </a:cubicBezTo>
                  <a:cubicBezTo>
                    <a:pt x="145993" y="72791"/>
                    <a:pt x="145993" y="72791"/>
                    <a:pt x="145993" y="72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 name="Google Shape;529;p27"/>
          <p:cNvGrpSpPr/>
          <p:nvPr/>
        </p:nvGrpSpPr>
        <p:grpSpPr>
          <a:xfrm>
            <a:off x="3737249" y="2679536"/>
            <a:ext cx="1729887" cy="1505255"/>
            <a:chOff x="3664769" y="3238083"/>
            <a:chExt cx="2672465" cy="2325437"/>
          </a:xfrm>
        </p:grpSpPr>
        <p:sp>
          <p:nvSpPr>
            <p:cNvPr id="530" name="Google Shape;530;p27"/>
            <p:cNvSpPr/>
            <p:nvPr/>
          </p:nvSpPr>
          <p:spPr>
            <a:xfrm>
              <a:off x="3664769" y="3280822"/>
              <a:ext cx="2672465" cy="2282698"/>
            </a:xfrm>
            <a:custGeom>
              <a:rect b="b" l="l" r="r" t="t"/>
              <a:pathLst>
                <a:path extrusionOk="0" h="2282698" w="2672465">
                  <a:moveTo>
                    <a:pt x="2650526" y="2282655"/>
                  </a:moveTo>
                  <a:cubicBezTo>
                    <a:pt x="2643338" y="2282664"/>
                    <a:pt x="2636603" y="2279155"/>
                    <a:pt x="2632504" y="2273265"/>
                  </a:cubicBezTo>
                  <a:lnTo>
                    <a:pt x="2282101" y="1770454"/>
                  </a:lnTo>
                  <a:cubicBezTo>
                    <a:pt x="1663944" y="2202878"/>
                    <a:pt x="720720" y="2024854"/>
                    <a:pt x="251738" y="1382656"/>
                  </a:cubicBezTo>
                  <a:cubicBezTo>
                    <a:pt x="-26868" y="1001069"/>
                    <a:pt x="-77544" y="489276"/>
                    <a:pt x="116181" y="13572"/>
                  </a:cubicBezTo>
                  <a:cubicBezTo>
                    <a:pt x="120756" y="2387"/>
                    <a:pt x="133555" y="-2981"/>
                    <a:pt x="144768" y="1584"/>
                  </a:cubicBezTo>
                  <a:cubicBezTo>
                    <a:pt x="155956" y="6138"/>
                    <a:pt x="161342" y="18865"/>
                    <a:pt x="156811" y="30040"/>
                  </a:cubicBezTo>
                  <a:cubicBezTo>
                    <a:pt x="-31160" y="491615"/>
                    <a:pt x="17582" y="987645"/>
                    <a:pt x="287196" y="1356897"/>
                  </a:cubicBezTo>
                  <a:cubicBezTo>
                    <a:pt x="573976" y="1749607"/>
                    <a:pt x="1043193" y="1963784"/>
                    <a:pt x="1500939" y="1963808"/>
                  </a:cubicBezTo>
                  <a:cubicBezTo>
                    <a:pt x="1777151" y="1963821"/>
                    <a:pt x="2049136" y="1885863"/>
                    <a:pt x="2274510" y="1722090"/>
                  </a:cubicBezTo>
                  <a:cubicBezTo>
                    <a:pt x="2284313" y="1714979"/>
                    <a:pt x="2298039" y="1717141"/>
                    <a:pt x="2305167" y="1726920"/>
                  </a:cubicBezTo>
                  <a:cubicBezTo>
                    <a:pt x="2305256" y="1727042"/>
                    <a:pt x="2305343" y="1727164"/>
                    <a:pt x="2305429" y="1727287"/>
                  </a:cubicBezTo>
                  <a:lnTo>
                    <a:pt x="2668509" y="2248285"/>
                  </a:lnTo>
                  <a:cubicBezTo>
                    <a:pt x="2675422" y="2258210"/>
                    <a:pt x="2672961" y="2271846"/>
                    <a:pt x="2663012" y="2278743"/>
                  </a:cubicBezTo>
                  <a:cubicBezTo>
                    <a:pt x="2659346" y="2281284"/>
                    <a:pt x="2654990" y="2282649"/>
                    <a:pt x="2650526" y="22826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27"/>
            <p:cNvSpPr/>
            <p:nvPr/>
          </p:nvSpPr>
          <p:spPr>
            <a:xfrm>
              <a:off x="3748613" y="3238083"/>
              <a:ext cx="145999" cy="145645"/>
            </a:xfrm>
            <a:custGeom>
              <a:rect b="b" l="l" r="r" t="t"/>
              <a:pathLst>
                <a:path extrusionOk="0" h="145645" w="145999">
                  <a:moveTo>
                    <a:pt x="145966" y="72792"/>
                  </a:moveTo>
                  <a:cubicBezTo>
                    <a:pt x="145959" y="113011"/>
                    <a:pt x="113270" y="145609"/>
                    <a:pt x="72954" y="145602"/>
                  </a:cubicBezTo>
                  <a:cubicBezTo>
                    <a:pt x="32637" y="145595"/>
                    <a:pt x="-40" y="112985"/>
                    <a:pt x="-33" y="72767"/>
                  </a:cubicBezTo>
                  <a:cubicBezTo>
                    <a:pt x="-26" y="32548"/>
                    <a:pt x="32663" y="-51"/>
                    <a:pt x="72979" y="-44"/>
                  </a:cubicBezTo>
                  <a:cubicBezTo>
                    <a:pt x="113294" y="-33"/>
                    <a:pt x="145969" y="32574"/>
                    <a:pt x="145966" y="7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2" name="Google Shape;532;p27"/>
          <p:cNvSpPr/>
          <p:nvPr/>
        </p:nvSpPr>
        <p:spPr>
          <a:xfrm>
            <a:off x="4146502" y="2570229"/>
            <a:ext cx="842652" cy="84061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27"/>
          <p:cNvSpPr/>
          <p:nvPr/>
        </p:nvSpPr>
        <p:spPr>
          <a:xfrm>
            <a:off x="5797317" y="2248846"/>
            <a:ext cx="534946" cy="466675"/>
          </a:xfrm>
          <a:custGeom>
            <a:rect b="b" l="l" r="r" t="t"/>
            <a:pathLst>
              <a:path extrusionOk="0" h="720733" w="826172">
                <a:moveTo>
                  <a:pt x="568776" y="705444"/>
                </a:moveTo>
                <a:cubicBezTo>
                  <a:pt x="759820" y="648190"/>
                  <a:pt x="868166" y="447279"/>
                  <a:pt x="810772" y="256697"/>
                </a:cubicBezTo>
                <a:cubicBezTo>
                  <a:pt x="753379" y="66115"/>
                  <a:pt x="551980" y="-41968"/>
                  <a:pt x="360936" y="15287"/>
                </a:cubicBezTo>
                <a:cubicBezTo>
                  <a:pt x="205271" y="61939"/>
                  <a:pt x="100017" y="206569"/>
                  <a:pt x="103763" y="368670"/>
                </a:cubicBezTo>
                <a:lnTo>
                  <a:pt x="-33" y="499668"/>
                </a:lnTo>
                <a:lnTo>
                  <a:pt x="158977" y="551928"/>
                </a:lnTo>
                <a:cubicBezTo>
                  <a:pt x="245410" y="689231"/>
                  <a:pt x="413112" y="752054"/>
                  <a:pt x="568776" y="7054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4" name="Google Shape;534;p27"/>
          <p:cNvGrpSpPr/>
          <p:nvPr/>
        </p:nvGrpSpPr>
        <p:grpSpPr>
          <a:xfrm>
            <a:off x="5989624" y="2362836"/>
            <a:ext cx="222595" cy="223375"/>
            <a:chOff x="7144416" y="2748819"/>
            <a:chExt cx="343882" cy="345088"/>
          </a:xfrm>
        </p:grpSpPr>
        <p:grpSp>
          <p:nvGrpSpPr>
            <p:cNvPr id="535" name="Google Shape;535;p27"/>
            <p:cNvGrpSpPr/>
            <p:nvPr/>
          </p:nvGrpSpPr>
          <p:grpSpPr>
            <a:xfrm>
              <a:off x="7212952" y="2748819"/>
              <a:ext cx="203009" cy="345088"/>
              <a:chOff x="7212952" y="2748819"/>
              <a:chExt cx="203009" cy="345088"/>
            </a:xfrm>
          </p:grpSpPr>
          <p:sp>
            <p:nvSpPr>
              <p:cNvPr id="536" name="Google Shape;536;p27"/>
              <p:cNvSpPr/>
              <p:nvPr/>
            </p:nvSpPr>
            <p:spPr>
              <a:xfrm>
                <a:off x="7252795" y="2748819"/>
                <a:ext cx="122349" cy="122053"/>
              </a:xfrm>
              <a:custGeom>
                <a:rect b="b" l="l" r="r" t="t"/>
                <a:pathLst>
                  <a:path extrusionOk="0" h="122053" w="122349">
                    <a:moveTo>
                      <a:pt x="122317" y="60977"/>
                    </a:moveTo>
                    <a:cubicBezTo>
                      <a:pt x="122320" y="94681"/>
                      <a:pt x="94934" y="122006"/>
                      <a:pt x="61148" y="122009"/>
                    </a:cubicBezTo>
                    <a:cubicBezTo>
                      <a:pt x="27362" y="122013"/>
                      <a:pt x="-29" y="94693"/>
                      <a:pt x="-33" y="60989"/>
                    </a:cubicBezTo>
                    <a:cubicBezTo>
                      <a:pt x="-36" y="27285"/>
                      <a:pt x="27349" y="-40"/>
                      <a:pt x="61135" y="-44"/>
                    </a:cubicBezTo>
                    <a:cubicBezTo>
                      <a:pt x="94916" y="-34"/>
                      <a:pt x="122299" y="27278"/>
                      <a:pt x="122317" y="6097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27"/>
              <p:cNvSpPr/>
              <p:nvPr/>
            </p:nvSpPr>
            <p:spPr>
              <a:xfrm>
                <a:off x="7212952" y="2892238"/>
                <a:ext cx="203009" cy="201669"/>
              </a:xfrm>
              <a:custGeom>
                <a:rect b="b" l="l" r="r" t="t"/>
                <a:pathLst>
                  <a:path extrusionOk="0" h="201669" w="203009">
                    <a:moveTo>
                      <a:pt x="2132" y="201626"/>
                    </a:moveTo>
                    <a:lnTo>
                      <a:pt x="200892" y="201626"/>
                    </a:lnTo>
                    <a:lnTo>
                      <a:pt x="202925" y="63812"/>
                    </a:lnTo>
                    <a:cubicBezTo>
                      <a:pt x="204301" y="29946"/>
                      <a:pt x="177896" y="1379"/>
                      <a:pt x="143948" y="7"/>
                    </a:cubicBezTo>
                    <a:cubicBezTo>
                      <a:pt x="143020" y="-31"/>
                      <a:pt x="142091" y="-47"/>
                      <a:pt x="141162" y="-43"/>
                    </a:cubicBezTo>
                    <a:lnTo>
                      <a:pt x="61663" y="-43"/>
                    </a:lnTo>
                    <a:cubicBezTo>
                      <a:pt x="27764" y="-217"/>
                      <a:pt x="142" y="27056"/>
                      <a:pt x="-32" y="60873"/>
                    </a:cubicBezTo>
                    <a:cubicBezTo>
                      <a:pt x="-37" y="61853"/>
                      <a:pt x="-19" y="62833"/>
                      <a:pt x="23" y="638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 name="Google Shape;538;p27"/>
            <p:cNvGrpSpPr/>
            <p:nvPr/>
          </p:nvGrpSpPr>
          <p:grpSpPr>
            <a:xfrm>
              <a:off x="7376756" y="2783239"/>
              <a:ext cx="111542" cy="295203"/>
              <a:chOff x="7376756" y="2783239"/>
              <a:chExt cx="111542" cy="295203"/>
            </a:xfrm>
          </p:grpSpPr>
          <p:sp>
            <p:nvSpPr>
              <p:cNvPr id="539" name="Google Shape;539;p27"/>
              <p:cNvSpPr/>
              <p:nvPr/>
            </p:nvSpPr>
            <p:spPr>
              <a:xfrm>
                <a:off x="7401822" y="2890112"/>
                <a:ext cx="86476" cy="188330"/>
              </a:xfrm>
              <a:custGeom>
                <a:rect b="b" l="l" r="r" t="t"/>
                <a:pathLst>
                  <a:path extrusionOk="0" h="188330" w="86476">
                    <a:moveTo>
                      <a:pt x="38687" y="-44"/>
                    </a:moveTo>
                    <a:lnTo>
                      <a:pt x="-33" y="-44"/>
                    </a:lnTo>
                    <a:cubicBezTo>
                      <a:pt x="24312" y="12894"/>
                      <a:pt x="39201" y="38482"/>
                      <a:pt x="38388" y="65987"/>
                    </a:cubicBezTo>
                    <a:lnTo>
                      <a:pt x="35487" y="188287"/>
                    </a:lnTo>
                    <a:lnTo>
                      <a:pt x="82988" y="170410"/>
                    </a:lnTo>
                    <a:lnTo>
                      <a:pt x="86089" y="56708"/>
                    </a:lnTo>
                    <a:cubicBezTo>
                      <a:pt x="89338" y="23328"/>
                      <a:pt x="69990" y="-44"/>
                      <a:pt x="38687" y="-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27"/>
              <p:cNvSpPr/>
              <p:nvPr/>
            </p:nvSpPr>
            <p:spPr>
              <a:xfrm>
                <a:off x="7376756" y="2783239"/>
                <a:ext cx="80789" cy="91097"/>
              </a:xfrm>
              <a:custGeom>
                <a:rect b="b" l="l" r="r" t="t"/>
                <a:pathLst>
                  <a:path extrusionOk="0" h="91097" w="80789">
                    <a:moveTo>
                      <a:pt x="35090" y="-43"/>
                    </a:moveTo>
                    <a:cubicBezTo>
                      <a:pt x="28129" y="-62"/>
                      <a:pt x="21258" y="1522"/>
                      <a:pt x="15011" y="4585"/>
                    </a:cubicBezTo>
                    <a:cubicBezTo>
                      <a:pt x="22828" y="28931"/>
                      <a:pt x="17100" y="55587"/>
                      <a:pt x="-33" y="74599"/>
                    </a:cubicBezTo>
                    <a:cubicBezTo>
                      <a:pt x="16074" y="93953"/>
                      <a:pt x="44860" y="96618"/>
                      <a:pt x="64262" y="80549"/>
                    </a:cubicBezTo>
                    <a:cubicBezTo>
                      <a:pt x="83664" y="64481"/>
                      <a:pt x="86334" y="35765"/>
                      <a:pt x="70227" y="16410"/>
                    </a:cubicBezTo>
                    <a:cubicBezTo>
                      <a:pt x="61551" y="5985"/>
                      <a:pt x="48673" y="-45"/>
                      <a:pt x="35090" y="-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 name="Google Shape;541;p27"/>
            <p:cNvGrpSpPr/>
            <p:nvPr/>
          </p:nvGrpSpPr>
          <p:grpSpPr>
            <a:xfrm>
              <a:off x="7144416" y="2783193"/>
              <a:ext cx="108750" cy="295249"/>
              <a:chOff x="7144416" y="2783193"/>
              <a:chExt cx="108750" cy="295249"/>
            </a:xfrm>
          </p:grpSpPr>
          <p:sp>
            <p:nvSpPr>
              <p:cNvPr id="542" name="Google Shape;542;p27"/>
              <p:cNvSpPr/>
              <p:nvPr/>
            </p:nvSpPr>
            <p:spPr>
              <a:xfrm>
                <a:off x="7144416" y="2890112"/>
                <a:ext cx="82048" cy="188330"/>
              </a:xfrm>
              <a:custGeom>
                <a:rect b="b" l="l" r="r" t="t"/>
                <a:pathLst>
                  <a:path extrusionOk="0" h="188330" w="82048">
                    <a:moveTo>
                      <a:pt x="47723" y="-44"/>
                    </a:moveTo>
                    <a:lnTo>
                      <a:pt x="82016" y="-44"/>
                    </a:lnTo>
                    <a:cubicBezTo>
                      <a:pt x="57673" y="12893"/>
                      <a:pt x="42791" y="38484"/>
                      <a:pt x="43619" y="65987"/>
                    </a:cubicBezTo>
                    <a:lnTo>
                      <a:pt x="46508" y="188287"/>
                    </a:lnTo>
                    <a:lnTo>
                      <a:pt x="3423" y="170410"/>
                    </a:lnTo>
                    <a:lnTo>
                      <a:pt x="322" y="56708"/>
                    </a:lnTo>
                    <a:cubicBezTo>
                      <a:pt x="-2927" y="23328"/>
                      <a:pt x="16407" y="-44"/>
                      <a:pt x="47723" y="-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7"/>
              <p:cNvSpPr/>
              <p:nvPr/>
            </p:nvSpPr>
            <p:spPr>
              <a:xfrm>
                <a:off x="7174255" y="2783193"/>
                <a:ext cx="78911" cy="91120"/>
              </a:xfrm>
              <a:custGeom>
                <a:rect b="b" l="l" r="r" t="t"/>
                <a:pathLst>
                  <a:path extrusionOk="0" h="91120" w="78911">
                    <a:moveTo>
                      <a:pt x="58390" y="26603"/>
                    </a:moveTo>
                    <a:cubicBezTo>
                      <a:pt x="58384" y="18611"/>
                      <a:pt x="59717" y="10674"/>
                      <a:pt x="62334" y="3120"/>
                    </a:cubicBezTo>
                    <a:cubicBezTo>
                      <a:pt x="38859" y="-6075"/>
                      <a:pt x="12356" y="5454"/>
                      <a:pt x="3139" y="28872"/>
                    </a:cubicBezTo>
                    <a:cubicBezTo>
                      <a:pt x="-6079" y="52290"/>
                      <a:pt x="5478" y="78728"/>
                      <a:pt x="28953" y="87924"/>
                    </a:cubicBezTo>
                    <a:cubicBezTo>
                      <a:pt x="46319" y="94726"/>
                      <a:pt x="66086" y="90306"/>
                      <a:pt x="78879" y="76760"/>
                    </a:cubicBezTo>
                    <a:cubicBezTo>
                      <a:pt x="65721" y="63368"/>
                      <a:pt x="58363" y="45355"/>
                      <a:pt x="58390" y="2660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44" name="Google Shape;544;p27"/>
          <p:cNvSpPr/>
          <p:nvPr/>
        </p:nvSpPr>
        <p:spPr>
          <a:xfrm>
            <a:off x="2811901" y="2219400"/>
            <a:ext cx="526583" cy="466660"/>
          </a:xfrm>
          <a:custGeom>
            <a:rect b="b" l="l" r="r" t="t"/>
            <a:pathLst>
              <a:path extrusionOk="0" h="720711" w="813255">
                <a:moveTo>
                  <a:pt x="229495" y="695841"/>
                </a:moveTo>
                <a:cubicBezTo>
                  <a:pt x="43765" y="623253"/>
                  <a:pt x="-47813" y="414209"/>
                  <a:pt x="24951" y="228929"/>
                </a:cubicBezTo>
                <a:cubicBezTo>
                  <a:pt x="97715" y="43648"/>
                  <a:pt x="307266" y="-47708"/>
                  <a:pt x="492997" y="24880"/>
                </a:cubicBezTo>
                <a:cubicBezTo>
                  <a:pt x="644331" y="84025"/>
                  <a:pt x="737423" y="236723"/>
                  <a:pt x="720454" y="397977"/>
                </a:cubicBezTo>
                <a:lnTo>
                  <a:pt x="813223" y="536980"/>
                </a:lnTo>
                <a:lnTo>
                  <a:pt x="650467" y="576138"/>
                </a:lnTo>
                <a:cubicBezTo>
                  <a:pt x="553109" y="705960"/>
                  <a:pt x="380835" y="754946"/>
                  <a:pt x="229495" y="6958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5" name="Google Shape;545;p27"/>
          <p:cNvGrpSpPr/>
          <p:nvPr/>
        </p:nvGrpSpPr>
        <p:grpSpPr>
          <a:xfrm>
            <a:off x="2928200" y="2330231"/>
            <a:ext cx="240564" cy="239999"/>
            <a:chOff x="2414886" y="2698448"/>
            <a:chExt cx="371642" cy="370769"/>
          </a:xfrm>
        </p:grpSpPr>
        <p:sp>
          <p:nvSpPr>
            <p:cNvPr id="546" name="Google Shape;546;p27"/>
            <p:cNvSpPr/>
            <p:nvPr/>
          </p:nvSpPr>
          <p:spPr>
            <a:xfrm>
              <a:off x="2414886" y="2698448"/>
              <a:ext cx="371642" cy="370769"/>
            </a:xfrm>
            <a:custGeom>
              <a:rect b="b" l="l" r="r" t="t"/>
              <a:pathLst>
                <a:path extrusionOk="0" h="370769" w="371642">
                  <a:moveTo>
                    <a:pt x="329091" y="247097"/>
                  </a:moveTo>
                  <a:cubicBezTo>
                    <a:pt x="385770" y="190573"/>
                    <a:pt x="385785" y="98915"/>
                    <a:pt x="329123" y="42373"/>
                  </a:cubicBezTo>
                  <a:cubicBezTo>
                    <a:pt x="272462" y="-14170"/>
                    <a:pt x="180581" y="-14184"/>
                    <a:pt x="123901" y="42340"/>
                  </a:cubicBezTo>
                  <a:cubicBezTo>
                    <a:pt x="71431" y="94667"/>
                    <a:pt x="66977" y="178048"/>
                    <a:pt x="113576" y="235641"/>
                  </a:cubicBezTo>
                  <a:lnTo>
                    <a:pt x="97664" y="251514"/>
                  </a:lnTo>
                  <a:cubicBezTo>
                    <a:pt x="93358" y="248882"/>
                    <a:pt x="88247" y="247885"/>
                    <a:pt x="83264" y="248705"/>
                  </a:cubicBezTo>
                  <a:cubicBezTo>
                    <a:pt x="82914" y="248757"/>
                    <a:pt x="82570" y="248840"/>
                    <a:pt x="82234" y="248954"/>
                  </a:cubicBezTo>
                  <a:cubicBezTo>
                    <a:pt x="82005" y="249051"/>
                    <a:pt x="81788" y="249175"/>
                    <a:pt x="81589" y="249325"/>
                  </a:cubicBezTo>
                  <a:cubicBezTo>
                    <a:pt x="81047" y="249475"/>
                    <a:pt x="80543" y="249741"/>
                    <a:pt x="80114" y="250104"/>
                  </a:cubicBezTo>
                  <a:lnTo>
                    <a:pt x="79618" y="250586"/>
                  </a:lnTo>
                  <a:lnTo>
                    <a:pt x="79580" y="250611"/>
                  </a:lnTo>
                  <a:lnTo>
                    <a:pt x="79543" y="250649"/>
                  </a:lnTo>
                  <a:lnTo>
                    <a:pt x="6617" y="323422"/>
                  </a:lnTo>
                  <a:cubicBezTo>
                    <a:pt x="-2250" y="332335"/>
                    <a:pt x="-2250" y="346715"/>
                    <a:pt x="6617" y="355627"/>
                  </a:cubicBezTo>
                  <a:lnTo>
                    <a:pt x="15138" y="364090"/>
                  </a:lnTo>
                  <a:cubicBezTo>
                    <a:pt x="24062" y="372934"/>
                    <a:pt x="38467" y="372939"/>
                    <a:pt x="47397" y="364102"/>
                  </a:cubicBezTo>
                  <a:lnTo>
                    <a:pt x="120893" y="290783"/>
                  </a:lnTo>
                  <a:cubicBezTo>
                    <a:pt x="121905" y="289706"/>
                    <a:pt x="122472" y="288288"/>
                    <a:pt x="122481" y="286812"/>
                  </a:cubicBezTo>
                  <a:cubicBezTo>
                    <a:pt x="122969" y="282097"/>
                    <a:pt x="121921" y="277351"/>
                    <a:pt x="119491" y="273277"/>
                  </a:cubicBezTo>
                  <a:lnTo>
                    <a:pt x="135392" y="257404"/>
                  </a:lnTo>
                  <a:cubicBezTo>
                    <a:pt x="193112" y="303848"/>
                    <a:pt x="276650" y="299403"/>
                    <a:pt x="329091" y="247097"/>
                  </a:cubicBezTo>
                  <a:close/>
                  <a:moveTo>
                    <a:pt x="145809" y="225235"/>
                  </a:moveTo>
                  <a:cubicBezTo>
                    <a:pt x="101249" y="180780"/>
                    <a:pt x="101252" y="108706"/>
                    <a:pt x="145816" y="64254"/>
                  </a:cubicBezTo>
                  <a:cubicBezTo>
                    <a:pt x="190379" y="19801"/>
                    <a:pt x="262628" y="19804"/>
                    <a:pt x="307188" y="64260"/>
                  </a:cubicBezTo>
                  <a:cubicBezTo>
                    <a:pt x="351748" y="108716"/>
                    <a:pt x="351745" y="180790"/>
                    <a:pt x="307182" y="225242"/>
                  </a:cubicBezTo>
                  <a:cubicBezTo>
                    <a:pt x="307180" y="225244"/>
                    <a:pt x="307178" y="225246"/>
                    <a:pt x="307176" y="225248"/>
                  </a:cubicBezTo>
                  <a:cubicBezTo>
                    <a:pt x="262620" y="269697"/>
                    <a:pt x="190381" y="269698"/>
                    <a:pt x="145825" y="225251"/>
                  </a:cubicBezTo>
                  <a:cubicBezTo>
                    <a:pt x="145820" y="225246"/>
                    <a:pt x="145814" y="225241"/>
                    <a:pt x="145809" y="2252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27"/>
            <p:cNvSpPr/>
            <p:nvPr/>
          </p:nvSpPr>
          <p:spPr>
            <a:xfrm>
              <a:off x="2672200" y="2773069"/>
              <a:ext cx="45944" cy="129292"/>
            </a:xfrm>
            <a:custGeom>
              <a:rect b="b" l="l" r="r" t="t"/>
              <a:pathLst>
                <a:path extrusionOk="0" h="129292" w="45944">
                  <a:moveTo>
                    <a:pt x="14044" y="127540"/>
                  </a:moveTo>
                  <a:cubicBezTo>
                    <a:pt x="20442" y="131134"/>
                    <a:pt x="28549" y="128874"/>
                    <a:pt x="32151" y="122491"/>
                  </a:cubicBezTo>
                  <a:cubicBezTo>
                    <a:pt x="32156" y="122483"/>
                    <a:pt x="32160" y="122475"/>
                    <a:pt x="32165" y="122467"/>
                  </a:cubicBezTo>
                  <a:cubicBezTo>
                    <a:pt x="53164" y="85217"/>
                    <a:pt x="49886" y="39065"/>
                    <a:pt x="23830" y="5141"/>
                  </a:cubicBezTo>
                  <a:cubicBezTo>
                    <a:pt x="19349" y="-672"/>
                    <a:pt x="10992" y="-1761"/>
                    <a:pt x="5164" y="2709"/>
                  </a:cubicBezTo>
                  <a:cubicBezTo>
                    <a:pt x="-641" y="7163"/>
                    <a:pt x="-1750" y="15459"/>
                    <a:pt x="2684" y="21274"/>
                  </a:cubicBezTo>
                  <a:cubicBezTo>
                    <a:pt x="22280" y="46769"/>
                    <a:pt x="24748" y="81463"/>
                    <a:pt x="8959" y="109463"/>
                  </a:cubicBezTo>
                  <a:cubicBezTo>
                    <a:pt x="6026" y="114653"/>
                    <a:pt x="6925" y="121157"/>
                    <a:pt x="11155" y="125362"/>
                  </a:cubicBezTo>
                  <a:cubicBezTo>
                    <a:pt x="12012" y="126218"/>
                    <a:pt x="12985" y="126951"/>
                    <a:pt x="14044" y="1275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8" name="Google Shape;548;p27"/>
          <p:cNvSpPr/>
          <p:nvPr/>
        </p:nvSpPr>
        <p:spPr>
          <a:xfrm>
            <a:off x="5257957" y="3994508"/>
            <a:ext cx="467745" cy="500859"/>
          </a:xfrm>
          <a:custGeom>
            <a:rect b="b" l="l" r="r" t="t"/>
            <a:pathLst>
              <a:path extrusionOk="0" h="773527" w="722386">
                <a:moveTo>
                  <a:pt x="52958" y="601053"/>
                </a:moveTo>
                <a:cubicBezTo>
                  <a:pt x="156999" y="770834"/>
                  <a:pt x="379310" y="824331"/>
                  <a:pt x="549503" y="720542"/>
                </a:cubicBezTo>
                <a:cubicBezTo>
                  <a:pt x="719696" y="616753"/>
                  <a:pt x="773324" y="394981"/>
                  <a:pt x="669283" y="225199"/>
                </a:cubicBezTo>
                <a:cubicBezTo>
                  <a:pt x="584510" y="86861"/>
                  <a:pt x="417551" y="22049"/>
                  <a:pt x="261343" y="66841"/>
                </a:cubicBezTo>
                <a:lnTo>
                  <a:pt x="107975" y="-44"/>
                </a:lnTo>
                <a:lnTo>
                  <a:pt x="97682" y="166661"/>
                </a:lnTo>
                <a:cubicBezTo>
                  <a:pt x="-13472" y="284941"/>
                  <a:pt x="-31774" y="462703"/>
                  <a:pt x="52958" y="6010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9" name="Google Shape;549;p27"/>
          <p:cNvGrpSpPr/>
          <p:nvPr/>
        </p:nvGrpSpPr>
        <p:grpSpPr>
          <a:xfrm>
            <a:off x="5373460" y="4138808"/>
            <a:ext cx="236588" cy="246149"/>
            <a:chOff x="6172566" y="5499570"/>
            <a:chExt cx="365500" cy="380271"/>
          </a:xfrm>
        </p:grpSpPr>
        <p:sp>
          <p:nvSpPr>
            <p:cNvPr id="550" name="Google Shape;550;p27"/>
            <p:cNvSpPr/>
            <p:nvPr/>
          </p:nvSpPr>
          <p:spPr>
            <a:xfrm>
              <a:off x="6172618" y="5617391"/>
              <a:ext cx="365369" cy="222616"/>
            </a:xfrm>
            <a:custGeom>
              <a:rect b="b" l="l" r="r" t="t"/>
              <a:pathLst>
                <a:path extrusionOk="0" h="222616" w="365369">
                  <a:moveTo>
                    <a:pt x="361652" y="1589"/>
                  </a:moveTo>
                  <a:lnTo>
                    <a:pt x="227259" y="192246"/>
                  </a:lnTo>
                  <a:cubicBezTo>
                    <a:pt x="219167" y="202797"/>
                    <a:pt x="205244" y="207044"/>
                    <a:pt x="192620" y="202812"/>
                  </a:cubicBezTo>
                  <a:lnTo>
                    <a:pt x="11929" y="133898"/>
                  </a:lnTo>
                  <a:cubicBezTo>
                    <a:pt x="8166" y="132537"/>
                    <a:pt x="4925" y="130032"/>
                    <a:pt x="2666" y="126735"/>
                  </a:cubicBezTo>
                  <a:cubicBezTo>
                    <a:pt x="-2399" y="134582"/>
                    <a:pt x="-128" y="145040"/>
                    <a:pt x="7739" y="150093"/>
                  </a:cubicBezTo>
                  <a:cubicBezTo>
                    <a:pt x="9040" y="150929"/>
                    <a:pt x="10450" y="151583"/>
                    <a:pt x="11929" y="152037"/>
                  </a:cubicBezTo>
                  <a:lnTo>
                    <a:pt x="192620" y="220926"/>
                  </a:lnTo>
                  <a:cubicBezTo>
                    <a:pt x="205232" y="225200"/>
                    <a:pt x="219172" y="220968"/>
                    <a:pt x="227259" y="210409"/>
                  </a:cubicBezTo>
                  <a:lnTo>
                    <a:pt x="361652" y="19727"/>
                  </a:lnTo>
                  <a:cubicBezTo>
                    <a:pt x="366157" y="14019"/>
                    <a:pt x="366569" y="6099"/>
                    <a:pt x="362680" y="-44"/>
                  </a:cubicBezTo>
                  <a:cubicBezTo>
                    <a:pt x="362345" y="500"/>
                    <a:pt x="362024" y="1044"/>
                    <a:pt x="361652" y="15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27"/>
            <p:cNvSpPr/>
            <p:nvPr/>
          </p:nvSpPr>
          <p:spPr>
            <a:xfrm>
              <a:off x="6172578" y="5655856"/>
              <a:ext cx="365432" cy="223985"/>
            </a:xfrm>
            <a:custGeom>
              <a:rect b="b" l="l" r="r" t="t"/>
              <a:pathLst>
                <a:path extrusionOk="0" h="223985" w="365432">
                  <a:moveTo>
                    <a:pt x="361693" y="-31"/>
                  </a:moveTo>
                  <a:lnTo>
                    <a:pt x="227300" y="190639"/>
                  </a:lnTo>
                  <a:cubicBezTo>
                    <a:pt x="219205" y="201186"/>
                    <a:pt x="205276" y="205419"/>
                    <a:pt x="192661" y="201167"/>
                  </a:cubicBezTo>
                  <a:lnTo>
                    <a:pt x="11970" y="132278"/>
                  </a:lnTo>
                  <a:cubicBezTo>
                    <a:pt x="8763" y="131101"/>
                    <a:pt x="5918" y="129114"/>
                    <a:pt x="3711" y="126512"/>
                  </a:cubicBezTo>
                  <a:cubicBezTo>
                    <a:pt x="-2177" y="133846"/>
                    <a:pt x="-991" y="144552"/>
                    <a:pt x="6360" y="150427"/>
                  </a:cubicBezTo>
                  <a:cubicBezTo>
                    <a:pt x="8027" y="151759"/>
                    <a:pt x="9930" y="152766"/>
                    <a:pt x="11970" y="153397"/>
                  </a:cubicBezTo>
                  <a:lnTo>
                    <a:pt x="192661" y="222312"/>
                  </a:lnTo>
                  <a:cubicBezTo>
                    <a:pt x="205284" y="226562"/>
                    <a:pt x="219218" y="222312"/>
                    <a:pt x="227300" y="211746"/>
                  </a:cubicBezTo>
                  <a:lnTo>
                    <a:pt x="361693" y="21089"/>
                  </a:lnTo>
                  <a:cubicBezTo>
                    <a:pt x="366635" y="14907"/>
                    <a:pt x="366635" y="6138"/>
                    <a:pt x="361693" y="-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7"/>
            <p:cNvSpPr/>
            <p:nvPr/>
          </p:nvSpPr>
          <p:spPr>
            <a:xfrm>
              <a:off x="6172566" y="5499570"/>
              <a:ext cx="365500" cy="300283"/>
            </a:xfrm>
            <a:custGeom>
              <a:rect b="b" l="l" r="r" t="t"/>
              <a:pathLst>
                <a:path extrusionOk="0" h="300283" w="365500">
                  <a:moveTo>
                    <a:pt x="353444" y="70489"/>
                  </a:moveTo>
                  <a:lnTo>
                    <a:pt x="172753" y="1588"/>
                  </a:lnTo>
                  <a:cubicBezTo>
                    <a:pt x="160133" y="-2664"/>
                    <a:pt x="146200" y="1581"/>
                    <a:pt x="138114" y="12142"/>
                  </a:cubicBezTo>
                  <a:lnTo>
                    <a:pt x="3747" y="202786"/>
                  </a:lnTo>
                  <a:cubicBezTo>
                    <a:pt x="-2167" y="210102"/>
                    <a:pt x="-1015" y="220813"/>
                    <a:pt x="6317" y="226712"/>
                  </a:cubicBezTo>
                  <a:cubicBezTo>
                    <a:pt x="7998" y="228063"/>
                    <a:pt x="9920" y="229085"/>
                    <a:pt x="11981" y="229721"/>
                  </a:cubicBezTo>
                  <a:lnTo>
                    <a:pt x="192672" y="298610"/>
                  </a:lnTo>
                  <a:cubicBezTo>
                    <a:pt x="205293" y="302859"/>
                    <a:pt x="219224" y="298615"/>
                    <a:pt x="227311" y="288056"/>
                  </a:cubicBezTo>
                  <a:lnTo>
                    <a:pt x="361704" y="97399"/>
                  </a:lnTo>
                  <a:cubicBezTo>
                    <a:pt x="367605" y="90079"/>
                    <a:pt x="366440" y="79373"/>
                    <a:pt x="359102" y="73487"/>
                  </a:cubicBezTo>
                  <a:cubicBezTo>
                    <a:pt x="357423" y="72140"/>
                    <a:pt x="355503" y="71123"/>
                    <a:pt x="353444" y="70489"/>
                  </a:cubicBezTo>
                  <a:close/>
                  <a:moveTo>
                    <a:pt x="210718" y="177238"/>
                  </a:moveTo>
                  <a:lnTo>
                    <a:pt x="107083" y="135395"/>
                  </a:lnTo>
                  <a:lnTo>
                    <a:pt x="153716" y="66753"/>
                  </a:lnTo>
                  <a:lnTo>
                    <a:pt x="258106" y="10822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3" name="Google Shape;553;p27"/>
          <p:cNvSpPr/>
          <p:nvPr/>
        </p:nvSpPr>
        <p:spPr>
          <a:xfrm>
            <a:off x="3440226" y="3994508"/>
            <a:ext cx="467746" cy="500861"/>
          </a:xfrm>
          <a:custGeom>
            <a:rect b="b" l="l" r="r" t="t"/>
            <a:pathLst>
              <a:path extrusionOk="0" h="773530" w="722388">
                <a:moveTo>
                  <a:pt x="669364" y="601053"/>
                </a:moveTo>
                <a:cubicBezTo>
                  <a:pt x="565325" y="770835"/>
                  <a:pt x="343015" y="824334"/>
                  <a:pt x="172820" y="720547"/>
                </a:cubicBezTo>
                <a:cubicBezTo>
                  <a:pt x="2626" y="616759"/>
                  <a:pt x="-51003" y="394987"/>
                  <a:pt x="53036" y="225205"/>
                </a:cubicBezTo>
                <a:cubicBezTo>
                  <a:pt x="137807" y="86868"/>
                  <a:pt x="304761" y="22054"/>
                  <a:pt x="460968" y="66841"/>
                </a:cubicBezTo>
                <a:lnTo>
                  <a:pt x="614348" y="-44"/>
                </a:lnTo>
                <a:lnTo>
                  <a:pt x="624630" y="166661"/>
                </a:lnTo>
                <a:cubicBezTo>
                  <a:pt x="735793" y="284935"/>
                  <a:pt x="754100" y="462702"/>
                  <a:pt x="669364" y="601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27"/>
          <p:cNvSpPr/>
          <p:nvPr/>
        </p:nvSpPr>
        <p:spPr>
          <a:xfrm>
            <a:off x="4338744" y="1109654"/>
            <a:ext cx="467729" cy="546847"/>
          </a:xfrm>
          <a:custGeom>
            <a:rect b="b" l="l" r="r" t="t"/>
            <a:pathLst>
              <a:path extrusionOk="0" h="844552" w="722361">
                <a:moveTo>
                  <a:pt x="722329" y="360270"/>
                </a:moveTo>
                <a:cubicBezTo>
                  <a:pt x="722333" y="161279"/>
                  <a:pt x="560630" y="-39"/>
                  <a:pt x="361155" y="-44"/>
                </a:cubicBezTo>
                <a:cubicBezTo>
                  <a:pt x="161681" y="-48"/>
                  <a:pt x="-29" y="161264"/>
                  <a:pt x="-33" y="360255"/>
                </a:cubicBezTo>
                <a:cubicBezTo>
                  <a:pt x="-36" y="522403"/>
                  <a:pt x="108535" y="664578"/>
                  <a:pt x="265241" y="707635"/>
                </a:cubicBezTo>
                <a:lnTo>
                  <a:pt x="361160" y="844509"/>
                </a:lnTo>
                <a:lnTo>
                  <a:pt x="457066" y="707635"/>
                </a:lnTo>
                <a:cubicBezTo>
                  <a:pt x="613743" y="664546"/>
                  <a:pt x="722293" y="522398"/>
                  <a:pt x="722329" y="3602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5" name="Google Shape;555;p27"/>
          <p:cNvGrpSpPr/>
          <p:nvPr/>
        </p:nvGrpSpPr>
        <p:grpSpPr>
          <a:xfrm>
            <a:off x="4458397" y="1229017"/>
            <a:ext cx="238053" cy="256477"/>
            <a:chOff x="4760331" y="974831"/>
            <a:chExt cx="367763" cy="396226"/>
          </a:xfrm>
        </p:grpSpPr>
        <p:sp>
          <p:nvSpPr>
            <p:cNvPr id="556" name="Google Shape;556;p27"/>
            <p:cNvSpPr/>
            <p:nvPr/>
          </p:nvSpPr>
          <p:spPr>
            <a:xfrm>
              <a:off x="4958740" y="1179131"/>
              <a:ext cx="169354" cy="191926"/>
            </a:xfrm>
            <a:custGeom>
              <a:rect b="b" l="l" r="r" t="t"/>
              <a:pathLst>
                <a:path extrusionOk="0" h="191926" w="169354">
                  <a:moveTo>
                    <a:pt x="169355" y="90218"/>
                  </a:moveTo>
                  <a:lnTo>
                    <a:pt x="0" y="0"/>
                  </a:lnTo>
                  <a:lnTo>
                    <a:pt x="48603" y="185364"/>
                  </a:lnTo>
                  <a:lnTo>
                    <a:pt x="82512" y="130063"/>
                  </a:lnTo>
                  <a:lnTo>
                    <a:pt x="136309" y="191926"/>
                  </a:lnTo>
                  <a:lnTo>
                    <a:pt x="161125" y="170591"/>
                  </a:lnTo>
                  <a:lnTo>
                    <a:pt x="109728" y="111489"/>
                  </a:lnTo>
                  <a:lnTo>
                    <a:pt x="169355" y="9021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27"/>
            <p:cNvSpPr/>
            <p:nvPr/>
          </p:nvSpPr>
          <p:spPr>
            <a:xfrm>
              <a:off x="4860510" y="1075493"/>
              <a:ext cx="161793" cy="161380"/>
            </a:xfrm>
            <a:custGeom>
              <a:rect b="b" l="l" r="r" t="t"/>
              <a:pathLst>
                <a:path extrusionOk="0" h="161380" w="161793">
                  <a:moveTo>
                    <a:pt x="77987" y="130035"/>
                  </a:moveTo>
                  <a:cubicBezTo>
                    <a:pt x="50605" y="128433"/>
                    <a:pt x="29710" y="104990"/>
                    <a:pt x="31316" y="77674"/>
                  </a:cubicBezTo>
                  <a:cubicBezTo>
                    <a:pt x="32922" y="50359"/>
                    <a:pt x="56422" y="29514"/>
                    <a:pt x="83804" y="31116"/>
                  </a:cubicBezTo>
                  <a:cubicBezTo>
                    <a:pt x="110075" y="32654"/>
                    <a:pt x="130584" y="54367"/>
                    <a:pt x="130560" y="80620"/>
                  </a:cubicBezTo>
                  <a:cubicBezTo>
                    <a:pt x="130589" y="85655"/>
                    <a:pt x="129832" y="90664"/>
                    <a:pt x="128316" y="95467"/>
                  </a:cubicBezTo>
                  <a:lnTo>
                    <a:pt x="156097" y="110263"/>
                  </a:lnTo>
                  <a:cubicBezTo>
                    <a:pt x="172488" y="68814"/>
                    <a:pt x="152092" y="21957"/>
                    <a:pt x="110542" y="5606"/>
                  </a:cubicBezTo>
                  <a:cubicBezTo>
                    <a:pt x="68992" y="-10745"/>
                    <a:pt x="22021" y="9602"/>
                    <a:pt x="5631" y="51052"/>
                  </a:cubicBezTo>
                  <a:cubicBezTo>
                    <a:pt x="-10760" y="92501"/>
                    <a:pt x="9636" y="139358"/>
                    <a:pt x="51186" y="155708"/>
                  </a:cubicBezTo>
                  <a:cubicBezTo>
                    <a:pt x="60645" y="159430"/>
                    <a:pt x="70721" y="161340"/>
                    <a:pt x="80889" y="161337"/>
                  </a:cubicBezTo>
                  <a:cubicBezTo>
                    <a:pt x="82651" y="161337"/>
                    <a:pt x="84361" y="161189"/>
                    <a:pt x="86110" y="161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7"/>
            <p:cNvSpPr/>
            <p:nvPr/>
          </p:nvSpPr>
          <p:spPr>
            <a:xfrm>
              <a:off x="4760331" y="974831"/>
              <a:ext cx="359305" cy="358392"/>
            </a:xfrm>
            <a:custGeom>
              <a:rect b="b" l="l" r="r" t="t"/>
              <a:pathLst>
                <a:path extrusionOk="0" h="358392" w="359305">
                  <a:moveTo>
                    <a:pt x="196732" y="321980"/>
                  </a:moveTo>
                  <a:cubicBezTo>
                    <a:pt x="191545" y="322573"/>
                    <a:pt x="186327" y="322866"/>
                    <a:pt x="181105" y="322858"/>
                  </a:cubicBezTo>
                  <a:cubicBezTo>
                    <a:pt x="102737" y="322846"/>
                    <a:pt x="39218" y="259460"/>
                    <a:pt x="39231" y="181282"/>
                  </a:cubicBezTo>
                  <a:cubicBezTo>
                    <a:pt x="39243" y="103104"/>
                    <a:pt x="102783" y="39739"/>
                    <a:pt x="181151" y="39751"/>
                  </a:cubicBezTo>
                  <a:cubicBezTo>
                    <a:pt x="259518" y="39764"/>
                    <a:pt x="323038" y="103150"/>
                    <a:pt x="323025" y="181328"/>
                  </a:cubicBezTo>
                  <a:cubicBezTo>
                    <a:pt x="323022" y="200414"/>
                    <a:pt x="319150" y="219303"/>
                    <a:pt x="311641" y="236858"/>
                  </a:cubicBezTo>
                  <a:lnTo>
                    <a:pt x="343019" y="253561"/>
                  </a:lnTo>
                  <a:cubicBezTo>
                    <a:pt x="384201" y="163537"/>
                    <a:pt x="344430" y="57254"/>
                    <a:pt x="254188" y="16171"/>
                  </a:cubicBezTo>
                  <a:cubicBezTo>
                    <a:pt x="163945" y="-24911"/>
                    <a:pt x="57404" y="14763"/>
                    <a:pt x="16221" y="104787"/>
                  </a:cubicBezTo>
                  <a:cubicBezTo>
                    <a:pt x="-24961" y="194811"/>
                    <a:pt x="14810" y="301094"/>
                    <a:pt x="105052" y="342177"/>
                  </a:cubicBezTo>
                  <a:cubicBezTo>
                    <a:pt x="136551" y="356517"/>
                    <a:pt x="171532" y="361469"/>
                    <a:pt x="205786" y="3564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9" name="Google Shape;559;p27"/>
          <p:cNvGrpSpPr/>
          <p:nvPr/>
        </p:nvGrpSpPr>
        <p:grpSpPr>
          <a:xfrm>
            <a:off x="4380150" y="2798081"/>
            <a:ext cx="384933" cy="384900"/>
            <a:chOff x="4839159" y="1214629"/>
            <a:chExt cx="322660" cy="322632"/>
          </a:xfrm>
        </p:grpSpPr>
        <p:sp>
          <p:nvSpPr>
            <p:cNvPr id="560" name="Google Shape;560;p27"/>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27"/>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27"/>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27"/>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27"/>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27"/>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6" name="Google Shape;566;p27"/>
          <p:cNvSpPr txBox="1"/>
          <p:nvPr/>
        </p:nvSpPr>
        <p:spPr>
          <a:xfrm>
            <a:off x="1819389" y="2156088"/>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5</a:t>
            </a:r>
            <a:endParaRPr b="1" sz="1900">
              <a:solidFill>
                <a:schemeClr val="dk1"/>
              </a:solidFill>
              <a:latin typeface="Inter"/>
              <a:ea typeface="Inter"/>
              <a:cs typeface="Inter"/>
              <a:sym typeface="Inter"/>
            </a:endParaRPr>
          </a:p>
        </p:txBody>
      </p:sp>
      <p:sp>
        <p:nvSpPr>
          <p:cNvPr id="567" name="Google Shape;567;p27"/>
          <p:cNvSpPr txBox="1"/>
          <p:nvPr/>
        </p:nvSpPr>
        <p:spPr>
          <a:xfrm>
            <a:off x="6322114" y="2156088"/>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2</a:t>
            </a:r>
            <a:endParaRPr sz="1100">
              <a:solidFill>
                <a:schemeClr val="dk1"/>
              </a:solidFill>
              <a:latin typeface="Catamaran"/>
              <a:ea typeface="Catamaran"/>
              <a:cs typeface="Catamaran"/>
              <a:sym typeface="Catamaran"/>
            </a:endParaRPr>
          </a:p>
        </p:txBody>
      </p:sp>
      <p:sp>
        <p:nvSpPr>
          <p:cNvPr id="568" name="Google Shape;568;p27"/>
          <p:cNvSpPr txBox="1"/>
          <p:nvPr/>
        </p:nvSpPr>
        <p:spPr>
          <a:xfrm>
            <a:off x="5751589" y="3937786"/>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lang="en" sz="1100">
                <a:solidFill>
                  <a:schemeClr val="dk1"/>
                </a:solidFill>
                <a:latin typeface="Catamaran"/>
                <a:ea typeface="Catamaran"/>
                <a:cs typeface="Catamaran"/>
                <a:sym typeface="Catamaran"/>
              </a:rPr>
              <a:t> </a:t>
            </a:r>
            <a:r>
              <a:rPr b="1" lang="en" sz="1900">
                <a:solidFill>
                  <a:schemeClr val="dk1"/>
                </a:solidFill>
                <a:latin typeface="Inter"/>
                <a:ea typeface="Inter"/>
                <a:cs typeface="Inter"/>
                <a:sym typeface="Inter"/>
              </a:rPr>
              <a:t>Step 3</a:t>
            </a:r>
            <a:endParaRPr sz="1100">
              <a:solidFill>
                <a:schemeClr val="dk1"/>
              </a:solidFill>
              <a:latin typeface="Catamaran"/>
              <a:ea typeface="Catamaran"/>
              <a:cs typeface="Catamaran"/>
              <a:sym typeface="Catamaran"/>
            </a:endParaRPr>
          </a:p>
        </p:txBody>
      </p:sp>
      <p:sp>
        <p:nvSpPr>
          <p:cNvPr id="569" name="Google Shape;569;p27"/>
          <p:cNvSpPr txBox="1"/>
          <p:nvPr/>
        </p:nvSpPr>
        <p:spPr>
          <a:xfrm>
            <a:off x="4806475" y="1025612"/>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a:t>
            </a:r>
            <a:r>
              <a:rPr b="1" lang="en" sz="1900">
                <a:solidFill>
                  <a:schemeClr val="dk1"/>
                </a:solidFill>
                <a:latin typeface="Inter"/>
                <a:ea typeface="Inter"/>
                <a:cs typeface="Inter"/>
                <a:sym typeface="Inter"/>
              </a:rPr>
              <a:t> 1</a:t>
            </a:r>
            <a:endParaRPr sz="1100">
              <a:solidFill>
                <a:schemeClr val="dk1"/>
              </a:solidFill>
              <a:latin typeface="Catamaran"/>
              <a:ea typeface="Catamaran"/>
              <a:cs typeface="Catamaran"/>
              <a:sym typeface="Catamaran"/>
            </a:endParaRPr>
          </a:p>
        </p:txBody>
      </p:sp>
      <p:sp>
        <p:nvSpPr>
          <p:cNvPr id="570" name="Google Shape;570;p27"/>
          <p:cNvSpPr txBox="1"/>
          <p:nvPr/>
        </p:nvSpPr>
        <p:spPr>
          <a:xfrm>
            <a:off x="2389914" y="3937786"/>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4</a:t>
            </a:r>
            <a:endParaRPr sz="1100">
              <a:solidFill>
                <a:schemeClr val="dk1"/>
              </a:solidFill>
              <a:latin typeface="Catamaran"/>
              <a:ea typeface="Catamaran"/>
              <a:cs typeface="Catamaran"/>
              <a:sym typeface="Catamaran"/>
            </a:endParaRPr>
          </a:p>
        </p:txBody>
      </p:sp>
      <p:sp>
        <p:nvSpPr>
          <p:cNvPr id="571" name="Google Shape;571;p27"/>
          <p:cNvSpPr txBox="1"/>
          <p:nvPr/>
        </p:nvSpPr>
        <p:spPr>
          <a:xfrm>
            <a:off x="726686" y="2156088"/>
            <a:ext cx="1085700" cy="6543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572" name="Google Shape;572;p27"/>
          <p:cNvSpPr txBox="1"/>
          <p:nvPr/>
        </p:nvSpPr>
        <p:spPr>
          <a:xfrm>
            <a:off x="1297211" y="3937786"/>
            <a:ext cx="1085700" cy="6543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the closest planet to the Sun</a:t>
            </a:r>
            <a:endParaRPr sz="1200">
              <a:solidFill>
                <a:schemeClr val="dk1"/>
              </a:solidFill>
              <a:latin typeface="Catamaran"/>
              <a:ea typeface="Catamaran"/>
              <a:cs typeface="Catamaran"/>
              <a:sym typeface="Catamaran"/>
            </a:endParaRPr>
          </a:p>
        </p:txBody>
      </p:sp>
      <p:sp>
        <p:nvSpPr>
          <p:cNvPr id="573" name="Google Shape;573;p27"/>
          <p:cNvSpPr txBox="1"/>
          <p:nvPr/>
        </p:nvSpPr>
        <p:spPr>
          <a:xfrm>
            <a:off x="6761089" y="393778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574" name="Google Shape;574;p27"/>
          <p:cNvSpPr txBox="1"/>
          <p:nvPr/>
        </p:nvSpPr>
        <p:spPr>
          <a:xfrm>
            <a:off x="5815975" y="1027707"/>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sp>
        <p:nvSpPr>
          <p:cNvPr id="575" name="Google Shape;575;p27"/>
          <p:cNvSpPr txBox="1"/>
          <p:nvPr/>
        </p:nvSpPr>
        <p:spPr>
          <a:xfrm>
            <a:off x="7331614" y="2156088"/>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grpSp>
        <p:nvGrpSpPr>
          <p:cNvPr id="576" name="Google Shape;576;p27"/>
          <p:cNvGrpSpPr/>
          <p:nvPr/>
        </p:nvGrpSpPr>
        <p:grpSpPr>
          <a:xfrm>
            <a:off x="3575956" y="4150186"/>
            <a:ext cx="196270" cy="223389"/>
            <a:chOff x="5633335" y="1212860"/>
            <a:chExt cx="283505" cy="322677"/>
          </a:xfrm>
        </p:grpSpPr>
        <p:sp>
          <p:nvSpPr>
            <p:cNvPr id="577" name="Google Shape;577;p27"/>
            <p:cNvSpPr/>
            <p:nvPr/>
          </p:nvSpPr>
          <p:spPr>
            <a:xfrm>
              <a:off x="5671150" y="1212860"/>
              <a:ext cx="207903" cy="56700"/>
            </a:xfrm>
            <a:custGeom>
              <a:rect b="b" l="l" r="r" t="t"/>
              <a:pathLst>
                <a:path extrusionOk="0" h="89645" w="328701">
                  <a:moveTo>
                    <a:pt x="0" y="0"/>
                  </a:moveTo>
                  <a:lnTo>
                    <a:pt x="0" y="89646"/>
                  </a:lnTo>
                  <a:lnTo>
                    <a:pt x="328702" y="89646"/>
                  </a:lnTo>
                  <a:lnTo>
                    <a:pt x="328702" y="0"/>
                  </a:lnTo>
                  <a:lnTo>
                    <a:pt x="268938" y="0"/>
                  </a:lnTo>
                  <a:lnTo>
                    <a:pt x="268938" y="29882"/>
                  </a:lnTo>
                  <a:lnTo>
                    <a:pt x="209174" y="29882"/>
                  </a:lnTo>
                  <a:lnTo>
                    <a:pt x="209174" y="0"/>
                  </a:lnTo>
                  <a:lnTo>
                    <a:pt x="119528" y="0"/>
                  </a:lnTo>
                  <a:lnTo>
                    <a:pt x="119528" y="29882"/>
                  </a:lnTo>
                  <a:lnTo>
                    <a:pt x="59764" y="29882"/>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27"/>
            <p:cNvSpPr/>
            <p:nvPr/>
          </p:nvSpPr>
          <p:spPr>
            <a:xfrm>
              <a:off x="5676690" y="1288490"/>
              <a:ext cx="196829" cy="37800"/>
            </a:xfrm>
            <a:custGeom>
              <a:rect b="b" l="l" r="r" t="t"/>
              <a:pathLst>
                <a:path extrusionOk="0" h="59763" w="311192">
                  <a:moveTo>
                    <a:pt x="0" y="0"/>
                  </a:moveTo>
                  <a:lnTo>
                    <a:pt x="49251" y="59764"/>
                  </a:lnTo>
                  <a:lnTo>
                    <a:pt x="261942" y="59764"/>
                  </a:lnTo>
                  <a:lnTo>
                    <a:pt x="31119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27"/>
            <p:cNvSpPr/>
            <p:nvPr/>
          </p:nvSpPr>
          <p:spPr>
            <a:xfrm>
              <a:off x="5633335" y="1497737"/>
              <a:ext cx="283505" cy="37800"/>
            </a:xfrm>
            <a:custGeom>
              <a:rect b="b" l="l" r="r" t="t"/>
              <a:pathLst>
                <a:path extrusionOk="0" h="59763" w="448229">
                  <a:moveTo>
                    <a:pt x="382762" y="0"/>
                  </a:moveTo>
                  <a:lnTo>
                    <a:pt x="65468" y="0"/>
                  </a:lnTo>
                  <a:lnTo>
                    <a:pt x="50527" y="29882"/>
                  </a:lnTo>
                  <a:lnTo>
                    <a:pt x="0" y="29882"/>
                  </a:lnTo>
                  <a:lnTo>
                    <a:pt x="0" y="59764"/>
                  </a:lnTo>
                  <a:lnTo>
                    <a:pt x="448230" y="59764"/>
                  </a:lnTo>
                  <a:lnTo>
                    <a:pt x="448230" y="29882"/>
                  </a:lnTo>
                  <a:lnTo>
                    <a:pt x="397703"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27"/>
            <p:cNvSpPr/>
            <p:nvPr/>
          </p:nvSpPr>
          <p:spPr>
            <a:xfrm>
              <a:off x="5691048" y="1345214"/>
              <a:ext cx="168124" cy="133562"/>
            </a:xfrm>
            <a:custGeom>
              <a:rect b="b" l="l" r="r" t="t"/>
              <a:pathLst>
                <a:path extrusionOk="0" h="211166" w="265809">
                  <a:moveTo>
                    <a:pt x="0" y="211166"/>
                  </a:moveTo>
                  <a:lnTo>
                    <a:pt x="265810" y="211166"/>
                  </a:lnTo>
                  <a:lnTo>
                    <a:pt x="242569" y="0"/>
                  </a:lnTo>
                  <a:lnTo>
                    <a:pt x="232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 name="Shape 584"/>
        <p:cNvGrpSpPr/>
        <p:nvPr/>
      </p:nvGrpSpPr>
      <p:grpSpPr>
        <a:xfrm>
          <a:off x="0" y="0"/>
          <a:ext cx="0" cy="0"/>
          <a:chOff x="0" y="0"/>
          <a:chExt cx="0" cy="0"/>
        </a:xfrm>
      </p:grpSpPr>
      <p:sp>
        <p:nvSpPr>
          <p:cNvPr id="585" name="Google Shape;585;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586" name="Google Shape;586;p28"/>
          <p:cNvGrpSpPr/>
          <p:nvPr/>
        </p:nvGrpSpPr>
        <p:grpSpPr>
          <a:xfrm>
            <a:off x="2712321" y="1156799"/>
            <a:ext cx="3458885" cy="3474776"/>
            <a:chOff x="2737721" y="1156799"/>
            <a:chExt cx="3458885" cy="3474776"/>
          </a:xfrm>
        </p:grpSpPr>
        <p:sp>
          <p:nvSpPr>
            <p:cNvPr id="587" name="Google Shape;587;p28"/>
            <p:cNvSpPr/>
            <p:nvPr/>
          </p:nvSpPr>
          <p:spPr>
            <a:xfrm>
              <a:off x="2973240" y="1156799"/>
              <a:ext cx="3223367" cy="3223138"/>
            </a:xfrm>
            <a:custGeom>
              <a:rect b="b" l="l" r="r" t="t"/>
              <a:pathLst>
                <a:path extrusionOk="0" h="6024557" w="6024985">
                  <a:moveTo>
                    <a:pt x="5703313" y="6024528"/>
                  </a:moveTo>
                  <a:cubicBezTo>
                    <a:pt x="5656628" y="6024521"/>
                    <a:pt x="5618788" y="5986670"/>
                    <a:pt x="5618795" y="5939985"/>
                  </a:cubicBezTo>
                  <a:cubicBezTo>
                    <a:pt x="5618798" y="5917574"/>
                    <a:pt x="5627702" y="5896081"/>
                    <a:pt x="5643547" y="5880232"/>
                  </a:cubicBezTo>
                  <a:cubicBezTo>
                    <a:pt x="5778667" y="5746108"/>
                    <a:pt x="5855038" y="5563845"/>
                    <a:pt x="5855892" y="5373461"/>
                  </a:cubicBezTo>
                  <a:cubicBezTo>
                    <a:pt x="5859103" y="4985022"/>
                    <a:pt x="5546814" y="4667528"/>
                    <a:pt x="5158375" y="4664317"/>
                  </a:cubicBezTo>
                  <a:cubicBezTo>
                    <a:pt x="5155876" y="4664297"/>
                    <a:pt x="5153378" y="4664290"/>
                    <a:pt x="5150880" y="4664295"/>
                  </a:cubicBezTo>
                  <a:cubicBezTo>
                    <a:pt x="5149490" y="4664295"/>
                    <a:pt x="5148114" y="4664295"/>
                    <a:pt x="5146725" y="4664308"/>
                  </a:cubicBezTo>
                  <a:cubicBezTo>
                    <a:pt x="4956340" y="4665155"/>
                    <a:pt x="4774075" y="4741526"/>
                    <a:pt x="4639955" y="4876652"/>
                  </a:cubicBezTo>
                  <a:cubicBezTo>
                    <a:pt x="4636862" y="4879755"/>
                    <a:pt x="4633532" y="4882612"/>
                    <a:pt x="4629993" y="4885196"/>
                  </a:cubicBezTo>
                  <a:cubicBezTo>
                    <a:pt x="4465301" y="5046300"/>
                    <a:pt x="4244341" y="5136932"/>
                    <a:pt x="4013955" y="5137879"/>
                  </a:cubicBezTo>
                  <a:cubicBezTo>
                    <a:pt x="4012251" y="5137879"/>
                    <a:pt x="4010530" y="5137894"/>
                    <a:pt x="4008838" y="5137894"/>
                  </a:cubicBezTo>
                  <a:cubicBezTo>
                    <a:pt x="3776787" y="5138795"/>
                    <a:pt x="3554030" y="5046774"/>
                    <a:pt x="3390270" y="4882362"/>
                  </a:cubicBezTo>
                  <a:cubicBezTo>
                    <a:pt x="3052092" y="4544186"/>
                    <a:pt x="3050483" y="3993885"/>
                    <a:pt x="3383418" y="3646847"/>
                  </a:cubicBezTo>
                  <a:cubicBezTo>
                    <a:pt x="3386804" y="3641463"/>
                    <a:pt x="3390787" y="3636479"/>
                    <a:pt x="3395291" y="3631989"/>
                  </a:cubicBezTo>
                  <a:cubicBezTo>
                    <a:pt x="3530417" y="3497864"/>
                    <a:pt x="3606788" y="3315594"/>
                    <a:pt x="3607635" y="3125205"/>
                  </a:cubicBezTo>
                  <a:cubicBezTo>
                    <a:pt x="3610847" y="2736760"/>
                    <a:pt x="3298554" y="2419258"/>
                    <a:pt x="2910108" y="2416045"/>
                  </a:cubicBezTo>
                  <a:cubicBezTo>
                    <a:pt x="2906228" y="2416013"/>
                    <a:pt x="2902348" y="2416013"/>
                    <a:pt x="2898469" y="2416045"/>
                  </a:cubicBezTo>
                  <a:cubicBezTo>
                    <a:pt x="2710296" y="2416876"/>
                    <a:pt x="2529962" y="2491511"/>
                    <a:pt x="2396239" y="2623904"/>
                  </a:cubicBezTo>
                  <a:cubicBezTo>
                    <a:pt x="2394855" y="2625507"/>
                    <a:pt x="2393412" y="2627069"/>
                    <a:pt x="2391891" y="2628590"/>
                  </a:cubicBezTo>
                  <a:cubicBezTo>
                    <a:pt x="2226366" y="2795285"/>
                    <a:pt x="2001447" y="2889469"/>
                    <a:pt x="1766533" y="2890455"/>
                  </a:cubicBezTo>
                  <a:cubicBezTo>
                    <a:pt x="1284717" y="2894196"/>
                    <a:pt x="891095" y="2506638"/>
                    <a:pt x="887355" y="2024822"/>
                  </a:cubicBezTo>
                  <a:cubicBezTo>
                    <a:pt x="887320" y="2020308"/>
                    <a:pt x="887320" y="2015793"/>
                    <a:pt x="887355" y="2011279"/>
                  </a:cubicBezTo>
                  <a:cubicBezTo>
                    <a:pt x="888285" y="1782903"/>
                    <a:pt x="977362" y="1563705"/>
                    <a:pt x="1136000" y="1399417"/>
                  </a:cubicBezTo>
                  <a:cubicBezTo>
                    <a:pt x="1139384" y="1394036"/>
                    <a:pt x="1143362" y="1389051"/>
                    <a:pt x="1147860" y="1384558"/>
                  </a:cubicBezTo>
                  <a:cubicBezTo>
                    <a:pt x="1428060" y="1104359"/>
                    <a:pt x="1430914" y="651302"/>
                    <a:pt x="1154231" y="374609"/>
                  </a:cubicBezTo>
                  <a:cubicBezTo>
                    <a:pt x="877540" y="97911"/>
                    <a:pt x="424481" y="100781"/>
                    <a:pt x="144281" y="380980"/>
                  </a:cubicBezTo>
                  <a:cubicBezTo>
                    <a:pt x="111270" y="413991"/>
                    <a:pt x="57747" y="413991"/>
                    <a:pt x="24736" y="380979"/>
                  </a:cubicBezTo>
                  <a:cubicBezTo>
                    <a:pt x="-8275" y="347967"/>
                    <a:pt x="-8275" y="294445"/>
                    <a:pt x="24737" y="261434"/>
                  </a:cubicBezTo>
                  <a:cubicBezTo>
                    <a:pt x="370851" y="-84688"/>
                    <a:pt x="931169" y="-87528"/>
                    <a:pt x="1273775" y="255065"/>
                  </a:cubicBezTo>
                  <a:cubicBezTo>
                    <a:pt x="1611966" y="593261"/>
                    <a:pt x="1613561" y="1143563"/>
                    <a:pt x="1280634" y="1490593"/>
                  </a:cubicBezTo>
                  <a:cubicBezTo>
                    <a:pt x="1277249" y="1495980"/>
                    <a:pt x="1273269" y="1500969"/>
                    <a:pt x="1268767" y="1505465"/>
                  </a:cubicBezTo>
                  <a:cubicBezTo>
                    <a:pt x="1133635" y="1639581"/>
                    <a:pt x="1057260" y="1821849"/>
                    <a:pt x="1056416" y="2012235"/>
                  </a:cubicBezTo>
                  <a:cubicBezTo>
                    <a:pt x="1053201" y="2400674"/>
                    <a:pt x="1365486" y="2718172"/>
                    <a:pt x="1753925" y="2721387"/>
                  </a:cubicBezTo>
                  <a:cubicBezTo>
                    <a:pt x="1756431" y="2721408"/>
                    <a:pt x="1758937" y="2721415"/>
                    <a:pt x="1761442" y="2721409"/>
                  </a:cubicBezTo>
                  <a:cubicBezTo>
                    <a:pt x="1762824" y="2721409"/>
                    <a:pt x="1764194" y="2721402"/>
                    <a:pt x="1765576" y="2721394"/>
                  </a:cubicBezTo>
                  <a:cubicBezTo>
                    <a:pt x="1953749" y="2720571"/>
                    <a:pt x="2134085" y="2645938"/>
                    <a:pt x="2267806" y="2513543"/>
                  </a:cubicBezTo>
                  <a:cubicBezTo>
                    <a:pt x="2269188" y="2511940"/>
                    <a:pt x="2270641" y="2510371"/>
                    <a:pt x="2272161" y="2508852"/>
                  </a:cubicBezTo>
                  <a:cubicBezTo>
                    <a:pt x="2437684" y="2342160"/>
                    <a:pt x="2662600" y="2247977"/>
                    <a:pt x="2897512" y="2246991"/>
                  </a:cubicBezTo>
                  <a:cubicBezTo>
                    <a:pt x="2899218" y="2246977"/>
                    <a:pt x="2900937" y="2246977"/>
                    <a:pt x="2902638" y="2246977"/>
                  </a:cubicBezTo>
                  <a:cubicBezTo>
                    <a:pt x="3384453" y="2246050"/>
                    <a:pt x="3775793" y="2635887"/>
                    <a:pt x="3776720" y="3117702"/>
                  </a:cubicBezTo>
                  <a:cubicBezTo>
                    <a:pt x="3776725" y="3120524"/>
                    <a:pt x="3776717" y="3123346"/>
                    <a:pt x="3776695" y="3126168"/>
                  </a:cubicBezTo>
                  <a:cubicBezTo>
                    <a:pt x="3775768" y="3354542"/>
                    <a:pt x="3686694" y="3573737"/>
                    <a:pt x="3528058" y="3738022"/>
                  </a:cubicBezTo>
                  <a:cubicBezTo>
                    <a:pt x="3524675" y="3743409"/>
                    <a:pt x="3520691" y="3748393"/>
                    <a:pt x="3516185" y="3752882"/>
                  </a:cubicBezTo>
                  <a:cubicBezTo>
                    <a:pt x="3381060" y="3887002"/>
                    <a:pt x="3304688" y="4069268"/>
                    <a:pt x="3303840" y="4259653"/>
                  </a:cubicBezTo>
                  <a:cubicBezTo>
                    <a:pt x="3300609" y="4648079"/>
                    <a:pt x="3612873" y="4965580"/>
                    <a:pt x="4001300" y="4968811"/>
                  </a:cubicBezTo>
                  <a:cubicBezTo>
                    <a:pt x="4003822" y="4968832"/>
                    <a:pt x="4006344" y="4968839"/>
                    <a:pt x="4008866" y="4968833"/>
                  </a:cubicBezTo>
                  <a:cubicBezTo>
                    <a:pt x="4010256" y="4968833"/>
                    <a:pt x="4011617" y="4968833"/>
                    <a:pt x="4012993" y="4968818"/>
                  </a:cubicBezTo>
                  <a:cubicBezTo>
                    <a:pt x="4203382" y="4967972"/>
                    <a:pt x="4385651" y="4891600"/>
                    <a:pt x="4519777" y="4756475"/>
                  </a:cubicBezTo>
                  <a:cubicBezTo>
                    <a:pt x="4522869" y="4753372"/>
                    <a:pt x="4526200" y="4750515"/>
                    <a:pt x="4529739" y="4747931"/>
                  </a:cubicBezTo>
                  <a:cubicBezTo>
                    <a:pt x="4694432" y="4586829"/>
                    <a:pt x="4915391" y="4496198"/>
                    <a:pt x="5145775" y="4495248"/>
                  </a:cubicBezTo>
                  <a:cubicBezTo>
                    <a:pt x="5627578" y="4491503"/>
                    <a:pt x="6021193" y="4879046"/>
                    <a:pt x="6024938" y="5360850"/>
                  </a:cubicBezTo>
                  <a:cubicBezTo>
                    <a:pt x="6024973" y="5365374"/>
                    <a:pt x="6024973" y="5369899"/>
                    <a:pt x="6024938" y="5374424"/>
                  </a:cubicBezTo>
                  <a:cubicBezTo>
                    <a:pt x="6023954" y="5609332"/>
                    <a:pt x="5929772" y="5834246"/>
                    <a:pt x="5763078" y="5999763"/>
                  </a:cubicBezTo>
                  <a:cubicBezTo>
                    <a:pt x="5747247" y="6015644"/>
                    <a:pt x="5725736" y="6024557"/>
                    <a:pt x="5703312" y="60245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28"/>
            <p:cNvSpPr/>
            <p:nvPr/>
          </p:nvSpPr>
          <p:spPr>
            <a:xfrm>
              <a:off x="5831888" y="3555863"/>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89" name="Google Shape;589;p28"/>
            <p:cNvSpPr/>
            <p:nvPr/>
          </p:nvSpPr>
          <p:spPr>
            <a:xfrm>
              <a:off x="4738150" y="3663700"/>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0" name="Google Shape;590;p28"/>
            <p:cNvSpPr/>
            <p:nvPr/>
          </p:nvSpPr>
          <p:spPr>
            <a:xfrm>
              <a:off x="4714688" y="2414588"/>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1" name="Google Shape;591;p28"/>
            <p:cNvSpPr/>
            <p:nvPr/>
          </p:nvSpPr>
          <p:spPr>
            <a:xfrm>
              <a:off x="3465938" y="2363813"/>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2" name="Google Shape;592;p28"/>
            <p:cNvSpPr/>
            <p:nvPr/>
          </p:nvSpPr>
          <p:spPr>
            <a:xfrm>
              <a:off x="3550650" y="1258625"/>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593" name="Google Shape;593;p28"/>
            <p:cNvGrpSpPr/>
            <p:nvPr/>
          </p:nvGrpSpPr>
          <p:grpSpPr>
            <a:xfrm>
              <a:off x="3483934" y="1715349"/>
              <a:ext cx="985392" cy="935658"/>
              <a:chOff x="4015996" y="1232778"/>
              <a:chExt cx="1849113" cy="1755785"/>
            </a:xfrm>
          </p:grpSpPr>
          <p:grpSp>
            <p:nvGrpSpPr>
              <p:cNvPr id="594" name="Google Shape;594;p28"/>
              <p:cNvGrpSpPr/>
              <p:nvPr/>
            </p:nvGrpSpPr>
            <p:grpSpPr>
              <a:xfrm>
                <a:off x="5295591" y="1232778"/>
                <a:ext cx="569518" cy="569518"/>
                <a:chOff x="5295591" y="1232778"/>
                <a:chExt cx="569518" cy="569518"/>
              </a:xfrm>
            </p:grpSpPr>
            <p:sp>
              <p:nvSpPr>
                <p:cNvPr id="595" name="Google Shape;595;p28"/>
                <p:cNvSpPr/>
                <p:nvPr/>
              </p:nvSpPr>
              <p:spPr>
                <a:xfrm>
                  <a:off x="5295591" y="1232778"/>
                  <a:ext cx="569518" cy="569518"/>
                </a:xfrm>
                <a:custGeom>
                  <a:rect b="b" l="l" r="r" t="t"/>
                  <a:pathLst>
                    <a:path extrusionOk="0" h="569518" w="569518">
                      <a:moveTo>
                        <a:pt x="569518" y="284759"/>
                      </a:moveTo>
                      <a:cubicBezTo>
                        <a:pt x="569518" y="442027"/>
                        <a:pt x="442027" y="569518"/>
                        <a:pt x="284759" y="569518"/>
                      </a:cubicBezTo>
                      <a:cubicBezTo>
                        <a:pt x="127491" y="569518"/>
                        <a:pt x="0" y="442027"/>
                        <a:pt x="0" y="284759"/>
                      </a:cubicBezTo>
                      <a:cubicBezTo>
                        <a:pt x="0" y="127491"/>
                        <a:pt x="127491" y="0"/>
                        <a:pt x="284759" y="0"/>
                      </a:cubicBezTo>
                      <a:cubicBezTo>
                        <a:pt x="442027" y="0"/>
                        <a:pt x="569518" y="127491"/>
                        <a:pt x="569518" y="28475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8"/>
                <p:cNvSpPr/>
                <p:nvPr/>
              </p:nvSpPr>
              <p:spPr>
                <a:xfrm>
                  <a:off x="5371203" y="1308389"/>
                  <a:ext cx="418295" cy="418295"/>
                </a:xfrm>
                <a:custGeom>
                  <a:rect b="b" l="l" r="r" t="t"/>
                  <a:pathLst>
                    <a:path extrusionOk="0" h="418295" w="418295">
                      <a:moveTo>
                        <a:pt x="418296" y="209148"/>
                      </a:moveTo>
                      <a:cubicBezTo>
                        <a:pt x="418296" y="324657"/>
                        <a:pt x="324657" y="418296"/>
                        <a:pt x="209148" y="418296"/>
                      </a:cubicBezTo>
                      <a:cubicBezTo>
                        <a:pt x="93639" y="418296"/>
                        <a:pt x="0" y="324657"/>
                        <a:pt x="0" y="209148"/>
                      </a:cubicBezTo>
                      <a:cubicBezTo>
                        <a:pt x="0" y="93639"/>
                        <a:pt x="93639" y="0"/>
                        <a:pt x="209148" y="0"/>
                      </a:cubicBezTo>
                      <a:cubicBezTo>
                        <a:pt x="324657" y="0"/>
                        <a:pt x="418296" y="93639"/>
                        <a:pt x="418296" y="209148"/>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2</a:t>
                  </a:r>
                  <a:endParaRPr sz="1800">
                    <a:solidFill>
                      <a:srgbClr val="000000"/>
                    </a:solidFill>
                    <a:latin typeface="Calibri"/>
                    <a:ea typeface="Calibri"/>
                    <a:cs typeface="Calibri"/>
                    <a:sym typeface="Calibri"/>
                  </a:endParaRPr>
                </a:p>
              </p:txBody>
            </p:sp>
          </p:grpSp>
          <p:grpSp>
            <p:nvGrpSpPr>
              <p:cNvPr id="597" name="Google Shape;597;p28"/>
              <p:cNvGrpSpPr/>
              <p:nvPr/>
            </p:nvGrpSpPr>
            <p:grpSpPr>
              <a:xfrm>
                <a:off x="4015996" y="1380926"/>
                <a:ext cx="1607637" cy="1607637"/>
                <a:chOff x="4015996" y="1380926"/>
                <a:chExt cx="1607637" cy="1607637"/>
              </a:xfrm>
            </p:grpSpPr>
            <p:sp>
              <p:nvSpPr>
                <p:cNvPr id="598" name="Google Shape;598;p28"/>
                <p:cNvSpPr/>
                <p:nvPr/>
              </p:nvSpPr>
              <p:spPr>
                <a:xfrm rot="-2700000">
                  <a:off x="4251429" y="1616359"/>
                  <a:ext cx="1136771" cy="1136771"/>
                </a:xfrm>
                <a:custGeom>
                  <a:rect b="b" l="l" r="r" t="t"/>
                  <a:pathLst>
                    <a:path extrusionOk="0" h="1136139" w="1136139">
                      <a:moveTo>
                        <a:pt x="1136118" y="568040"/>
                      </a:moveTo>
                      <a:cubicBezTo>
                        <a:pt x="1136118" y="881776"/>
                        <a:pt x="881784" y="1136109"/>
                        <a:pt x="568048" y="1136109"/>
                      </a:cubicBezTo>
                      <a:cubicBezTo>
                        <a:pt x="254311" y="1136109"/>
                        <a:pt x="-22" y="881776"/>
                        <a:pt x="-22" y="568040"/>
                      </a:cubicBezTo>
                      <a:cubicBezTo>
                        <a:pt x="-22" y="254303"/>
                        <a:pt x="254311" y="-30"/>
                        <a:pt x="568048" y="-30"/>
                      </a:cubicBezTo>
                      <a:cubicBezTo>
                        <a:pt x="881784" y="-30"/>
                        <a:pt x="1136118" y="254303"/>
                        <a:pt x="1136118" y="56804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28"/>
                <p:cNvSpPr/>
                <p:nvPr/>
              </p:nvSpPr>
              <p:spPr>
                <a:xfrm rot="-2700000">
                  <a:off x="4402231" y="1767281"/>
                  <a:ext cx="834928" cy="834928"/>
                </a:xfrm>
                <a:custGeom>
                  <a:rect b="b" l="l" r="r" t="t"/>
                  <a:pathLst>
                    <a:path extrusionOk="0" h="834464" w="834464">
                      <a:moveTo>
                        <a:pt x="834442" y="417202"/>
                      </a:moveTo>
                      <a:cubicBezTo>
                        <a:pt x="834442" y="647633"/>
                        <a:pt x="647641" y="834434"/>
                        <a:pt x="417210" y="834434"/>
                      </a:cubicBezTo>
                      <a:cubicBezTo>
                        <a:pt x="186779" y="834434"/>
                        <a:pt x="-22" y="647633"/>
                        <a:pt x="-22" y="417202"/>
                      </a:cubicBezTo>
                      <a:cubicBezTo>
                        <a:pt x="-22" y="186771"/>
                        <a:pt x="186779" y="-30"/>
                        <a:pt x="417210" y="-30"/>
                      </a:cubicBezTo>
                      <a:cubicBezTo>
                        <a:pt x="647641" y="-30"/>
                        <a:pt x="834442" y="186771"/>
                        <a:pt x="834442" y="4172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0" name="Google Shape;600;p28"/>
            <p:cNvGrpSpPr/>
            <p:nvPr/>
          </p:nvGrpSpPr>
          <p:grpSpPr>
            <a:xfrm>
              <a:off x="3904249" y="2455034"/>
              <a:ext cx="980209" cy="866441"/>
              <a:chOff x="4804727" y="2620815"/>
              <a:chExt cx="1839386" cy="1625897"/>
            </a:xfrm>
          </p:grpSpPr>
          <p:grpSp>
            <p:nvGrpSpPr>
              <p:cNvPr id="601" name="Google Shape;601;p28"/>
              <p:cNvGrpSpPr/>
              <p:nvPr/>
            </p:nvGrpSpPr>
            <p:grpSpPr>
              <a:xfrm>
                <a:off x="4804727" y="3593188"/>
                <a:ext cx="653524" cy="653524"/>
                <a:chOff x="4804727" y="3593188"/>
                <a:chExt cx="653524" cy="653524"/>
              </a:xfrm>
            </p:grpSpPr>
            <p:sp>
              <p:nvSpPr>
                <p:cNvPr id="602" name="Google Shape;602;p28"/>
                <p:cNvSpPr/>
                <p:nvPr/>
              </p:nvSpPr>
              <p:spPr>
                <a:xfrm rot="-4847797">
                  <a:off x="4846622" y="3635083"/>
                  <a:ext cx="569735" cy="569735"/>
                </a:xfrm>
                <a:custGeom>
                  <a:rect b="b" l="l" r="r" t="t"/>
                  <a:pathLst>
                    <a:path extrusionOk="0" h="569520" w="569520">
                      <a:moveTo>
                        <a:pt x="569499" y="284730"/>
                      </a:moveTo>
                      <a:cubicBezTo>
                        <a:pt x="569499" y="441999"/>
                        <a:pt x="442007" y="569490"/>
                        <a:pt x="284738" y="569490"/>
                      </a:cubicBezTo>
                      <a:cubicBezTo>
                        <a:pt x="127470" y="569490"/>
                        <a:pt x="-22" y="441999"/>
                        <a:pt x="-22" y="284730"/>
                      </a:cubicBezTo>
                      <a:cubicBezTo>
                        <a:pt x="-22" y="127461"/>
                        <a:pt x="127469" y="-30"/>
                        <a:pt x="284738" y="-30"/>
                      </a:cubicBezTo>
                      <a:cubicBezTo>
                        <a:pt x="442007" y="-30"/>
                        <a:pt x="569499" y="127462"/>
                        <a:pt x="569499" y="2847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8"/>
                <p:cNvSpPr/>
                <p:nvPr/>
              </p:nvSpPr>
              <p:spPr>
                <a:xfrm>
                  <a:off x="4922315" y="3710345"/>
                  <a:ext cx="419343" cy="419343"/>
                </a:xfrm>
                <a:custGeom>
                  <a:rect b="b" l="l" r="r" t="t"/>
                  <a:pathLst>
                    <a:path extrusionOk="0" h="418297" w="418297">
                      <a:moveTo>
                        <a:pt x="418276" y="209119"/>
                      </a:moveTo>
                      <a:cubicBezTo>
                        <a:pt x="418276" y="324629"/>
                        <a:pt x="324637" y="418268"/>
                        <a:pt x="209127" y="418268"/>
                      </a:cubicBezTo>
                      <a:cubicBezTo>
                        <a:pt x="93617" y="418268"/>
                        <a:pt x="-22" y="324629"/>
                        <a:pt x="-22" y="209119"/>
                      </a:cubicBezTo>
                      <a:cubicBezTo>
                        <a:pt x="-22" y="93609"/>
                        <a:pt x="93617" y="-30"/>
                        <a:pt x="209127" y="-30"/>
                      </a:cubicBezTo>
                      <a:cubicBezTo>
                        <a:pt x="324637" y="-30"/>
                        <a:pt x="418276" y="93609"/>
                        <a:pt x="418276" y="209119"/>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3</a:t>
                  </a:r>
                  <a:endParaRPr sz="1800">
                    <a:solidFill>
                      <a:srgbClr val="000000"/>
                    </a:solidFill>
                    <a:latin typeface="Calibri"/>
                    <a:ea typeface="Calibri"/>
                    <a:cs typeface="Calibri"/>
                    <a:sym typeface="Calibri"/>
                  </a:endParaRPr>
                </a:p>
              </p:txBody>
            </p:sp>
          </p:grpSp>
          <p:grpSp>
            <p:nvGrpSpPr>
              <p:cNvPr id="604" name="Google Shape;604;p28"/>
              <p:cNvGrpSpPr/>
              <p:nvPr/>
            </p:nvGrpSpPr>
            <p:grpSpPr>
              <a:xfrm>
                <a:off x="5249505" y="2620815"/>
                <a:ext cx="1394608" cy="1394608"/>
                <a:chOff x="5249505" y="2620815"/>
                <a:chExt cx="1394608" cy="1394608"/>
              </a:xfrm>
            </p:grpSpPr>
            <p:sp>
              <p:nvSpPr>
                <p:cNvPr id="605" name="Google Shape;605;p28"/>
                <p:cNvSpPr/>
                <p:nvPr/>
              </p:nvSpPr>
              <p:spPr>
                <a:xfrm rot="-4486954">
                  <a:off x="5378703" y="2750014"/>
                  <a:ext cx="1136212" cy="1136212"/>
                </a:xfrm>
                <a:custGeom>
                  <a:rect b="b" l="l" r="r" t="t"/>
                  <a:pathLst>
                    <a:path extrusionOk="0" h="1136137" w="1136137">
                      <a:moveTo>
                        <a:pt x="1136116" y="568039"/>
                      </a:moveTo>
                      <a:cubicBezTo>
                        <a:pt x="1136116" y="881775"/>
                        <a:pt x="881783" y="1136108"/>
                        <a:pt x="568047" y="1136108"/>
                      </a:cubicBezTo>
                      <a:cubicBezTo>
                        <a:pt x="254311" y="1136108"/>
                        <a:pt x="-22" y="881775"/>
                        <a:pt x="-22" y="568039"/>
                      </a:cubicBezTo>
                      <a:cubicBezTo>
                        <a:pt x="-22" y="254303"/>
                        <a:pt x="254311" y="-30"/>
                        <a:pt x="568047" y="-30"/>
                      </a:cubicBezTo>
                      <a:cubicBezTo>
                        <a:pt x="881783" y="-30"/>
                        <a:pt x="1136116" y="254303"/>
                        <a:pt x="1136116" y="5680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28"/>
                <p:cNvSpPr/>
                <p:nvPr/>
              </p:nvSpPr>
              <p:spPr>
                <a:xfrm rot="-4593265">
                  <a:off x="5529884" y="2901613"/>
                  <a:ext cx="834384" cy="834384"/>
                </a:xfrm>
                <a:custGeom>
                  <a:rect b="b" l="l" r="r" t="t"/>
                  <a:pathLst>
                    <a:path extrusionOk="0" h="834462" w="834462">
                      <a:moveTo>
                        <a:pt x="834440" y="417201"/>
                      </a:moveTo>
                      <a:cubicBezTo>
                        <a:pt x="834440" y="647631"/>
                        <a:pt x="647640" y="834432"/>
                        <a:pt x="417209" y="834432"/>
                      </a:cubicBezTo>
                      <a:cubicBezTo>
                        <a:pt x="186779" y="834432"/>
                        <a:pt x="-22" y="647631"/>
                        <a:pt x="-22" y="417201"/>
                      </a:cubicBezTo>
                      <a:cubicBezTo>
                        <a:pt x="-22" y="186771"/>
                        <a:pt x="186779" y="-30"/>
                        <a:pt x="417209" y="-30"/>
                      </a:cubicBezTo>
                      <a:cubicBezTo>
                        <a:pt x="647640" y="-30"/>
                        <a:pt x="834440" y="186771"/>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07" name="Google Shape;607;p28"/>
            <p:cNvSpPr/>
            <p:nvPr/>
          </p:nvSpPr>
          <p:spPr>
            <a:xfrm>
              <a:off x="3593276" y="1301376"/>
              <a:ext cx="77023" cy="77023"/>
            </a:xfrm>
            <a:custGeom>
              <a:rect b="b" l="l" r="r" t="t"/>
              <a:pathLst>
                <a:path extrusionOk="0" h="144645" w="144645">
                  <a:moveTo>
                    <a:pt x="144645" y="72323"/>
                  </a:moveTo>
                  <a:cubicBezTo>
                    <a:pt x="144645" y="112265"/>
                    <a:pt x="112265" y="144645"/>
                    <a:pt x="72323" y="144645"/>
                  </a:cubicBezTo>
                  <a:cubicBezTo>
                    <a:pt x="32380" y="144645"/>
                    <a:pt x="0" y="112265"/>
                    <a:pt x="0" y="72323"/>
                  </a:cubicBezTo>
                  <a:cubicBezTo>
                    <a:pt x="0" y="32380"/>
                    <a:pt x="32380" y="0"/>
                    <a:pt x="72323" y="0"/>
                  </a:cubicBezTo>
                  <a:cubicBezTo>
                    <a:pt x="112265" y="0"/>
                    <a:pt x="144645" y="32380"/>
                    <a:pt x="144645" y="723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28"/>
            <p:cNvSpPr/>
            <p:nvPr/>
          </p:nvSpPr>
          <p:spPr>
            <a:xfrm>
              <a:off x="4757305" y="2457207"/>
              <a:ext cx="77023" cy="77023"/>
            </a:xfrm>
            <a:custGeom>
              <a:rect b="b" l="l" r="r" t="t"/>
              <a:pathLst>
                <a:path extrusionOk="0" h="144645" w="144645">
                  <a:moveTo>
                    <a:pt x="144646" y="72323"/>
                  </a:moveTo>
                  <a:cubicBezTo>
                    <a:pt x="144646" y="112266"/>
                    <a:pt x="112266" y="144646"/>
                    <a:pt x="72323" y="144646"/>
                  </a:cubicBezTo>
                  <a:cubicBezTo>
                    <a:pt x="32380" y="144646"/>
                    <a:pt x="0" y="112266"/>
                    <a:pt x="0" y="72323"/>
                  </a:cubicBezTo>
                  <a:cubicBezTo>
                    <a:pt x="0" y="32380"/>
                    <a:pt x="32380" y="0"/>
                    <a:pt x="72323" y="0"/>
                  </a:cubicBezTo>
                  <a:cubicBezTo>
                    <a:pt x="112266" y="0"/>
                    <a:pt x="144646" y="32380"/>
                    <a:pt x="144646" y="723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8"/>
            <p:cNvSpPr/>
            <p:nvPr/>
          </p:nvSpPr>
          <p:spPr>
            <a:xfrm>
              <a:off x="5874668" y="3598494"/>
              <a:ext cx="77023" cy="77023"/>
            </a:xfrm>
            <a:custGeom>
              <a:rect b="b" l="l" r="r" t="t"/>
              <a:pathLst>
                <a:path extrusionOk="0" h="144645" w="144645">
                  <a:moveTo>
                    <a:pt x="72302" y="-30"/>
                  </a:moveTo>
                  <a:cubicBezTo>
                    <a:pt x="112245" y="-29"/>
                    <a:pt x="144625" y="32351"/>
                    <a:pt x="144624" y="72294"/>
                  </a:cubicBezTo>
                  <a:cubicBezTo>
                    <a:pt x="144623" y="112237"/>
                    <a:pt x="112242" y="144616"/>
                    <a:pt x="72300" y="144615"/>
                  </a:cubicBezTo>
                  <a:cubicBezTo>
                    <a:pt x="32357" y="144615"/>
                    <a:pt x="-22" y="112235"/>
                    <a:pt x="-22" y="72293"/>
                  </a:cubicBezTo>
                  <a:cubicBezTo>
                    <a:pt x="-22" y="32350"/>
                    <a:pt x="32358" y="-30"/>
                    <a:pt x="72301" y="-30"/>
                  </a:cubicBezTo>
                  <a:cubicBezTo>
                    <a:pt x="72302" y="-30"/>
                    <a:pt x="72302" y="-30"/>
                    <a:pt x="72302" y="-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8"/>
            <p:cNvSpPr/>
            <p:nvPr/>
          </p:nvSpPr>
          <p:spPr>
            <a:xfrm>
              <a:off x="3508729" y="2406454"/>
              <a:ext cx="77023" cy="77023"/>
            </a:xfrm>
            <a:custGeom>
              <a:rect b="b" l="l" r="r" t="t"/>
              <a:pathLst>
                <a:path extrusionOk="0" h="144645" w="144645">
                  <a:moveTo>
                    <a:pt x="144645" y="72323"/>
                  </a:moveTo>
                  <a:cubicBezTo>
                    <a:pt x="144645" y="112265"/>
                    <a:pt x="112265" y="144645"/>
                    <a:pt x="72323" y="144645"/>
                  </a:cubicBezTo>
                  <a:cubicBezTo>
                    <a:pt x="32380" y="144645"/>
                    <a:pt x="0" y="112266"/>
                    <a:pt x="0" y="72323"/>
                  </a:cubicBezTo>
                  <a:cubicBezTo>
                    <a:pt x="0" y="32380"/>
                    <a:pt x="32380" y="0"/>
                    <a:pt x="72323" y="0"/>
                  </a:cubicBezTo>
                  <a:cubicBezTo>
                    <a:pt x="112265" y="0"/>
                    <a:pt x="144645" y="32380"/>
                    <a:pt x="144645" y="7232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8"/>
            <p:cNvSpPr/>
            <p:nvPr/>
          </p:nvSpPr>
          <p:spPr>
            <a:xfrm>
              <a:off x="4779662" y="3706326"/>
              <a:ext cx="77023" cy="77023"/>
            </a:xfrm>
            <a:custGeom>
              <a:rect b="b" l="l" r="r" t="t"/>
              <a:pathLst>
                <a:path extrusionOk="0" h="144645" w="144645">
                  <a:moveTo>
                    <a:pt x="144646" y="72323"/>
                  </a:moveTo>
                  <a:cubicBezTo>
                    <a:pt x="144646" y="112266"/>
                    <a:pt x="112266" y="144645"/>
                    <a:pt x="72323" y="144645"/>
                  </a:cubicBezTo>
                  <a:cubicBezTo>
                    <a:pt x="32380" y="144645"/>
                    <a:pt x="0" y="112266"/>
                    <a:pt x="0" y="72323"/>
                  </a:cubicBezTo>
                  <a:cubicBezTo>
                    <a:pt x="0" y="32380"/>
                    <a:pt x="32380" y="0"/>
                    <a:pt x="72323" y="0"/>
                  </a:cubicBezTo>
                  <a:cubicBezTo>
                    <a:pt x="112266" y="0"/>
                    <a:pt x="144646" y="32380"/>
                    <a:pt x="144646" y="72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2" name="Google Shape;612;p28"/>
            <p:cNvGrpSpPr/>
            <p:nvPr/>
          </p:nvGrpSpPr>
          <p:grpSpPr>
            <a:xfrm>
              <a:off x="5325023" y="2857472"/>
              <a:ext cx="348263" cy="348263"/>
              <a:chOff x="7470846" y="3376000"/>
              <a:chExt cx="653524" cy="653524"/>
            </a:xfrm>
          </p:grpSpPr>
          <p:sp>
            <p:nvSpPr>
              <p:cNvPr id="613" name="Google Shape;613;p28"/>
              <p:cNvSpPr/>
              <p:nvPr/>
            </p:nvSpPr>
            <p:spPr>
              <a:xfrm rot="-4847797">
                <a:off x="7512741" y="3417895"/>
                <a:ext cx="569735" cy="569735"/>
              </a:xfrm>
              <a:custGeom>
                <a:rect b="b" l="l" r="r" t="t"/>
                <a:pathLst>
                  <a:path extrusionOk="0" h="569520" w="569520">
                    <a:moveTo>
                      <a:pt x="569499" y="284730"/>
                    </a:moveTo>
                    <a:cubicBezTo>
                      <a:pt x="569499" y="441999"/>
                      <a:pt x="442007" y="569491"/>
                      <a:pt x="284738" y="569491"/>
                    </a:cubicBezTo>
                    <a:cubicBezTo>
                      <a:pt x="127469" y="569491"/>
                      <a:pt x="-22" y="441999"/>
                      <a:pt x="-22" y="284730"/>
                    </a:cubicBezTo>
                    <a:cubicBezTo>
                      <a:pt x="-22" y="127461"/>
                      <a:pt x="127470" y="-30"/>
                      <a:pt x="284738" y="-30"/>
                    </a:cubicBezTo>
                    <a:cubicBezTo>
                      <a:pt x="442007" y="-30"/>
                      <a:pt x="569499" y="127461"/>
                      <a:pt x="569499" y="2847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28"/>
              <p:cNvSpPr/>
              <p:nvPr/>
            </p:nvSpPr>
            <p:spPr>
              <a:xfrm>
                <a:off x="7588166" y="3493467"/>
                <a:ext cx="418295" cy="418295"/>
              </a:xfrm>
              <a:custGeom>
                <a:rect b="b" l="l" r="r" t="t"/>
                <a:pathLst>
                  <a:path extrusionOk="0" h="418295" w="418295">
                    <a:moveTo>
                      <a:pt x="418296" y="209148"/>
                    </a:moveTo>
                    <a:cubicBezTo>
                      <a:pt x="418296" y="324657"/>
                      <a:pt x="324657" y="418295"/>
                      <a:pt x="209148" y="418295"/>
                    </a:cubicBezTo>
                    <a:cubicBezTo>
                      <a:pt x="93639" y="418295"/>
                      <a:pt x="0" y="324657"/>
                      <a:pt x="0" y="209148"/>
                    </a:cubicBezTo>
                    <a:cubicBezTo>
                      <a:pt x="0" y="93638"/>
                      <a:pt x="93639" y="0"/>
                      <a:pt x="209148" y="0"/>
                    </a:cubicBezTo>
                    <a:cubicBezTo>
                      <a:pt x="324657" y="0"/>
                      <a:pt x="418296" y="93638"/>
                      <a:pt x="418296" y="209148"/>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4</a:t>
                </a:r>
                <a:endParaRPr sz="1800">
                  <a:solidFill>
                    <a:srgbClr val="000000"/>
                  </a:solidFill>
                  <a:latin typeface="Calibri"/>
                  <a:ea typeface="Calibri"/>
                  <a:cs typeface="Calibri"/>
                  <a:sym typeface="Calibri"/>
                </a:endParaRPr>
              </a:p>
            </p:txBody>
          </p:sp>
        </p:grpSp>
        <p:grpSp>
          <p:nvGrpSpPr>
            <p:cNvPr id="615" name="Google Shape;615;p28"/>
            <p:cNvGrpSpPr/>
            <p:nvPr/>
          </p:nvGrpSpPr>
          <p:grpSpPr>
            <a:xfrm>
              <a:off x="4747547" y="3055137"/>
              <a:ext cx="729564" cy="729564"/>
              <a:chOff x="6387197" y="3746922"/>
              <a:chExt cx="1369045" cy="1369045"/>
            </a:xfrm>
          </p:grpSpPr>
          <p:sp>
            <p:nvSpPr>
              <p:cNvPr id="616" name="Google Shape;616;p28"/>
              <p:cNvSpPr/>
              <p:nvPr/>
            </p:nvSpPr>
            <p:spPr>
              <a:xfrm rot="-4593265">
                <a:off x="6503705" y="3863430"/>
                <a:ext cx="1136030" cy="1136030"/>
              </a:xfrm>
              <a:custGeom>
                <a:rect b="b" l="l" r="r" t="t"/>
                <a:pathLst>
                  <a:path extrusionOk="0" h="1136137" w="1136137">
                    <a:moveTo>
                      <a:pt x="1136116" y="568039"/>
                    </a:moveTo>
                    <a:cubicBezTo>
                      <a:pt x="1136116" y="881775"/>
                      <a:pt x="881783" y="1136108"/>
                      <a:pt x="568047" y="1136108"/>
                    </a:cubicBezTo>
                    <a:cubicBezTo>
                      <a:pt x="254311" y="1136108"/>
                      <a:pt x="-22" y="881775"/>
                      <a:pt x="-22" y="568039"/>
                    </a:cubicBezTo>
                    <a:cubicBezTo>
                      <a:pt x="-22" y="254303"/>
                      <a:pt x="254311" y="-30"/>
                      <a:pt x="568047" y="-30"/>
                    </a:cubicBezTo>
                    <a:cubicBezTo>
                      <a:pt x="881783" y="-30"/>
                      <a:pt x="1136116" y="254303"/>
                      <a:pt x="1136116" y="568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8"/>
              <p:cNvSpPr/>
              <p:nvPr/>
            </p:nvSpPr>
            <p:spPr>
              <a:xfrm rot="-4593265">
                <a:off x="6654997" y="4014979"/>
                <a:ext cx="834384" cy="834384"/>
              </a:xfrm>
              <a:custGeom>
                <a:rect b="b" l="l" r="r" t="t"/>
                <a:pathLst>
                  <a:path extrusionOk="0" h="834462" w="834462">
                    <a:moveTo>
                      <a:pt x="834440" y="417201"/>
                    </a:moveTo>
                    <a:cubicBezTo>
                      <a:pt x="834440" y="647631"/>
                      <a:pt x="647639" y="834432"/>
                      <a:pt x="417209" y="834432"/>
                    </a:cubicBezTo>
                    <a:cubicBezTo>
                      <a:pt x="186779" y="834432"/>
                      <a:pt x="-22" y="647631"/>
                      <a:pt x="-22" y="417201"/>
                    </a:cubicBezTo>
                    <a:cubicBezTo>
                      <a:pt x="-22" y="186771"/>
                      <a:pt x="186779" y="-30"/>
                      <a:pt x="417209" y="-30"/>
                    </a:cubicBezTo>
                    <a:cubicBezTo>
                      <a:pt x="647639" y="-30"/>
                      <a:pt x="834440" y="186771"/>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8" name="Google Shape;618;p28"/>
            <p:cNvGrpSpPr/>
            <p:nvPr/>
          </p:nvGrpSpPr>
          <p:grpSpPr>
            <a:xfrm>
              <a:off x="5105119" y="4205162"/>
              <a:ext cx="426414" cy="426414"/>
              <a:chOff x="7058190" y="5904974"/>
              <a:chExt cx="800176" cy="800176"/>
            </a:xfrm>
          </p:grpSpPr>
          <p:sp>
            <p:nvSpPr>
              <p:cNvPr id="619" name="Google Shape;619;p28"/>
              <p:cNvSpPr/>
              <p:nvPr/>
            </p:nvSpPr>
            <p:spPr>
              <a:xfrm rot="-2310192">
                <a:off x="7173544" y="6020328"/>
                <a:ext cx="569467" cy="569467"/>
              </a:xfrm>
              <a:custGeom>
                <a:rect b="b" l="l" r="r" t="t"/>
                <a:pathLst>
                  <a:path extrusionOk="0" h="569520" w="569520">
                    <a:moveTo>
                      <a:pt x="569499" y="284730"/>
                    </a:moveTo>
                    <a:cubicBezTo>
                      <a:pt x="569499" y="441999"/>
                      <a:pt x="442007" y="569491"/>
                      <a:pt x="284738" y="569491"/>
                    </a:cubicBezTo>
                    <a:cubicBezTo>
                      <a:pt x="127469" y="569491"/>
                      <a:pt x="-22" y="441999"/>
                      <a:pt x="-22" y="284730"/>
                    </a:cubicBezTo>
                    <a:cubicBezTo>
                      <a:pt x="-22" y="127462"/>
                      <a:pt x="127469" y="-30"/>
                      <a:pt x="284738" y="-30"/>
                    </a:cubicBezTo>
                    <a:cubicBezTo>
                      <a:pt x="442007" y="-30"/>
                      <a:pt x="569499" y="127462"/>
                      <a:pt x="569499" y="2847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28"/>
              <p:cNvSpPr/>
              <p:nvPr/>
            </p:nvSpPr>
            <p:spPr>
              <a:xfrm>
                <a:off x="7249053" y="6095982"/>
                <a:ext cx="417252" cy="417252"/>
              </a:xfrm>
              <a:custGeom>
                <a:rect b="b" l="l" r="r" t="t"/>
                <a:pathLst>
                  <a:path extrusionOk="0" h="418298" w="418298">
                    <a:moveTo>
                      <a:pt x="418276" y="209119"/>
                    </a:moveTo>
                    <a:cubicBezTo>
                      <a:pt x="418276" y="324629"/>
                      <a:pt x="324637" y="418268"/>
                      <a:pt x="209127" y="418268"/>
                    </a:cubicBezTo>
                    <a:cubicBezTo>
                      <a:pt x="93617" y="418268"/>
                      <a:pt x="-22" y="324629"/>
                      <a:pt x="-22" y="209119"/>
                    </a:cubicBezTo>
                    <a:cubicBezTo>
                      <a:pt x="-22" y="93609"/>
                      <a:pt x="93617" y="-30"/>
                      <a:pt x="209127" y="-30"/>
                    </a:cubicBezTo>
                    <a:cubicBezTo>
                      <a:pt x="324637" y="-30"/>
                      <a:pt x="418276" y="93609"/>
                      <a:pt x="418276" y="209119"/>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5</a:t>
                </a:r>
                <a:endParaRPr sz="1800">
                  <a:solidFill>
                    <a:srgbClr val="000000"/>
                  </a:solidFill>
                  <a:latin typeface="Calibri"/>
                  <a:ea typeface="Calibri"/>
                  <a:cs typeface="Calibri"/>
                  <a:sym typeface="Calibri"/>
                </a:endParaRPr>
              </a:p>
            </p:txBody>
          </p:sp>
        </p:grpSp>
        <p:grpSp>
          <p:nvGrpSpPr>
            <p:cNvPr id="621" name="Google Shape;621;p28"/>
            <p:cNvGrpSpPr/>
            <p:nvPr/>
          </p:nvGrpSpPr>
          <p:grpSpPr>
            <a:xfrm>
              <a:off x="5396693" y="3711137"/>
              <a:ext cx="629228" cy="629228"/>
              <a:chOff x="7605336" y="4977922"/>
              <a:chExt cx="1180762" cy="1180762"/>
            </a:xfrm>
          </p:grpSpPr>
          <p:sp>
            <p:nvSpPr>
              <p:cNvPr id="622" name="Google Shape;622;p28"/>
              <p:cNvSpPr/>
              <p:nvPr/>
            </p:nvSpPr>
            <p:spPr>
              <a:xfrm>
                <a:off x="7627321" y="5000235"/>
                <a:ext cx="1136138" cy="1136138"/>
              </a:xfrm>
              <a:custGeom>
                <a:rect b="b" l="l" r="r" t="t"/>
                <a:pathLst>
                  <a:path extrusionOk="0" h="1136138" w="1136138">
                    <a:moveTo>
                      <a:pt x="1136139" y="568069"/>
                    </a:moveTo>
                    <a:cubicBezTo>
                      <a:pt x="1136139" y="881805"/>
                      <a:pt x="881805" y="1136139"/>
                      <a:pt x="568069" y="1136139"/>
                    </a:cubicBezTo>
                    <a:cubicBezTo>
                      <a:pt x="254334" y="1136139"/>
                      <a:pt x="0" y="881805"/>
                      <a:pt x="0" y="568069"/>
                    </a:cubicBezTo>
                    <a:cubicBezTo>
                      <a:pt x="0" y="254333"/>
                      <a:pt x="254334" y="0"/>
                      <a:pt x="568069" y="0"/>
                    </a:cubicBezTo>
                    <a:cubicBezTo>
                      <a:pt x="881805" y="0"/>
                      <a:pt x="1136139" y="254333"/>
                      <a:pt x="1136139" y="56806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28"/>
              <p:cNvSpPr/>
              <p:nvPr/>
            </p:nvSpPr>
            <p:spPr>
              <a:xfrm rot="-2700000">
                <a:off x="7778255" y="5150841"/>
                <a:ext cx="834925" cy="834925"/>
              </a:xfrm>
              <a:custGeom>
                <a:rect b="b" l="l" r="r" t="t"/>
                <a:pathLst>
                  <a:path extrusionOk="0" h="834461" w="834461">
                    <a:moveTo>
                      <a:pt x="834440" y="417201"/>
                    </a:moveTo>
                    <a:cubicBezTo>
                      <a:pt x="834440" y="647631"/>
                      <a:pt x="647639" y="834432"/>
                      <a:pt x="417209" y="834432"/>
                    </a:cubicBezTo>
                    <a:cubicBezTo>
                      <a:pt x="186779" y="834432"/>
                      <a:pt x="-22" y="647631"/>
                      <a:pt x="-22" y="417201"/>
                    </a:cubicBezTo>
                    <a:cubicBezTo>
                      <a:pt x="-22" y="186771"/>
                      <a:pt x="186778" y="-30"/>
                      <a:pt x="417209" y="-30"/>
                    </a:cubicBezTo>
                    <a:cubicBezTo>
                      <a:pt x="647639" y="-30"/>
                      <a:pt x="834440" y="186770"/>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4" name="Google Shape;624;p28"/>
            <p:cNvGrpSpPr/>
            <p:nvPr/>
          </p:nvGrpSpPr>
          <p:grpSpPr>
            <a:xfrm>
              <a:off x="2737721" y="1265496"/>
              <a:ext cx="940893" cy="984037"/>
              <a:chOff x="2615710" y="388617"/>
              <a:chExt cx="1765609" cy="1846569"/>
            </a:xfrm>
          </p:grpSpPr>
          <p:grpSp>
            <p:nvGrpSpPr>
              <p:cNvPr id="625" name="Google Shape;625;p28"/>
              <p:cNvGrpSpPr/>
              <p:nvPr/>
            </p:nvGrpSpPr>
            <p:grpSpPr>
              <a:xfrm>
                <a:off x="3017952" y="388617"/>
                <a:ext cx="1363367" cy="1363367"/>
                <a:chOff x="3017952" y="388617"/>
                <a:chExt cx="1363367" cy="1363367"/>
              </a:xfrm>
            </p:grpSpPr>
            <p:sp>
              <p:nvSpPr>
                <p:cNvPr id="626" name="Google Shape;626;p28"/>
                <p:cNvSpPr/>
                <p:nvPr/>
              </p:nvSpPr>
              <p:spPr>
                <a:xfrm rot="-4620323">
                  <a:off x="3131211" y="501876"/>
                  <a:ext cx="1136849" cy="1136849"/>
                </a:xfrm>
                <a:custGeom>
                  <a:rect b="b" l="l" r="r" t="t"/>
                  <a:pathLst>
                    <a:path extrusionOk="0" h="1136139" w="1136139">
                      <a:moveTo>
                        <a:pt x="1136118" y="568040"/>
                      </a:moveTo>
                      <a:cubicBezTo>
                        <a:pt x="1136118" y="881776"/>
                        <a:pt x="881784" y="1136109"/>
                        <a:pt x="568048" y="1136109"/>
                      </a:cubicBezTo>
                      <a:cubicBezTo>
                        <a:pt x="254312" y="1136109"/>
                        <a:pt x="-22" y="881776"/>
                        <a:pt x="-22" y="568040"/>
                      </a:cubicBezTo>
                      <a:cubicBezTo>
                        <a:pt x="-22" y="254303"/>
                        <a:pt x="254312" y="-30"/>
                        <a:pt x="568048" y="-30"/>
                      </a:cubicBezTo>
                      <a:cubicBezTo>
                        <a:pt x="881784" y="-30"/>
                        <a:pt x="1136118" y="254303"/>
                        <a:pt x="1136118" y="568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8"/>
                <p:cNvSpPr/>
                <p:nvPr/>
              </p:nvSpPr>
              <p:spPr>
                <a:xfrm rot="-4611959">
                  <a:off x="3282658" y="653398"/>
                  <a:ext cx="835456" cy="835456"/>
                </a:xfrm>
                <a:custGeom>
                  <a:rect b="b" l="l" r="r" t="t"/>
                  <a:pathLst>
                    <a:path extrusionOk="0" h="834463" w="834463">
                      <a:moveTo>
                        <a:pt x="834442" y="417202"/>
                      </a:moveTo>
                      <a:cubicBezTo>
                        <a:pt x="834442" y="647633"/>
                        <a:pt x="647641" y="834434"/>
                        <a:pt x="417210" y="834434"/>
                      </a:cubicBezTo>
                      <a:cubicBezTo>
                        <a:pt x="186779" y="834434"/>
                        <a:pt x="-22" y="647633"/>
                        <a:pt x="-22" y="417202"/>
                      </a:cubicBezTo>
                      <a:cubicBezTo>
                        <a:pt x="-22" y="186771"/>
                        <a:pt x="186779" y="-30"/>
                        <a:pt x="417210" y="-30"/>
                      </a:cubicBezTo>
                      <a:cubicBezTo>
                        <a:pt x="647641" y="-30"/>
                        <a:pt x="834442" y="186771"/>
                        <a:pt x="834442" y="4172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8" name="Google Shape;628;p28"/>
              <p:cNvGrpSpPr/>
              <p:nvPr/>
            </p:nvGrpSpPr>
            <p:grpSpPr>
              <a:xfrm>
                <a:off x="2615710" y="1429318"/>
                <a:ext cx="805868" cy="805868"/>
                <a:chOff x="2615710" y="1429318"/>
                <a:chExt cx="805868" cy="805868"/>
              </a:xfrm>
            </p:grpSpPr>
            <p:sp>
              <p:nvSpPr>
                <p:cNvPr id="629" name="Google Shape;629;p28"/>
                <p:cNvSpPr/>
                <p:nvPr/>
              </p:nvSpPr>
              <p:spPr>
                <a:xfrm rot="-2700000">
                  <a:off x="2733727" y="1547335"/>
                  <a:ext cx="569835" cy="569835"/>
                </a:xfrm>
                <a:custGeom>
                  <a:rect b="b" l="l" r="r" t="t"/>
                  <a:pathLst>
                    <a:path extrusionOk="0" h="569518" w="569518">
                      <a:moveTo>
                        <a:pt x="569497" y="284729"/>
                      </a:moveTo>
                      <a:cubicBezTo>
                        <a:pt x="569497" y="441997"/>
                        <a:pt x="442006" y="569488"/>
                        <a:pt x="284737" y="569488"/>
                      </a:cubicBezTo>
                      <a:cubicBezTo>
                        <a:pt x="127469" y="569488"/>
                        <a:pt x="-22" y="441997"/>
                        <a:pt x="-22" y="284729"/>
                      </a:cubicBezTo>
                      <a:cubicBezTo>
                        <a:pt x="-22" y="127461"/>
                        <a:pt x="127469" y="-30"/>
                        <a:pt x="284737" y="-30"/>
                      </a:cubicBezTo>
                      <a:cubicBezTo>
                        <a:pt x="442006" y="-30"/>
                        <a:pt x="569497" y="127461"/>
                        <a:pt x="569497" y="2847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28"/>
                <p:cNvSpPr/>
                <p:nvPr/>
              </p:nvSpPr>
              <p:spPr>
                <a:xfrm>
                  <a:off x="2809180" y="1623119"/>
                  <a:ext cx="418295" cy="418295"/>
                </a:xfrm>
                <a:custGeom>
                  <a:rect b="b" l="l" r="r" t="t"/>
                  <a:pathLst>
                    <a:path extrusionOk="0" h="418295" w="418295">
                      <a:moveTo>
                        <a:pt x="418274" y="209118"/>
                      </a:moveTo>
                      <a:cubicBezTo>
                        <a:pt x="418274" y="324627"/>
                        <a:pt x="324635" y="418266"/>
                        <a:pt x="209126" y="418266"/>
                      </a:cubicBezTo>
                      <a:cubicBezTo>
                        <a:pt x="93617" y="418266"/>
                        <a:pt x="-22" y="324627"/>
                        <a:pt x="-22" y="209118"/>
                      </a:cubicBezTo>
                      <a:cubicBezTo>
                        <a:pt x="-22" y="93609"/>
                        <a:pt x="93617" y="-30"/>
                        <a:pt x="209126" y="-30"/>
                      </a:cubicBezTo>
                      <a:cubicBezTo>
                        <a:pt x="324635" y="-30"/>
                        <a:pt x="418274" y="93609"/>
                        <a:pt x="418274" y="209118"/>
                      </a:cubicBezTo>
                      <a:close/>
                    </a:path>
                  </a:pathLst>
                </a:custGeom>
                <a:solidFill>
                  <a:schemeClr val="accent4"/>
                </a:solidFill>
                <a:ln>
                  <a:noFill/>
                </a:ln>
              </p:spPr>
              <p:txBody>
                <a:bodyPr anchorCtr="0" anchor="b" bIns="27425" lIns="7315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1</a:t>
                  </a:r>
                  <a:endParaRPr sz="100">
                    <a:solidFill>
                      <a:srgbClr val="000000"/>
                    </a:solidFill>
                    <a:latin typeface="Calibri"/>
                    <a:ea typeface="Calibri"/>
                    <a:cs typeface="Calibri"/>
                    <a:sym typeface="Calibri"/>
                  </a:endParaRPr>
                </a:p>
              </p:txBody>
            </p:sp>
          </p:grpSp>
        </p:grpSp>
      </p:grpSp>
      <p:sp>
        <p:nvSpPr>
          <p:cNvPr id="631" name="Google Shape;631;p28"/>
          <p:cNvSpPr txBox="1"/>
          <p:nvPr/>
        </p:nvSpPr>
        <p:spPr>
          <a:xfrm flipH="1">
            <a:off x="4901575" y="11755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third planet from the Sun. Also, all humans live on this planet</a:t>
            </a:r>
            <a:endParaRPr sz="1200">
              <a:solidFill>
                <a:schemeClr val="dk1"/>
              </a:solidFill>
              <a:latin typeface="Catamaran"/>
              <a:ea typeface="Catamaran"/>
              <a:cs typeface="Catamaran"/>
              <a:sym typeface="Catamaran"/>
            </a:endParaRPr>
          </a:p>
        </p:txBody>
      </p:sp>
      <p:sp>
        <p:nvSpPr>
          <p:cNvPr id="632" name="Google Shape;632;p28"/>
          <p:cNvSpPr txBox="1"/>
          <p:nvPr/>
        </p:nvSpPr>
        <p:spPr>
          <a:xfrm flipH="1">
            <a:off x="891250" y="2404175"/>
            <a:ext cx="19998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cold place. It’s also full of iron oxide dust</a:t>
            </a:r>
            <a:endParaRPr sz="1200">
              <a:solidFill>
                <a:schemeClr val="dk1"/>
              </a:solidFill>
              <a:latin typeface="Catamaran"/>
              <a:ea typeface="Catamaran"/>
              <a:cs typeface="Catamaran"/>
              <a:sym typeface="Catamaran"/>
            </a:endParaRPr>
          </a:p>
        </p:txBody>
      </p:sp>
      <p:sp>
        <p:nvSpPr>
          <p:cNvPr id="633" name="Google Shape;633;p28"/>
          <p:cNvSpPr txBox="1"/>
          <p:nvPr/>
        </p:nvSpPr>
        <p:spPr>
          <a:xfrm flipH="1">
            <a:off x="6065625" y="24041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a gas giant and has rings. It’s composed mostly of hydrogen and helium</a:t>
            </a:r>
            <a:endParaRPr sz="1200">
              <a:solidFill>
                <a:schemeClr val="dk1"/>
              </a:solidFill>
              <a:latin typeface="Catamaran"/>
              <a:ea typeface="Catamaran"/>
              <a:cs typeface="Catamaran"/>
              <a:sym typeface="Catamaran"/>
            </a:endParaRPr>
          </a:p>
        </p:txBody>
      </p:sp>
      <p:sp>
        <p:nvSpPr>
          <p:cNvPr id="634" name="Google Shape;634;p28"/>
          <p:cNvSpPr txBox="1"/>
          <p:nvPr/>
        </p:nvSpPr>
        <p:spPr>
          <a:xfrm flipH="1">
            <a:off x="1703775" y="3616075"/>
            <a:ext cx="1999800" cy="654300"/>
          </a:xfrm>
          <a:prstGeom prst="rect">
            <a:avLst/>
          </a:prstGeom>
          <a:noFill/>
          <a:ln>
            <a:noFill/>
          </a:ln>
        </p:spPr>
        <p:txBody>
          <a:bodyPr anchorCtr="0" anchor="t" bIns="91425" lIns="91425" spcFirstLastPara="1" rIns="18287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gas giant planet and the largest in the entire Solar System</a:t>
            </a:r>
            <a:endParaRPr sz="1200">
              <a:solidFill>
                <a:schemeClr val="dk1"/>
              </a:solidFill>
              <a:latin typeface="Catamaran"/>
              <a:ea typeface="Catamaran"/>
              <a:cs typeface="Catamaran"/>
              <a:sym typeface="Catamaran"/>
            </a:endParaRPr>
          </a:p>
        </p:txBody>
      </p:sp>
      <p:grpSp>
        <p:nvGrpSpPr>
          <p:cNvPr id="635" name="Google Shape;635;p28"/>
          <p:cNvGrpSpPr/>
          <p:nvPr/>
        </p:nvGrpSpPr>
        <p:grpSpPr>
          <a:xfrm>
            <a:off x="5577291" y="3904430"/>
            <a:ext cx="229940" cy="229940"/>
            <a:chOff x="1663838" y="1964351"/>
            <a:chExt cx="322632" cy="322632"/>
          </a:xfrm>
        </p:grpSpPr>
        <p:sp>
          <p:nvSpPr>
            <p:cNvPr id="636" name="Google Shape;636;p28"/>
            <p:cNvSpPr/>
            <p:nvPr/>
          </p:nvSpPr>
          <p:spPr>
            <a:xfrm>
              <a:off x="1663838" y="1964351"/>
              <a:ext cx="284135" cy="57331"/>
            </a:xfrm>
            <a:custGeom>
              <a:rect b="b" l="l" r="r" t="t"/>
              <a:pathLst>
                <a:path extrusionOk="0" h="90642" w="449225">
                  <a:moveTo>
                    <a:pt x="449226" y="29882"/>
                  </a:moveTo>
                  <a:lnTo>
                    <a:pt x="419344" y="29882"/>
                  </a:lnTo>
                  <a:lnTo>
                    <a:pt x="419344" y="0"/>
                  </a:lnTo>
                  <a:lnTo>
                    <a:pt x="389462" y="0"/>
                  </a:lnTo>
                  <a:lnTo>
                    <a:pt x="389462" y="29882"/>
                  </a:lnTo>
                  <a:lnTo>
                    <a:pt x="329698" y="29882"/>
                  </a:lnTo>
                  <a:lnTo>
                    <a:pt x="329698" y="0"/>
                  </a:lnTo>
                  <a:lnTo>
                    <a:pt x="299816" y="0"/>
                  </a:lnTo>
                  <a:lnTo>
                    <a:pt x="299816" y="29882"/>
                  </a:lnTo>
                  <a:lnTo>
                    <a:pt x="240052" y="29882"/>
                  </a:lnTo>
                  <a:lnTo>
                    <a:pt x="240052" y="0"/>
                  </a:lnTo>
                  <a:lnTo>
                    <a:pt x="210170" y="0"/>
                  </a:lnTo>
                  <a:lnTo>
                    <a:pt x="210170" y="29882"/>
                  </a:lnTo>
                  <a:lnTo>
                    <a:pt x="150406" y="29882"/>
                  </a:lnTo>
                  <a:lnTo>
                    <a:pt x="150406" y="0"/>
                  </a:lnTo>
                  <a:lnTo>
                    <a:pt x="120524" y="0"/>
                  </a:lnTo>
                  <a:lnTo>
                    <a:pt x="120524" y="29882"/>
                  </a:lnTo>
                  <a:lnTo>
                    <a:pt x="59764" y="29882"/>
                  </a:lnTo>
                  <a:lnTo>
                    <a:pt x="59764" y="0"/>
                  </a:lnTo>
                  <a:lnTo>
                    <a:pt x="29882" y="0"/>
                  </a:lnTo>
                  <a:lnTo>
                    <a:pt x="29882" y="29882"/>
                  </a:lnTo>
                  <a:lnTo>
                    <a:pt x="0" y="29882"/>
                  </a:lnTo>
                  <a:lnTo>
                    <a:pt x="0" y="90642"/>
                  </a:lnTo>
                  <a:lnTo>
                    <a:pt x="449226"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28"/>
            <p:cNvSpPr/>
            <p:nvPr/>
          </p:nvSpPr>
          <p:spPr>
            <a:xfrm>
              <a:off x="1663838" y="2040612"/>
              <a:ext cx="284135" cy="170103"/>
            </a:xfrm>
            <a:custGeom>
              <a:rect b="b" l="l" r="r" t="t"/>
              <a:pathLst>
                <a:path extrusionOk="0" h="268937" w="449225">
                  <a:moveTo>
                    <a:pt x="389462" y="119528"/>
                  </a:moveTo>
                  <a:cubicBezTo>
                    <a:pt x="410733" y="119528"/>
                    <a:pt x="430892" y="124143"/>
                    <a:pt x="449226" y="132193"/>
                  </a:cubicBezTo>
                  <a:lnTo>
                    <a:pt x="449226" y="0"/>
                  </a:lnTo>
                  <a:lnTo>
                    <a:pt x="0" y="0"/>
                  </a:lnTo>
                  <a:lnTo>
                    <a:pt x="0" y="268938"/>
                  </a:lnTo>
                  <a:lnTo>
                    <a:pt x="240052" y="268938"/>
                  </a:lnTo>
                  <a:cubicBezTo>
                    <a:pt x="240052" y="186560"/>
                    <a:pt x="307084" y="119528"/>
                    <a:pt x="389462" y="119528"/>
                  </a:cubicBezTo>
                  <a:close/>
                  <a:moveTo>
                    <a:pt x="329698" y="44823"/>
                  </a:moveTo>
                  <a:lnTo>
                    <a:pt x="389462" y="44823"/>
                  </a:lnTo>
                  <a:lnTo>
                    <a:pt x="389462" y="74705"/>
                  </a:lnTo>
                  <a:lnTo>
                    <a:pt x="329698" y="74705"/>
                  </a:lnTo>
                  <a:close/>
                  <a:moveTo>
                    <a:pt x="240052" y="44823"/>
                  </a:moveTo>
                  <a:lnTo>
                    <a:pt x="299816" y="44823"/>
                  </a:lnTo>
                  <a:lnTo>
                    <a:pt x="299816" y="74705"/>
                  </a:lnTo>
                  <a:lnTo>
                    <a:pt x="240052" y="74705"/>
                  </a:lnTo>
                  <a:close/>
                  <a:moveTo>
                    <a:pt x="240052" y="104587"/>
                  </a:moveTo>
                  <a:lnTo>
                    <a:pt x="299816" y="104587"/>
                  </a:lnTo>
                  <a:lnTo>
                    <a:pt x="299816" y="134469"/>
                  </a:lnTo>
                  <a:lnTo>
                    <a:pt x="240052" y="134469"/>
                  </a:lnTo>
                  <a:close/>
                  <a:moveTo>
                    <a:pt x="120524" y="194233"/>
                  </a:moveTo>
                  <a:lnTo>
                    <a:pt x="59764" y="194233"/>
                  </a:lnTo>
                  <a:lnTo>
                    <a:pt x="59764" y="164351"/>
                  </a:lnTo>
                  <a:lnTo>
                    <a:pt x="120524" y="164351"/>
                  </a:lnTo>
                  <a:close/>
                  <a:moveTo>
                    <a:pt x="120524" y="134469"/>
                  </a:moveTo>
                  <a:lnTo>
                    <a:pt x="59764" y="134469"/>
                  </a:lnTo>
                  <a:lnTo>
                    <a:pt x="59764" y="104587"/>
                  </a:lnTo>
                  <a:lnTo>
                    <a:pt x="120524" y="104587"/>
                  </a:lnTo>
                  <a:close/>
                  <a:moveTo>
                    <a:pt x="120524" y="74705"/>
                  </a:moveTo>
                  <a:lnTo>
                    <a:pt x="59764" y="74705"/>
                  </a:lnTo>
                  <a:lnTo>
                    <a:pt x="59764" y="44823"/>
                  </a:lnTo>
                  <a:lnTo>
                    <a:pt x="120524" y="44823"/>
                  </a:lnTo>
                  <a:close/>
                  <a:moveTo>
                    <a:pt x="210170" y="194233"/>
                  </a:moveTo>
                  <a:lnTo>
                    <a:pt x="150406" y="194233"/>
                  </a:lnTo>
                  <a:lnTo>
                    <a:pt x="150406" y="164351"/>
                  </a:lnTo>
                  <a:lnTo>
                    <a:pt x="210170" y="164351"/>
                  </a:lnTo>
                  <a:close/>
                  <a:moveTo>
                    <a:pt x="210170" y="134469"/>
                  </a:moveTo>
                  <a:lnTo>
                    <a:pt x="150406" y="134469"/>
                  </a:lnTo>
                  <a:lnTo>
                    <a:pt x="150406" y="104587"/>
                  </a:lnTo>
                  <a:lnTo>
                    <a:pt x="210170" y="104587"/>
                  </a:lnTo>
                  <a:close/>
                  <a:moveTo>
                    <a:pt x="210170" y="74705"/>
                  </a:moveTo>
                  <a:lnTo>
                    <a:pt x="150406" y="74705"/>
                  </a:lnTo>
                  <a:lnTo>
                    <a:pt x="150406" y="44823"/>
                  </a:lnTo>
                  <a:lnTo>
                    <a:pt x="210170"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28"/>
            <p:cNvSpPr/>
            <p:nvPr/>
          </p:nvSpPr>
          <p:spPr>
            <a:xfrm>
              <a:off x="1834638" y="2135150"/>
              <a:ext cx="151833" cy="151833"/>
            </a:xfrm>
            <a:custGeom>
              <a:rect b="b" l="l" r="r" t="t"/>
              <a:pathLst>
                <a:path extrusionOk="0" h="240052" w="240052">
                  <a:moveTo>
                    <a:pt x="119528" y="0"/>
                  </a:moveTo>
                  <a:cubicBezTo>
                    <a:pt x="53515" y="0"/>
                    <a:pt x="0" y="53515"/>
                    <a:pt x="0" y="119528"/>
                  </a:cubicBezTo>
                  <a:cubicBezTo>
                    <a:pt x="0" y="185541"/>
                    <a:pt x="53515" y="240052"/>
                    <a:pt x="119528" y="240052"/>
                  </a:cubicBezTo>
                  <a:cubicBezTo>
                    <a:pt x="185541" y="240052"/>
                    <a:pt x="240052" y="185541"/>
                    <a:pt x="240052" y="119528"/>
                  </a:cubicBezTo>
                  <a:cubicBezTo>
                    <a:pt x="240052" y="53515"/>
                    <a:pt x="185541" y="0"/>
                    <a:pt x="119528" y="0"/>
                  </a:cubicBezTo>
                  <a:close/>
                  <a:moveTo>
                    <a:pt x="134469" y="194233"/>
                  </a:moveTo>
                  <a:lnTo>
                    <a:pt x="104587" y="194233"/>
                  </a:lnTo>
                  <a:lnTo>
                    <a:pt x="104587" y="164351"/>
                  </a:lnTo>
                  <a:lnTo>
                    <a:pt x="134469" y="164351"/>
                  </a:lnTo>
                  <a:close/>
                  <a:moveTo>
                    <a:pt x="134469" y="134469"/>
                  </a:moveTo>
                  <a:lnTo>
                    <a:pt x="104587" y="134469"/>
                  </a:lnTo>
                  <a:lnTo>
                    <a:pt x="104587" y="44823"/>
                  </a:lnTo>
                  <a:lnTo>
                    <a:pt x="134469"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9" name="Google Shape;639;p28"/>
          <p:cNvGrpSpPr/>
          <p:nvPr/>
        </p:nvGrpSpPr>
        <p:grpSpPr>
          <a:xfrm>
            <a:off x="3778440" y="2109767"/>
            <a:ext cx="229893" cy="229908"/>
            <a:chOff x="3250805" y="1213239"/>
            <a:chExt cx="322566" cy="322588"/>
          </a:xfrm>
        </p:grpSpPr>
        <p:sp>
          <p:nvSpPr>
            <p:cNvPr id="640" name="Google Shape;640;p28"/>
            <p:cNvSpPr/>
            <p:nvPr/>
          </p:nvSpPr>
          <p:spPr>
            <a:xfrm>
              <a:off x="3250805" y="1213239"/>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28"/>
            <p:cNvSpPr/>
            <p:nvPr/>
          </p:nvSpPr>
          <p:spPr>
            <a:xfrm>
              <a:off x="3269712" y="1270593"/>
              <a:ext cx="284765" cy="265234"/>
            </a:xfrm>
            <a:custGeom>
              <a:rect b="b" l="l" r="r" t="t"/>
              <a:pathLst>
                <a:path extrusionOk="0" h="419343" w="450222">
                  <a:moveTo>
                    <a:pt x="450222" y="268938"/>
                  </a:moveTo>
                  <a:lnTo>
                    <a:pt x="450222" y="0"/>
                  </a:lnTo>
                  <a:lnTo>
                    <a:pt x="0" y="0"/>
                  </a:lnTo>
                  <a:lnTo>
                    <a:pt x="0" y="268938"/>
                  </a:lnTo>
                  <a:lnTo>
                    <a:pt x="210170" y="268938"/>
                  </a:lnTo>
                  <a:lnTo>
                    <a:pt x="210170" y="306298"/>
                  </a:lnTo>
                  <a:lnTo>
                    <a:pt x="68013" y="391594"/>
                  </a:lnTo>
                  <a:lnTo>
                    <a:pt x="83389" y="417216"/>
                  </a:lnTo>
                  <a:lnTo>
                    <a:pt x="210170" y="341141"/>
                  </a:lnTo>
                  <a:lnTo>
                    <a:pt x="210170" y="419344"/>
                  </a:lnTo>
                  <a:lnTo>
                    <a:pt x="240052" y="419344"/>
                  </a:lnTo>
                  <a:lnTo>
                    <a:pt x="240052" y="341141"/>
                  </a:lnTo>
                  <a:lnTo>
                    <a:pt x="366833" y="417212"/>
                  </a:lnTo>
                  <a:lnTo>
                    <a:pt x="382209" y="391590"/>
                  </a:lnTo>
                  <a:lnTo>
                    <a:pt x="240052" y="306298"/>
                  </a:lnTo>
                  <a:lnTo>
                    <a:pt x="240052" y="268938"/>
                  </a:lnTo>
                  <a:close/>
                  <a:moveTo>
                    <a:pt x="359580" y="224115"/>
                  </a:moveTo>
                  <a:lnTo>
                    <a:pt x="269934" y="224115"/>
                  </a:lnTo>
                  <a:lnTo>
                    <a:pt x="269934" y="194233"/>
                  </a:lnTo>
                  <a:lnTo>
                    <a:pt x="359580" y="194233"/>
                  </a:lnTo>
                  <a:close/>
                  <a:moveTo>
                    <a:pt x="90642" y="44823"/>
                  </a:moveTo>
                  <a:lnTo>
                    <a:pt x="180288" y="44823"/>
                  </a:lnTo>
                  <a:lnTo>
                    <a:pt x="180288" y="74705"/>
                  </a:lnTo>
                  <a:lnTo>
                    <a:pt x="90642" y="74705"/>
                  </a:lnTo>
                  <a:close/>
                  <a:moveTo>
                    <a:pt x="90642" y="104587"/>
                  </a:moveTo>
                  <a:lnTo>
                    <a:pt x="180288" y="104587"/>
                  </a:lnTo>
                  <a:lnTo>
                    <a:pt x="180288" y="134469"/>
                  </a:lnTo>
                  <a:lnTo>
                    <a:pt x="90642" y="134469"/>
                  </a:lnTo>
                  <a:close/>
                  <a:moveTo>
                    <a:pt x="90642" y="224115"/>
                  </a:moveTo>
                  <a:lnTo>
                    <a:pt x="90642" y="194233"/>
                  </a:lnTo>
                  <a:cubicBezTo>
                    <a:pt x="154098" y="194233"/>
                    <a:pt x="213761" y="169518"/>
                    <a:pt x="258627" y="124648"/>
                  </a:cubicBezTo>
                  <a:lnTo>
                    <a:pt x="308570" y="74705"/>
                  </a:lnTo>
                  <a:lnTo>
                    <a:pt x="269934" y="74705"/>
                  </a:lnTo>
                  <a:lnTo>
                    <a:pt x="269934" y="44823"/>
                  </a:lnTo>
                  <a:lnTo>
                    <a:pt x="359580" y="44823"/>
                  </a:lnTo>
                  <a:lnTo>
                    <a:pt x="359580" y="134469"/>
                  </a:lnTo>
                  <a:lnTo>
                    <a:pt x="329698" y="134469"/>
                  </a:lnTo>
                  <a:lnTo>
                    <a:pt x="329698" y="95832"/>
                  </a:lnTo>
                  <a:lnTo>
                    <a:pt x="279755" y="145776"/>
                  </a:lnTo>
                  <a:cubicBezTo>
                    <a:pt x="229239" y="196291"/>
                    <a:pt x="162079" y="224115"/>
                    <a:pt x="90642"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2" name="Google Shape;642;p28"/>
          <p:cNvGrpSpPr/>
          <p:nvPr/>
        </p:nvGrpSpPr>
        <p:grpSpPr>
          <a:xfrm>
            <a:off x="3179330" y="1505795"/>
            <a:ext cx="229951" cy="229956"/>
            <a:chOff x="4044982" y="1212860"/>
            <a:chExt cx="322647" cy="322655"/>
          </a:xfrm>
        </p:grpSpPr>
        <p:sp>
          <p:nvSpPr>
            <p:cNvPr id="643" name="Google Shape;643;p28"/>
            <p:cNvSpPr/>
            <p:nvPr/>
          </p:nvSpPr>
          <p:spPr>
            <a:xfrm>
              <a:off x="4215781" y="1212860"/>
              <a:ext cx="151833" cy="127395"/>
            </a:xfrm>
            <a:custGeom>
              <a:rect b="b" l="l" r="r" t="t"/>
              <a:pathLst>
                <a:path extrusionOk="0" h="201415" w="240052">
                  <a:moveTo>
                    <a:pt x="0" y="120524"/>
                  </a:moveTo>
                  <a:lnTo>
                    <a:pt x="38636" y="120524"/>
                  </a:lnTo>
                  <a:lnTo>
                    <a:pt x="119528" y="201416"/>
                  </a:lnTo>
                  <a:lnTo>
                    <a:pt x="119528" y="120524"/>
                  </a:lnTo>
                  <a:lnTo>
                    <a:pt x="240052" y="120524"/>
                  </a:lnTo>
                  <a:lnTo>
                    <a:pt x="240052" y="0"/>
                  </a:lnTo>
                  <a:lnTo>
                    <a:pt x="0" y="0"/>
                  </a:lnTo>
                  <a:close/>
                  <a:moveTo>
                    <a:pt x="164351" y="45819"/>
                  </a:moveTo>
                  <a:lnTo>
                    <a:pt x="194233" y="45819"/>
                  </a:lnTo>
                  <a:lnTo>
                    <a:pt x="194233" y="75701"/>
                  </a:lnTo>
                  <a:lnTo>
                    <a:pt x="164351" y="75701"/>
                  </a:lnTo>
                  <a:close/>
                  <a:moveTo>
                    <a:pt x="104587" y="45819"/>
                  </a:moveTo>
                  <a:lnTo>
                    <a:pt x="134469" y="45819"/>
                  </a:lnTo>
                  <a:lnTo>
                    <a:pt x="134469" y="75701"/>
                  </a:lnTo>
                  <a:lnTo>
                    <a:pt x="104587" y="75701"/>
                  </a:lnTo>
                  <a:close/>
                  <a:moveTo>
                    <a:pt x="44823" y="45819"/>
                  </a:moveTo>
                  <a:lnTo>
                    <a:pt x="74705" y="45819"/>
                  </a:lnTo>
                  <a:lnTo>
                    <a:pt x="74705" y="75701"/>
                  </a:lnTo>
                  <a:lnTo>
                    <a:pt x="44823"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28"/>
            <p:cNvSpPr/>
            <p:nvPr/>
          </p:nvSpPr>
          <p:spPr>
            <a:xfrm>
              <a:off x="4073974"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28"/>
            <p:cNvSpPr/>
            <p:nvPr/>
          </p:nvSpPr>
          <p:spPr>
            <a:xfrm>
              <a:off x="4044982" y="1440383"/>
              <a:ext cx="114032" cy="95132"/>
            </a:xfrm>
            <a:custGeom>
              <a:rect b="b" l="l" r="r" t="t"/>
              <a:pathLst>
                <a:path extrusionOk="0" h="150406" w="180288">
                  <a:moveTo>
                    <a:pt x="180288" y="59764"/>
                  </a:moveTo>
                  <a:cubicBezTo>
                    <a:pt x="180288" y="26758"/>
                    <a:pt x="153530" y="0"/>
                    <a:pt x="120524" y="0"/>
                  </a:cubicBezTo>
                  <a:lnTo>
                    <a:pt x="105583" y="0"/>
                  </a:lnTo>
                  <a:lnTo>
                    <a:pt x="105583" y="59764"/>
                  </a:lnTo>
                  <a:lnTo>
                    <a:pt x="75701" y="59764"/>
                  </a:lnTo>
                  <a:lnTo>
                    <a:pt x="75701" y="0"/>
                  </a:lnTo>
                  <a:lnTo>
                    <a:pt x="60760" y="0"/>
                  </a:lnTo>
                  <a:cubicBezTo>
                    <a:pt x="27754" y="0"/>
                    <a:pt x="0" y="26758"/>
                    <a:pt x="0" y="59764"/>
                  </a:cubicBezTo>
                  <a:lnTo>
                    <a:pt x="0" y="150406"/>
                  </a:lnTo>
                  <a:lnTo>
                    <a:pt x="18028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28"/>
            <p:cNvSpPr/>
            <p:nvPr/>
          </p:nvSpPr>
          <p:spPr>
            <a:xfrm>
              <a:off x="4281958"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8"/>
            <p:cNvSpPr/>
            <p:nvPr/>
          </p:nvSpPr>
          <p:spPr>
            <a:xfrm>
              <a:off x="4253597" y="1440383"/>
              <a:ext cx="114032" cy="95132"/>
            </a:xfrm>
            <a:custGeom>
              <a:rect b="b" l="l" r="r" t="t"/>
              <a:pathLst>
                <a:path extrusionOk="0" h="150406" w="180288">
                  <a:moveTo>
                    <a:pt x="119528" y="0"/>
                  </a:moveTo>
                  <a:lnTo>
                    <a:pt x="104587" y="0"/>
                  </a:lnTo>
                  <a:lnTo>
                    <a:pt x="104587" y="59764"/>
                  </a:lnTo>
                  <a:lnTo>
                    <a:pt x="74705" y="59764"/>
                  </a:lnTo>
                  <a:lnTo>
                    <a:pt x="74705" y="0"/>
                  </a:lnTo>
                  <a:lnTo>
                    <a:pt x="59764" y="0"/>
                  </a:lnTo>
                  <a:cubicBezTo>
                    <a:pt x="26758" y="0"/>
                    <a:pt x="0" y="26758"/>
                    <a:pt x="0" y="59764"/>
                  </a:cubicBezTo>
                  <a:lnTo>
                    <a:pt x="0" y="150406"/>
                  </a:lnTo>
                  <a:lnTo>
                    <a:pt x="180288" y="150406"/>
                  </a:lnTo>
                  <a:lnTo>
                    <a:pt x="180288" y="59764"/>
                  </a:lnTo>
                  <a:cubicBezTo>
                    <a:pt x="180288" y="26758"/>
                    <a:pt x="152534" y="0"/>
                    <a:pt x="11952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8"/>
            <p:cNvSpPr/>
            <p:nvPr/>
          </p:nvSpPr>
          <p:spPr>
            <a:xfrm>
              <a:off x="4044982" y="1251306"/>
              <a:ext cx="151833" cy="110500"/>
            </a:xfrm>
            <a:custGeom>
              <a:rect b="b" l="l" r="r" t="t"/>
              <a:pathLst>
                <a:path extrusionOk="0" h="174704" w="240052">
                  <a:moveTo>
                    <a:pt x="120524" y="155740"/>
                  </a:moveTo>
                  <a:cubicBezTo>
                    <a:pt x="130469" y="160110"/>
                    <a:pt x="139111" y="166697"/>
                    <a:pt x="146239" y="174705"/>
                  </a:cubicBezTo>
                  <a:lnTo>
                    <a:pt x="201416" y="119528"/>
                  </a:lnTo>
                  <a:lnTo>
                    <a:pt x="240052" y="119528"/>
                  </a:lnTo>
                  <a:lnTo>
                    <a:pt x="240052" y="0"/>
                  </a:lnTo>
                  <a:lnTo>
                    <a:pt x="0" y="0"/>
                  </a:lnTo>
                  <a:lnTo>
                    <a:pt x="0" y="119528"/>
                  </a:lnTo>
                  <a:lnTo>
                    <a:pt x="120524" y="119528"/>
                  </a:lnTo>
                  <a:close/>
                  <a:moveTo>
                    <a:pt x="165347" y="44823"/>
                  </a:moveTo>
                  <a:lnTo>
                    <a:pt x="195229" y="44823"/>
                  </a:lnTo>
                  <a:lnTo>
                    <a:pt x="195229" y="74705"/>
                  </a:lnTo>
                  <a:lnTo>
                    <a:pt x="165347" y="74705"/>
                  </a:lnTo>
                  <a:close/>
                  <a:moveTo>
                    <a:pt x="75701" y="74705"/>
                  </a:moveTo>
                  <a:lnTo>
                    <a:pt x="45819" y="74705"/>
                  </a:lnTo>
                  <a:lnTo>
                    <a:pt x="45819" y="44823"/>
                  </a:lnTo>
                  <a:lnTo>
                    <a:pt x="75701" y="44823"/>
                  </a:lnTo>
                  <a:close/>
                  <a:moveTo>
                    <a:pt x="105583" y="74705"/>
                  </a:moveTo>
                  <a:lnTo>
                    <a:pt x="105583" y="44823"/>
                  </a:lnTo>
                  <a:lnTo>
                    <a:pt x="135465" y="44823"/>
                  </a:lnTo>
                  <a:lnTo>
                    <a:pt x="135465" y="747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 name="Google Shape;649;p28"/>
          <p:cNvGrpSpPr/>
          <p:nvPr/>
        </p:nvGrpSpPr>
        <p:grpSpPr>
          <a:xfrm>
            <a:off x="4978298" y="3298590"/>
            <a:ext cx="229960" cy="229940"/>
            <a:chOff x="4839159" y="1214629"/>
            <a:chExt cx="322660" cy="322632"/>
          </a:xfrm>
        </p:grpSpPr>
        <p:sp>
          <p:nvSpPr>
            <p:cNvPr id="650" name="Google Shape;650;p28"/>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8"/>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28"/>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28"/>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28"/>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8"/>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6" name="Google Shape;656;p28"/>
          <p:cNvGrpSpPr/>
          <p:nvPr/>
        </p:nvGrpSpPr>
        <p:grpSpPr>
          <a:xfrm>
            <a:off x="4374687" y="2700731"/>
            <a:ext cx="229914" cy="229951"/>
            <a:chOff x="1714027" y="3402107"/>
            <a:chExt cx="322595" cy="322647"/>
          </a:xfrm>
        </p:grpSpPr>
        <p:sp>
          <p:nvSpPr>
            <p:cNvPr id="657" name="Google Shape;657;p28"/>
            <p:cNvSpPr/>
            <p:nvPr/>
          </p:nvSpPr>
          <p:spPr>
            <a:xfrm>
              <a:off x="1714027" y="3402107"/>
              <a:ext cx="322566" cy="170733"/>
            </a:xfrm>
            <a:custGeom>
              <a:rect b="b" l="l" r="r" t="t"/>
              <a:pathLst>
                <a:path extrusionOk="0" h="269933" w="509986">
                  <a:moveTo>
                    <a:pt x="464167" y="0"/>
                  </a:moveTo>
                  <a:cubicBezTo>
                    <a:pt x="439452" y="0"/>
                    <a:pt x="419344" y="20108"/>
                    <a:pt x="419344" y="44823"/>
                  </a:cubicBezTo>
                  <a:cubicBezTo>
                    <a:pt x="419344" y="51722"/>
                    <a:pt x="421040" y="58180"/>
                    <a:pt x="423838" y="64025"/>
                  </a:cubicBezTo>
                  <a:lnTo>
                    <a:pt x="304077" y="184782"/>
                  </a:lnTo>
                  <a:cubicBezTo>
                    <a:pt x="298232" y="181984"/>
                    <a:pt x="291774" y="180288"/>
                    <a:pt x="284875" y="180288"/>
                  </a:cubicBezTo>
                  <a:cubicBezTo>
                    <a:pt x="277976" y="180288"/>
                    <a:pt x="271518" y="181984"/>
                    <a:pt x="265673" y="184782"/>
                  </a:cubicBezTo>
                  <a:lnTo>
                    <a:pt x="205676" y="124785"/>
                  </a:lnTo>
                  <a:cubicBezTo>
                    <a:pt x="208474" y="118940"/>
                    <a:pt x="210170" y="112482"/>
                    <a:pt x="210170" y="105583"/>
                  </a:cubicBezTo>
                  <a:cubicBezTo>
                    <a:pt x="210170" y="80868"/>
                    <a:pt x="190062" y="60760"/>
                    <a:pt x="165347" y="60760"/>
                  </a:cubicBezTo>
                  <a:cubicBezTo>
                    <a:pt x="140632" y="60760"/>
                    <a:pt x="120524" y="80868"/>
                    <a:pt x="120524" y="105583"/>
                  </a:cubicBezTo>
                  <a:cubicBezTo>
                    <a:pt x="120524" y="112482"/>
                    <a:pt x="122220" y="118940"/>
                    <a:pt x="125018" y="124785"/>
                  </a:cubicBezTo>
                  <a:lnTo>
                    <a:pt x="65021" y="184782"/>
                  </a:lnTo>
                  <a:cubicBezTo>
                    <a:pt x="59176" y="181984"/>
                    <a:pt x="52718" y="180288"/>
                    <a:pt x="45819" y="180288"/>
                  </a:cubicBezTo>
                  <a:cubicBezTo>
                    <a:pt x="21104" y="180288"/>
                    <a:pt x="0" y="200396"/>
                    <a:pt x="0" y="225111"/>
                  </a:cubicBezTo>
                  <a:cubicBezTo>
                    <a:pt x="0" y="249826"/>
                    <a:pt x="21104" y="269934"/>
                    <a:pt x="45819" y="269934"/>
                  </a:cubicBezTo>
                  <a:cubicBezTo>
                    <a:pt x="70534" y="269934"/>
                    <a:pt x="90642" y="249826"/>
                    <a:pt x="90642" y="225111"/>
                  </a:cubicBezTo>
                  <a:cubicBezTo>
                    <a:pt x="90642" y="218212"/>
                    <a:pt x="88946" y="211754"/>
                    <a:pt x="86148" y="205910"/>
                  </a:cubicBezTo>
                  <a:lnTo>
                    <a:pt x="146146" y="145912"/>
                  </a:lnTo>
                  <a:cubicBezTo>
                    <a:pt x="151990" y="148710"/>
                    <a:pt x="158448" y="150406"/>
                    <a:pt x="165347" y="150406"/>
                  </a:cubicBezTo>
                  <a:cubicBezTo>
                    <a:pt x="172246" y="150406"/>
                    <a:pt x="178704" y="148710"/>
                    <a:pt x="184549" y="145912"/>
                  </a:cubicBezTo>
                  <a:lnTo>
                    <a:pt x="244546" y="205910"/>
                  </a:lnTo>
                  <a:cubicBezTo>
                    <a:pt x="241748" y="211754"/>
                    <a:pt x="240052" y="218212"/>
                    <a:pt x="240052" y="225111"/>
                  </a:cubicBezTo>
                  <a:cubicBezTo>
                    <a:pt x="240052" y="249826"/>
                    <a:pt x="260160" y="269934"/>
                    <a:pt x="284875" y="269934"/>
                  </a:cubicBezTo>
                  <a:cubicBezTo>
                    <a:pt x="309590" y="269934"/>
                    <a:pt x="329698" y="249826"/>
                    <a:pt x="329698" y="225111"/>
                  </a:cubicBezTo>
                  <a:cubicBezTo>
                    <a:pt x="329698" y="218212"/>
                    <a:pt x="328002" y="211754"/>
                    <a:pt x="325204" y="205910"/>
                  </a:cubicBezTo>
                  <a:lnTo>
                    <a:pt x="444965" y="85152"/>
                  </a:lnTo>
                  <a:cubicBezTo>
                    <a:pt x="450810" y="87950"/>
                    <a:pt x="457268" y="89646"/>
                    <a:pt x="464167" y="89646"/>
                  </a:cubicBezTo>
                  <a:cubicBezTo>
                    <a:pt x="488882" y="89646"/>
                    <a:pt x="509986" y="69538"/>
                    <a:pt x="509986" y="44823"/>
                  </a:cubicBezTo>
                  <a:cubicBezTo>
                    <a:pt x="509986" y="20108"/>
                    <a:pt x="488882" y="0"/>
                    <a:pt x="46416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28"/>
            <p:cNvSpPr/>
            <p:nvPr/>
          </p:nvSpPr>
          <p:spPr>
            <a:xfrm>
              <a:off x="1714027" y="3610722"/>
              <a:ext cx="57331" cy="114032"/>
            </a:xfrm>
            <a:custGeom>
              <a:rect b="b" l="l" r="r" t="t"/>
              <a:pathLst>
                <a:path extrusionOk="0" h="180288" w="90642">
                  <a:moveTo>
                    <a:pt x="0" y="0"/>
                  </a:moveTo>
                  <a:lnTo>
                    <a:pt x="90642" y="0"/>
                  </a:lnTo>
                  <a:lnTo>
                    <a:pt x="90642"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28"/>
            <p:cNvSpPr/>
            <p:nvPr/>
          </p:nvSpPr>
          <p:spPr>
            <a:xfrm>
              <a:off x="1790288" y="3588014"/>
              <a:ext cx="246334" cy="136732"/>
            </a:xfrm>
            <a:custGeom>
              <a:rect b="b" l="l" r="r" t="t"/>
              <a:pathLst>
                <a:path extrusionOk="0" h="216177" w="389461">
                  <a:moveTo>
                    <a:pt x="318243" y="62783"/>
                  </a:moveTo>
                  <a:lnTo>
                    <a:pt x="221738" y="125535"/>
                  </a:lnTo>
                  <a:lnTo>
                    <a:pt x="89646" y="125535"/>
                  </a:lnTo>
                  <a:lnTo>
                    <a:pt x="89646" y="95653"/>
                  </a:lnTo>
                  <a:lnTo>
                    <a:pt x="194233" y="95653"/>
                  </a:lnTo>
                  <a:cubicBezTo>
                    <a:pt x="218987" y="95653"/>
                    <a:pt x="239056" y="75584"/>
                    <a:pt x="239056" y="50830"/>
                  </a:cubicBezTo>
                  <a:lnTo>
                    <a:pt x="239056" y="35889"/>
                  </a:lnTo>
                  <a:lnTo>
                    <a:pt x="145749" y="35889"/>
                  </a:lnTo>
                  <a:cubicBezTo>
                    <a:pt x="142115" y="35889"/>
                    <a:pt x="138613" y="34562"/>
                    <a:pt x="135870" y="32154"/>
                  </a:cubicBezTo>
                  <a:cubicBezTo>
                    <a:pt x="132317" y="29963"/>
                    <a:pt x="105976" y="-1113"/>
                    <a:pt x="57282" y="31"/>
                  </a:cubicBezTo>
                  <a:cubicBezTo>
                    <a:pt x="32306" y="618"/>
                    <a:pt x="18268" y="7770"/>
                    <a:pt x="0" y="18606"/>
                  </a:cubicBezTo>
                  <a:lnTo>
                    <a:pt x="0" y="216177"/>
                  </a:lnTo>
                  <a:lnTo>
                    <a:pt x="193334" y="216177"/>
                  </a:lnTo>
                  <a:lnTo>
                    <a:pt x="389462" y="88482"/>
                  </a:lnTo>
                  <a:lnTo>
                    <a:pt x="381392" y="75930"/>
                  </a:lnTo>
                  <a:cubicBezTo>
                    <a:pt x="367949" y="55013"/>
                    <a:pt x="339161" y="49336"/>
                    <a:pt x="318243" y="627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0" name="Google Shape;660;p28"/>
          <p:cNvSpPr txBox="1"/>
          <p:nvPr/>
        </p:nvSpPr>
        <p:spPr>
          <a:xfrm flipH="1">
            <a:off x="6423800" y="36160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 </a:t>
            </a:r>
            <a:endParaRPr sz="1200">
              <a:solidFill>
                <a:schemeClr val="dk1"/>
              </a:solidFill>
              <a:latin typeface="Catamaran"/>
              <a:ea typeface="Catamaran"/>
              <a:cs typeface="Catamaran"/>
              <a:sym typeface="Catamaran"/>
            </a:endParaRPr>
          </a:p>
        </p:txBody>
      </p:sp>
      <p:cxnSp>
        <p:nvCxnSpPr>
          <p:cNvPr id="661" name="Google Shape;661;p28"/>
          <p:cNvCxnSpPr>
            <a:stCxn id="591" idx="2"/>
            <a:endCxn id="632" idx="1"/>
          </p:cNvCxnSpPr>
          <p:nvPr/>
        </p:nvCxnSpPr>
        <p:spPr>
          <a:xfrm flipH="1">
            <a:off x="2890938" y="2444963"/>
            <a:ext cx="549600" cy="286500"/>
          </a:xfrm>
          <a:prstGeom prst="bentConnector3">
            <a:avLst>
              <a:gd fmla="val 49990" name="adj1"/>
            </a:avLst>
          </a:prstGeom>
          <a:noFill/>
          <a:ln cap="flat" cmpd="sng" w="9525">
            <a:solidFill>
              <a:schemeClr val="dk1"/>
            </a:solidFill>
            <a:prstDash val="solid"/>
            <a:round/>
            <a:headEnd len="med" w="med" type="none"/>
            <a:tailEnd len="med" w="med" type="oval"/>
          </a:ln>
        </p:spPr>
      </p:cxnSp>
      <p:cxnSp>
        <p:nvCxnSpPr>
          <p:cNvPr id="662" name="Google Shape;662;p28"/>
          <p:cNvCxnSpPr>
            <a:stCxn id="592" idx="6"/>
            <a:endCxn id="631" idx="3"/>
          </p:cNvCxnSpPr>
          <p:nvPr/>
        </p:nvCxnSpPr>
        <p:spPr>
          <a:xfrm>
            <a:off x="3687550" y="1339775"/>
            <a:ext cx="1214100" cy="162900"/>
          </a:xfrm>
          <a:prstGeom prst="bentConnector3">
            <a:avLst>
              <a:gd fmla="val 49997" name="adj1"/>
            </a:avLst>
          </a:prstGeom>
          <a:noFill/>
          <a:ln cap="flat" cmpd="sng" w="9525">
            <a:solidFill>
              <a:schemeClr val="dk1"/>
            </a:solidFill>
            <a:prstDash val="solid"/>
            <a:round/>
            <a:headEnd len="med" w="med" type="none"/>
            <a:tailEnd len="med" w="med" type="oval"/>
          </a:ln>
        </p:spPr>
      </p:cxnSp>
      <p:cxnSp>
        <p:nvCxnSpPr>
          <p:cNvPr id="663" name="Google Shape;663;p28"/>
          <p:cNvCxnSpPr>
            <a:stCxn id="590" idx="6"/>
            <a:endCxn id="633" idx="3"/>
          </p:cNvCxnSpPr>
          <p:nvPr/>
        </p:nvCxnSpPr>
        <p:spPr>
          <a:xfrm>
            <a:off x="4851588" y="2495738"/>
            <a:ext cx="1214100" cy="235500"/>
          </a:xfrm>
          <a:prstGeom prst="bentConnector3">
            <a:avLst>
              <a:gd fmla="val 49997" name="adj1"/>
            </a:avLst>
          </a:prstGeom>
          <a:noFill/>
          <a:ln cap="flat" cmpd="sng" w="9525">
            <a:solidFill>
              <a:schemeClr val="dk1"/>
            </a:solidFill>
            <a:prstDash val="solid"/>
            <a:round/>
            <a:headEnd len="med" w="med" type="none"/>
            <a:tailEnd len="med" w="med" type="oval"/>
          </a:ln>
        </p:spPr>
      </p:cxnSp>
      <p:cxnSp>
        <p:nvCxnSpPr>
          <p:cNvPr id="664" name="Google Shape;664;p28"/>
          <p:cNvCxnSpPr>
            <a:stCxn id="589" idx="2"/>
            <a:endCxn id="634" idx="1"/>
          </p:cNvCxnSpPr>
          <p:nvPr/>
        </p:nvCxnSpPr>
        <p:spPr>
          <a:xfrm flipH="1">
            <a:off x="3703550" y="3744850"/>
            <a:ext cx="1009200" cy="198300"/>
          </a:xfrm>
          <a:prstGeom prst="bentConnector3">
            <a:avLst>
              <a:gd fmla="val 49999" name="adj1"/>
            </a:avLst>
          </a:prstGeom>
          <a:noFill/>
          <a:ln cap="flat" cmpd="sng" w="9525">
            <a:solidFill>
              <a:schemeClr val="dk1"/>
            </a:solidFill>
            <a:prstDash val="solid"/>
            <a:round/>
            <a:headEnd len="med" w="med" type="none"/>
            <a:tailEnd len="med" w="med" type="oval"/>
          </a:ln>
        </p:spPr>
      </p:cxnSp>
      <p:cxnSp>
        <p:nvCxnSpPr>
          <p:cNvPr id="665" name="Google Shape;665;p28"/>
          <p:cNvCxnSpPr>
            <a:stCxn id="588" idx="6"/>
            <a:endCxn id="660" idx="3"/>
          </p:cNvCxnSpPr>
          <p:nvPr/>
        </p:nvCxnSpPr>
        <p:spPr>
          <a:xfrm>
            <a:off x="5968788" y="3637013"/>
            <a:ext cx="455100" cy="306300"/>
          </a:xfrm>
          <a:prstGeom prst="bentConnector3">
            <a:avLst>
              <a:gd fmla="val 64115"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grpSp>
        <p:nvGrpSpPr>
          <p:cNvPr id="670" name="Google Shape;670;p29"/>
          <p:cNvGrpSpPr/>
          <p:nvPr/>
        </p:nvGrpSpPr>
        <p:grpSpPr>
          <a:xfrm>
            <a:off x="2670787" y="1222964"/>
            <a:ext cx="3578378" cy="3250413"/>
            <a:chOff x="2670787" y="1222964"/>
            <a:chExt cx="3578378" cy="3250413"/>
          </a:xfrm>
        </p:grpSpPr>
        <p:grpSp>
          <p:nvGrpSpPr>
            <p:cNvPr id="671" name="Google Shape;671;p29"/>
            <p:cNvGrpSpPr/>
            <p:nvPr/>
          </p:nvGrpSpPr>
          <p:grpSpPr>
            <a:xfrm>
              <a:off x="2894320" y="1222964"/>
              <a:ext cx="3354846" cy="3250413"/>
              <a:chOff x="3120952" y="542927"/>
              <a:chExt cx="5952530" cy="5767234"/>
            </a:xfrm>
          </p:grpSpPr>
          <p:sp>
            <p:nvSpPr>
              <p:cNvPr id="672" name="Google Shape;672;p29"/>
              <p:cNvSpPr/>
              <p:nvPr/>
            </p:nvSpPr>
            <p:spPr>
              <a:xfrm>
                <a:off x="3888853" y="542927"/>
                <a:ext cx="3555920" cy="3306033"/>
              </a:xfrm>
              <a:custGeom>
                <a:rect b="b" l="l" r="r" t="t"/>
                <a:pathLst>
                  <a:path extrusionOk="0" h="3306033" w="3555920">
                    <a:moveTo>
                      <a:pt x="3022902" y="533139"/>
                    </a:moveTo>
                    <a:cubicBezTo>
                      <a:pt x="2312312" y="-177822"/>
                      <a:pt x="1160183" y="-177827"/>
                      <a:pt x="449606" y="533149"/>
                    </a:cubicBezTo>
                    <a:cubicBezTo>
                      <a:pt x="241875" y="740410"/>
                      <a:pt x="87559" y="995045"/>
                      <a:pt x="-72" y="1275163"/>
                    </a:cubicBezTo>
                    <a:cubicBezTo>
                      <a:pt x="175939" y="1150465"/>
                      <a:pt x="372747" y="1058135"/>
                      <a:pt x="581126" y="1002501"/>
                    </a:cubicBezTo>
                    <a:cubicBezTo>
                      <a:pt x="1551820" y="742275"/>
                      <a:pt x="2549563" y="1318617"/>
                      <a:pt x="2809684" y="2289818"/>
                    </a:cubicBezTo>
                    <a:cubicBezTo>
                      <a:pt x="2899622" y="2623625"/>
                      <a:pt x="2892235" y="2976209"/>
                      <a:pt x="2788394" y="3305951"/>
                    </a:cubicBezTo>
                    <a:cubicBezTo>
                      <a:pt x="2871976" y="3246579"/>
                      <a:pt x="2950421" y="3180281"/>
                      <a:pt x="3022902" y="3107759"/>
                    </a:cubicBezTo>
                    <a:cubicBezTo>
                      <a:pt x="3733491" y="2396769"/>
                      <a:pt x="3733501" y="1244081"/>
                      <a:pt x="3022902" y="53313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29"/>
              <p:cNvSpPr/>
              <p:nvPr/>
            </p:nvSpPr>
            <p:spPr>
              <a:xfrm>
                <a:off x="3120952" y="1483026"/>
                <a:ext cx="3631961" cy="3052803"/>
              </a:xfrm>
              <a:custGeom>
                <a:rect b="b" l="l" r="r" t="t"/>
                <a:pathLst>
                  <a:path extrusionOk="0" h="3052803" w="3631961">
                    <a:moveTo>
                      <a:pt x="1349028" y="62401"/>
                    </a:moveTo>
                    <a:cubicBezTo>
                      <a:pt x="378339" y="322641"/>
                      <a:pt x="-197732" y="1320921"/>
                      <a:pt x="62389" y="2292089"/>
                    </a:cubicBezTo>
                    <a:cubicBezTo>
                      <a:pt x="137923" y="2575711"/>
                      <a:pt x="281174" y="2836736"/>
                      <a:pt x="479826" y="3052722"/>
                    </a:cubicBezTo>
                    <a:cubicBezTo>
                      <a:pt x="459898" y="2837862"/>
                      <a:pt x="478385" y="2621169"/>
                      <a:pt x="534422" y="2412798"/>
                    </a:cubicBezTo>
                    <a:cubicBezTo>
                      <a:pt x="794502" y="1441629"/>
                      <a:pt x="1792254" y="865283"/>
                      <a:pt x="2762980" y="1125500"/>
                    </a:cubicBezTo>
                    <a:cubicBezTo>
                      <a:pt x="3096886" y="1214475"/>
                      <a:pt x="3398384" y="1397163"/>
                      <a:pt x="3631889" y="1652003"/>
                    </a:cubicBezTo>
                    <a:cubicBezTo>
                      <a:pt x="3622266" y="1549900"/>
                      <a:pt x="3604101" y="1448784"/>
                      <a:pt x="3577585" y="1349719"/>
                    </a:cubicBezTo>
                    <a:cubicBezTo>
                      <a:pt x="3317464" y="378517"/>
                      <a:pt x="2319721" y="-197824"/>
                      <a:pt x="1349028" y="6240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29"/>
              <p:cNvSpPr/>
              <p:nvPr/>
            </p:nvSpPr>
            <p:spPr>
              <a:xfrm>
                <a:off x="3592995" y="2546129"/>
                <a:ext cx="2579812" cy="3641880"/>
              </a:xfrm>
              <a:custGeom>
                <a:rect b="b" l="l" r="r" t="t"/>
                <a:pathLst>
                  <a:path extrusionOk="0" h="3641880" w="2579812">
                    <a:moveTo>
                      <a:pt x="62379" y="1349696"/>
                    </a:moveTo>
                    <a:cubicBezTo>
                      <a:pt x="-197714" y="2320892"/>
                      <a:pt x="378339" y="3319185"/>
                      <a:pt x="1349041" y="3579374"/>
                    </a:cubicBezTo>
                    <a:cubicBezTo>
                      <a:pt x="1632305" y="3655747"/>
                      <a:pt x="1929871" y="3662141"/>
                      <a:pt x="2216151" y="3598006"/>
                    </a:cubicBezTo>
                    <a:cubicBezTo>
                      <a:pt x="2020209" y="3507840"/>
                      <a:pt x="1841887" y="3383473"/>
                      <a:pt x="1689540" y="3230735"/>
                    </a:cubicBezTo>
                    <a:cubicBezTo>
                      <a:pt x="978945" y="2519801"/>
                      <a:pt x="978945" y="1367099"/>
                      <a:pt x="1689540" y="656120"/>
                    </a:cubicBezTo>
                    <a:cubicBezTo>
                      <a:pt x="1933512" y="411285"/>
                      <a:pt x="2242397" y="241390"/>
                      <a:pt x="2579740" y="166484"/>
                    </a:cubicBezTo>
                    <a:cubicBezTo>
                      <a:pt x="2486552" y="123766"/>
                      <a:pt x="2389945" y="88948"/>
                      <a:pt x="2290936" y="62398"/>
                    </a:cubicBezTo>
                    <a:cubicBezTo>
                      <a:pt x="1320211" y="-197820"/>
                      <a:pt x="322459" y="378527"/>
                      <a:pt x="62379" y="134969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9"/>
              <p:cNvSpPr/>
              <p:nvPr/>
            </p:nvSpPr>
            <p:spPr>
              <a:xfrm>
                <a:off x="4749661" y="3004138"/>
                <a:ext cx="3555939" cy="3306023"/>
              </a:xfrm>
              <a:custGeom>
                <a:rect b="b" l="l" r="r" t="t"/>
                <a:pathLst>
                  <a:path extrusionOk="0" h="3306023" w="3555939">
                    <a:moveTo>
                      <a:pt x="532874" y="2772726"/>
                    </a:moveTo>
                    <a:cubicBezTo>
                      <a:pt x="1243464" y="3483677"/>
                      <a:pt x="2395607" y="3483687"/>
                      <a:pt x="3106179" y="2772716"/>
                    </a:cubicBezTo>
                    <a:cubicBezTo>
                      <a:pt x="3313918" y="2565453"/>
                      <a:pt x="3468237" y="2310813"/>
                      <a:pt x="3555867" y="2030687"/>
                    </a:cubicBezTo>
                    <a:cubicBezTo>
                      <a:pt x="3379849" y="2155394"/>
                      <a:pt x="3183034" y="2247730"/>
                      <a:pt x="2974645" y="2303368"/>
                    </a:cubicBezTo>
                    <a:cubicBezTo>
                      <a:pt x="2003970" y="2563603"/>
                      <a:pt x="1006213" y="1987247"/>
                      <a:pt x="746101" y="1016079"/>
                    </a:cubicBezTo>
                    <a:cubicBezTo>
                      <a:pt x="656165" y="682263"/>
                      <a:pt x="663547" y="329673"/>
                      <a:pt x="767377" y="-82"/>
                    </a:cubicBezTo>
                    <a:cubicBezTo>
                      <a:pt x="683802" y="59299"/>
                      <a:pt x="605359" y="125596"/>
                      <a:pt x="532874" y="198110"/>
                    </a:cubicBezTo>
                    <a:cubicBezTo>
                      <a:pt x="-177721" y="909090"/>
                      <a:pt x="-177721" y="2061792"/>
                      <a:pt x="532874" y="277272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9"/>
              <p:cNvSpPr/>
              <p:nvPr/>
            </p:nvSpPr>
            <p:spPr>
              <a:xfrm>
                <a:off x="5441521" y="2317259"/>
                <a:ext cx="3631961" cy="3052815"/>
              </a:xfrm>
              <a:custGeom>
                <a:rect b="b" l="l" r="r" t="t"/>
                <a:pathLst>
                  <a:path extrusionOk="0" h="3052815" w="3631961">
                    <a:moveTo>
                      <a:pt x="2282784" y="2990247"/>
                    </a:moveTo>
                    <a:cubicBezTo>
                      <a:pt x="3253477" y="2730012"/>
                      <a:pt x="3829548" y="1731719"/>
                      <a:pt x="3569427" y="760555"/>
                    </a:cubicBezTo>
                    <a:cubicBezTo>
                      <a:pt x="3493898" y="476932"/>
                      <a:pt x="3350650" y="215905"/>
                      <a:pt x="3152000" y="-82"/>
                    </a:cubicBezTo>
                    <a:cubicBezTo>
                      <a:pt x="3171923" y="214780"/>
                      <a:pt x="3153438" y="431475"/>
                      <a:pt x="3097409" y="639851"/>
                    </a:cubicBezTo>
                    <a:cubicBezTo>
                      <a:pt x="2837305" y="1611029"/>
                      <a:pt x="1839558" y="2187366"/>
                      <a:pt x="868864" y="1927149"/>
                    </a:cubicBezTo>
                    <a:cubicBezTo>
                      <a:pt x="534950" y="1838172"/>
                      <a:pt x="233444" y="1655483"/>
                      <a:pt x="-72" y="1400642"/>
                    </a:cubicBezTo>
                    <a:cubicBezTo>
                      <a:pt x="9542" y="1502757"/>
                      <a:pt x="27710" y="1603885"/>
                      <a:pt x="54241" y="1702958"/>
                    </a:cubicBezTo>
                    <a:cubicBezTo>
                      <a:pt x="314352" y="2674127"/>
                      <a:pt x="1312109" y="3250482"/>
                      <a:pt x="2282784" y="2990247"/>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29"/>
              <p:cNvSpPr/>
              <p:nvPr/>
            </p:nvSpPr>
            <p:spPr>
              <a:xfrm>
                <a:off x="6021633" y="665092"/>
                <a:ext cx="2579816" cy="3641878"/>
              </a:xfrm>
              <a:custGeom>
                <a:rect b="b" l="l" r="r" t="t"/>
                <a:pathLst>
                  <a:path extrusionOk="0" h="3641878" w="2579816">
                    <a:moveTo>
                      <a:pt x="2517297" y="2292018"/>
                    </a:moveTo>
                    <a:cubicBezTo>
                      <a:pt x="2777381" y="1320826"/>
                      <a:pt x="2201328" y="322533"/>
                      <a:pt x="1230626" y="62335"/>
                    </a:cubicBezTo>
                    <a:cubicBezTo>
                      <a:pt x="947359" y="-14035"/>
                      <a:pt x="649791" y="-20423"/>
                      <a:pt x="363511" y="43718"/>
                    </a:cubicBezTo>
                    <a:cubicBezTo>
                      <a:pt x="559458" y="133874"/>
                      <a:pt x="737784" y="258236"/>
                      <a:pt x="890131" y="410974"/>
                    </a:cubicBezTo>
                    <a:cubicBezTo>
                      <a:pt x="1600712" y="1121921"/>
                      <a:pt x="1600712" y="2274609"/>
                      <a:pt x="890131" y="2985594"/>
                    </a:cubicBezTo>
                    <a:cubicBezTo>
                      <a:pt x="646155" y="3230423"/>
                      <a:pt x="337270" y="3400315"/>
                      <a:pt x="-72" y="3475220"/>
                    </a:cubicBezTo>
                    <a:cubicBezTo>
                      <a:pt x="93121" y="3517946"/>
                      <a:pt x="189735" y="3552767"/>
                      <a:pt x="288753" y="3579316"/>
                    </a:cubicBezTo>
                    <a:cubicBezTo>
                      <a:pt x="1259447" y="3839532"/>
                      <a:pt x="2257194" y="3263195"/>
                      <a:pt x="2517297" y="229201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8" name="Google Shape;678;p29"/>
            <p:cNvSpPr/>
            <p:nvPr/>
          </p:nvSpPr>
          <p:spPr>
            <a:xfrm>
              <a:off x="3065858" y="2521340"/>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79" name="Google Shape;679;p29"/>
            <p:cNvSpPr/>
            <p:nvPr/>
          </p:nvSpPr>
          <p:spPr>
            <a:xfrm>
              <a:off x="3511358" y="3963528"/>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0" name="Google Shape;680;p29"/>
            <p:cNvSpPr/>
            <p:nvPr/>
          </p:nvSpPr>
          <p:spPr>
            <a:xfrm>
              <a:off x="4993307" y="4259440"/>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1" name="Google Shape;681;p29"/>
            <p:cNvSpPr/>
            <p:nvPr/>
          </p:nvSpPr>
          <p:spPr>
            <a:xfrm>
              <a:off x="5872308" y="34116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2" name="Google Shape;682;p29"/>
            <p:cNvSpPr/>
            <p:nvPr/>
          </p:nvSpPr>
          <p:spPr>
            <a:xfrm>
              <a:off x="5477108" y="16256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3" name="Google Shape;683;p29"/>
            <p:cNvSpPr/>
            <p:nvPr/>
          </p:nvSpPr>
          <p:spPr>
            <a:xfrm>
              <a:off x="3852783" y="1409102"/>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cxnSp>
          <p:nvCxnSpPr>
            <p:cNvPr id="684" name="Google Shape;684;p29"/>
            <p:cNvCxnSpPr>
              <a:stCxn id="685" idx="3"/>
              <a:endCxn id="679" idx="4"/>
            </p:cNvCxnSpPr>
            <p:nvPr/>
          </p:nvCxnSpPr>
          <p:spPr>
            <a:xfrm>
              <a:off x="2670787" y="3962575"/>
              <a:ext cx="891000" cy="101700"/>
            </a:xfrm>
            <a:prstGeom prst="bentConnector4">
              <a:avLst>
                <a:gd fmla="val 16679" name="adj1"/>
                <a:gd fmla="val 334196" name="adj2"/>
              </a:avLst>
            </a:prstGeom>
            <a:noFill/>
            <a:ln cap="flat" cmpd="sng" w="9525">
              <a:solidFill>
                <a:schemeClr val="dk1"/>
              </a:solidFill>
              <a:prstDash val="solid"/>
              <a:round/>
              <a:headEnd len="med" w="med" type="none"/>
              <a:tailEnd len="med" w="med" type="none"/>
            </a:ln>
          </p:spPr>
        </p:cxnSp>
      </p:grpSp>
      <p:sp>
        <p:nvSpPr>
          <p:cNvPr id="686" name="Google Shape;686;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687" name="Google Shape;687;p29"/>
          <p:cNvSpPr/>
          <p:nvPr/>
        </p:nvSpPr>
        <p:spPr>
          <a:xfrm>
            <a:off x="4442447" y="1523685"/>
            <a:ext cx="252963" cy="284202"/>
          </a:xfrm>
          <a:custGeom>
            <a:rect b="b" l="l" r="r" t="t"/>
            <a:pathLst>
              <a:path extrusionOk="0" h="435559" w="387682">
                <a:moveTo>
                  <a:pt x="313487" y="290812"/>
                </a:moveTo>
                <a:cubicBezTo>
                  <a:pt x="297569" y="290809"/>
                  <a:pt x="282100" y="296089"/>
                  <a:pt x="269503" y="305825"/>
                </a:cubicBezTo>
                <a:lnTo>
                  <a:pt x="143667" y="230295"/>
                </a:lnTo>
                <a:cubicBezTo>
                  <a:pt x="145069" y="222463"/>
                  <a:pt x="145069" y="214444"/>
                  <a:pt x="143667" y="206613"/>
                </a:cubicBezTo>
                <a:lnTo>
                  <a:pt x="269503" y="131063"/>
                </a:lnTo>
                <a:cubicBezTo>
                  <a:pt x="301454" y="155863"/>
                  <a:pt x="347451" y="150053"/>
                  <a:pt x="372238" y="118085"/>
                </a:cubicBezTo>
                <a:cubicBezTo>
                  <a:pt x="397026" y="86117"/>
                  <a:pt x="391219" y="40098"/>
                  <a:pt x="359267" y="15297"/>
                </a:cubicBezTo>
                <a:cubicBezTo>
                  <a:pt x="327316" y="-9503"/>
                  <a:pt x="281319" y="-3693"/>
                  <a:pt x="256532" y="28275"/>
                </a:cubicBezTo>
                <a:cubicBezTo>
                  <a:pt x="243939" y="44515"/>
                  <a:pt x="238745" y="65301"/>
                  <a:pt x="242216" y="85559"/>
                </a:cubicBezTo>
                <a:lnTo>
                  <a:pt x="116371" y="161090"/>
                </a:lnTo>
                <a:cubicBezTo>
                  <a:pt x="84711" y="136717"/>
                  <a:pt x="39298" y="142637"/>
                  <a:pt x="14937" y="174313"/>
                </a:cubicBezTo>
                <a:cubicBezTo>
                  <a:pt x="-9424" y="205989"/>
                  <a:pt x="-3507" y="251425"/>
                  <a:pt x="28153" y="275798"/>
                </a:cubicBezTo>
                <a:cubicBezTo>
                  <a:pt x="54156" y="295816"/>
                  <a:pt x="90368" y="295816"/>
                  <a:pt x="116371" y="275798"/>
                </a:cubicBezTo>
                <a:lnTo>
                  <a:pt x="242216" y="351329"/>
                </a:lnTo>
                <a:cubicBezTo>
                  <a:pt x="235697" y="390738"/>
                  <a:pt x="262343" y="427973"/>
                  <a:pt x="301732" y="434495"/>
                </a:cubicBezTo>
                <a:cubicBezTo>
                  <a:pt x="341121" y="441018"/>
                  <a:pt x="378337" y="414358"/>
                  <a:pt x="384857" y="374949"/>
                </a:cubicBezTo>
                <a:cubicBezTo>
                  <a:pt x="391376" y="335540"/>
                  <a:pt x="364730" y="298305"/>
                  <a:pt x="325341" y="291782"/>
                </a:cubicBezTo>
                <a:cubicBezTo>
                  <a:pt x="321423" y="291134"/>
                  <a:pt x="317458" y="290809"/>
                  <a:pt x="313487" y="2908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29"/>
          <p:cNvSpPr/>
          <p:nvPr/>
        </p:nvSpPr>
        <p:spPr>
          <a:xfrm>
            <a:off x="3259691" y="2145439"/>
            <a:ext cx="323352" cy="316737"/>
          </a:xfrm>
          <a:custGeom>
            <a:rect b="b" l="l" r="r" t="t"/>
            <a:pathLst>
              <a:path extrusionOk="0" h="485421" w="495559">
                <a:moveTo>
                  <a:pt x="427386" y="186957"/>
                </a:moveTo>
                <a:lnTo>
                  <a:pt x="414872" y="157229"/>
                </a:lnTo>
                <a:cubicBezTo>
                  <a:pt x="414872" y="157229"/>
                  <a:pt x="443990" y="91540"/>
                  <a:pt x="441388" y="89010"/>
                </a:cubicBezTo>
                <a:lnTo>
                  <a:pt x="402880" y="51375"/>
                </a:lnTo>
                <a:cubicBezTo>
                  <a:pt x="400193" y="48770"/>
                  <a:pt x="334518" y="78760"/>
                  <a:pt x="334518" y="78760"/>
                </a:cubicBezTo>
                <a:lnTo>
                  <a:pt x="304210" y="66499"/>
                </a:lnTo>
                <a:cubicBezTo>
                  <a:pt x="304210" y="66499"/>
                  <a:pt x="277444" y="-82"/>
                  <a:pt x="273762" y="-82"/>
                </a:cubicBezTo>
                <a:lnTo>
                  <a:pt x="219384" y="-82"/>
                </a:lnTo>
                <a:cubicBezTo>
                  <a:pt x="215619" y="-82"/>
                  <a:pt x="190832" y="66667"/>
                  <a:pt x="190832" y="66667"/>
                </a:cubicBezTo>
                <a:lnTo>
                  <a:pt x="160580" y="78927"/>
                </a:lnTo>
                <a:cubicBezTo>
                  <a:pt x="160580" y="78927"/>
                  <a:pt x="93512" y="50426"/>
                  <a:pt x="90936" y="52957"/>
                </a:cubicBezTo>
                <a:lnTo>
                  <a:pt x="52466" y="90666"/>
                </a:lnTo>
                <a:cubicBezTo>
                  <a:pt x="49807" y="93233"/>
                  <a:pt x="80422" y="157620"/>
                  <a:pt x="80422" y="157620"/>
                </a:cubicBezTo>
                <a:lnTo>
                  <a:pt x="67917" y="187311"/>
                </a:lnTo>
                <a:cubicBezTo>
                  <a:pt x="67917" y="187311"/>
                  <a:pt x="-72" y="213523"/>
                  <a:pt x="-72" y="217058"/>
                </a:cubicBezTo>
                <a:lnTo>
                  <a:pt x="-72" y="270375"/>
                </a:lnTo>
                <a:cubicBezTo>
                  <a:pt x="-72" y="274097"/>
                  <a:pt x="68084" y="298393"/>
                  <a:pt x="68084" y="298393"/>
                </a:cubicBezTo>
                <a:lnTo>
                  <a:pt x="80589" y="328028"/>
                </a:lnTo>
                <a:cubicBezTo>
                  <a:pt x="80589" y="328028"/>
                  <a:pt x="51489" y="393680"/>
                  <a:pt x="54027" y="396210"/>
                </a:cubicBezTo>
                <a:lnTo>
                  <a:pt x="92554" y="433937"/>
                </a:lnTo>
                <a:cubicBezTo>
                  <a:pt x="95157" y="436506"/>
                  <a:pt x="160878" y="406498"/>
                  <a:pt x="160878" y="406498"/>
                </a:cubicBezTo>
                <a:lnTo>
                  <a:pt x="191214" y="418795"/>
                </a:lnTo>
                <a:cubicBezTo>
                  <a:pt x="191214" y="418795"/>
                  <a:pt x="217971" y="485339"/>
                  <a:pt x="221671" y="485339"/>
                </a:cubicBezTo>
                <a:lnTo>
                  <a:pt x="276040" y="485339"/>
                </a:lnTo>
                <a:cubicBezTo>
                  <a:pt x="279824" y="485339"/>
                  <a:pt x="304610" y="418590"/>
                  <a:pt x="304610" y="418590"/>
                </a:cubicBezTo>
                <a:lnTo>
                  <a:pt x="334955" y="406311"/>
                </a:lnTo>
                <a:cubicBezTo>
                  <a:pt x="334955" y="406311"/>
                  <a:pt x="401894" y="434831"/>
                  <a:pt x="404479" y="432338"/>
                </a:cubicBezTo>
                <a:lnTo>
                  <a:pt x="443005" y="394647"/>
                </a:lnTo>
                <a:cubicBezTo>
                  <a:pt x="445674" y="392024"/>
                  <a:pt x="414984" y="327675"/>
                  <a:pt x="414984" y="327675"/>
                </a:cubicBezTo>
                <a:lnTo>
                  <a:pt x="427461" y="297984"/>
                </a:lnTo>
                <a:cubicBezTo>
                  <a:pt x="427461" y="297984"/>
                  <a:pt x="495487" y="271733"/>
                  <a:pt x="495487" y="268144"/>
                </a:cubicBezTo>
                <a:lnTo>
                  <a:pt x="495487" y="214862"/>
                </a:lnTo>
                <a:cubicBezTo>
                  <a:pt x="495496" y="211179"/>
                  <a:pt x="427386" y="186957"/>
                  <a:pt x="427386" y="186957"/>
                </a:cubicBezTo>
                <a:close/>
                <a:moveTo>
                  <a:pt x="327165" y="242600"/>
                </a:moveTo>
                <a:cubicBezTo>
                  <a:pt x="328149" y="286501"/>
                  <a:pt x="293377" y="322887"/>
                  <a:pt x="249499" y="323872"/>
                </a:cubicBezTo>
                <a:cubicBezTo>
                  <a:pt x="205622" y="324858"/>
                  <a:pt x="169253" y="290068"/>
                  <a:pt x="168269" y="246168"/>
                </a:cubicBezTo>
                <a:cubicBezTo>
                  <a:pt x="167284" y="202267"/>
                  <a:pt x="202056" y="165881"/>
                  <a:pt x="245934" y="164895"/>
                </a:cubicBezTo>
                <a:cubicBezTo>
                  <a:pt x="246530" y="164882"/>
                  <a:pt x="247125" y="164875"/>
                  <a:pt x="247721" y="164875"/>
                </a:cubicBezTo>
                <a:cubicBezTo>
                  <a:pt x="291074" y="164482"/>
                  <a:pt x="326588" y="199227"/>
                  <a:pt x="327165" y="2426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29"/>
          <p:cNvSpPr/>
          <p:nvPr/>
        </p:nvSpPr>
        <p:spPr>
          <a:xfrm>
            <a:off x="3328626" y="3207251"/>
            <a:ext cx="325326" cy="310835"/>
          </a:xfrm>
          <a:custGeom>
            <a:rect b="b" l="l" r="r" t="t"/>
            <a:pathLst>
              <a:path extrusionOk="0" h="476376" w="498584">
                <a:moveTo>
                  <a:pt x="490210" y="202850"/>
                </a:moveTo>
                <a:lnTo>
                  <a:pt x="360331" y="297263"/>
                </a:lnTo>
                <a:lnTo>
                  <a:pt x="409949" y="450016"/>
                </a:lnTo>
                <a:cubicBezTo>
                  <a:pt x="413365" y="460565"/>
                  <a:pt x="407587" y="471888"/>
                  <a:pt x="397044" y="475306"/>
                </a:cubicBezTo>
                <a:cubicBezTo>
                  <a:pt x="390951" y="477282"/>
                  <a:pt x="384281" y="476228"/>
                  <a:pt x="379092" y="472472"/>
                </a:cubicBezTo>
                <a:lnTo>
                  <a:pt x="249213" y="378058"/>
                </a:lnTo>
                <a:lnTo>
                  <a:pt x="119352" y="472452"/>
                </a:lnTo>
                <a:cubicBezTo>
                  <a:pt x="110391" y="478974"/>
                  <a:pt x="97842" y="476993"/>
                  <a:pt x="91324" y="468027"/>
                </a:cubicBezTo>
                <a:cubicBezTo>
                  <a:pt x="87544" y="462827"/>
                  <a:pt x="86481" y="456131"/>
                  <a:pt x="88467" y="450017"/>
                </a:cubicBezTo>
                <a:lnTo>
                  <a:pt x="138076" y="297245"/>
                </a:lnTo>
                <a:lnTo>
                  <a:pt x="8206" y="202850"/>
                </a:lnTo>
                <a:cubicBezTo>
                  <a:pt x="-760" y="196339"/>
                  <a:pt x="-2753" y="183789"/>
                  <a:pt x="3755" y="174818"/>
                </a:cubicBezTo>
                <a:cubicBezTo>
                  <a:pt x="7529" y="169614"/>
                  <a:pt x="13567" y="166535"/>
                  <a:pt x="19994" y="166536"/>
                </a:cubicBezTo>
                <a:lnTo>
                  <a:pt x="180526" y="166536"/>
                </a:lnTo>
                <a:lnTo>
                  <a:pt x="230135" y="13802"/>
                </a:lnTo>
                <a:cubicBezTo>
                  <a:pt x="233553" y="3258"/>
                  <a:pt x="244868" y="-2517"/>
                  <a:pt x="255406" y="902"/>
                </a:cubicBezTo>
                <a:cubicBezTo>
                  <a:pt x="261522" y="2886"/>
                  <a:pt x="266316" y="7683"/>
                  <a:pt x="268300" y="13802"/>
                </a:cubicBezTo>
                <a:lnTo>
                  <a:pt x="317899" y="166536"/>
                </a:lnTo>
                <a:lnTo>
                  <a:pt x="478440" y="166536"/>
                </a:lnTo>
                <a:cubicBezTo>
                  <a:pt x="489512" y="166523"/>
                  <a:pt x="498499" y="175493"/>
                  <a:pt x="498512" y="186572"/>
                </a:cubicBezTo>
                <a:cubicBezTo>
                  <a:pt x="498519" y="193017"/>
                  <a:pt x="495430" y="199074"/>
                  <a:pt x="490210" y="2028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29"/>
          <p:cNvSpPr/>
          <p:nvPr/>
        </p:nvSpPr>
        <p:spPr>
          <a:xfrm>
            <a:off x="4298990" y="3859112"/>
            <a:ext cx="309507" cy="309665"/>
          </a:xfrm>
          <a:custGeom>
            <a:rect b="b" l="l" r="r" t="t"/>
            <a:pathLst>
              <a:path extrusionOk="0" h="474583" w="474340">
                <a:moveTo>
                  <a:pt x="462687" y="252080"/>
                </a:moveTo>
                <a:lnTo>
                  <a:pt x="238833" y="28410"/>
                </a:lnTo>
                <a:cubicBezTo>
                  <a:pt x="219911" y="11330"/>
                  <a:pt x="195698" y="1271"/>
                  <a:pt x="170249" y="-82"/>
                </a:cubicBezTo>
                <a:lnTo>
                  <a:pt x="40007" y="-82"/>
                </a:lnTo>
                <a:cubicBezTo>
                  <a:pt x="17998" y="221"/>
                  <a:pt x="231" y="17999"/>
                  <a:pt x="-72" y="40018"/>
                </a:cubicBezTo>
                <a:lnTo>
                  <a:pt x="-72" y="170327"/>
                </a:lnTo>
                <a:cubicBezTo>
                  <a:pt x="271" y="182965"/>
                  <a:pt x="3089" y="195413"/>
                  <a:pt x="8221" y="206966"/>
                </a:cubicBezTo>
                <a:cubicBezTo>
                  <a:pt x="12747" y="218775"/>
                  <a:pt x="19620" y="229543"/>
                  <a:pt x="28422" y="238621"/>
                </a:cubicBezTo>
                <a:lnTo>
                  <a:pt x="252276" y="462905"/>
                </a:lnTo>
                <a:cubicBezTo>
                  <a:pt x="259671" y="470490"/>
                  <a:pt x="269867" y="474684"/>
                  <a:pt x="280456" y="474495"/>
                </a:cubicBezTo>
                <a:cubicBezTo>
                  <a:pt x="291116" y="474573"/>
                  <a:pt x="301369" y="470402"/>
                  <a:pt x="308951" y="462905"/>
                </a:cubicBezTo>
                <a:lnTo>
                  <a:pt x="462677" y="308783"/>
                </a:lnTo>
                <a:cubicBezTo>
                  <a:pt x="470267" y="301391"/>
                  <a:pt x="474460" y="291185"/>
                  <a:pt x="474262" y="280589"/>
                </a:cubicBezTo>
                <a:cubicBezTo>
                  <a:pt x="474343" y="269925"/>
                  <a:pt x="470178" y="259666"/>
                  <a:pt x="462687" y="252080"/>
                </a:cubicBezTo>
                <a:close/>
                <a:moveTo>
                  <a:pt x="128450" y="128515"/>
                </a:moveTo>
                <a:cubicBezTo>
                  <a:pt x="112800" y="144165"/>
                  <a:pt x="87432" y="144158"/>
                  <a:pt x="71790" y="128500"/>
                </a:cubicBezTo>
                <a:cubicBezTo>
                  <a:pt x="56148" y="112842"/>
                  <a:pt x="56155" y="87462"/>
                  <a:pt x="71806" y="71812"/>
                </a:cubicBezTo>
                <a:cubicBezTo>
                  <a:pt x="87456" y="56162"/>
                  <a:pt x="112823" y="56168"/>
                  <a:pt x="128465" y="71827"/>
                </a:cubicBezTo>
                <a:cubicBezTo>
                  <a:pt x="135972" y="79341"/>
                  <a:pt x="140190" y="89530"/>
                  <a:pt x="140192" y="100154"/>
                </a:cubicBezTo>
                <a:cubicBezTo>
                  <a:pt x="140354" y="110823"/>
                  <a:pt x="136105" y="121085"/>
                  <a:pt x="128450" y="1285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29"/>
          <p:cNvSpPr/>
          <p:nvPr/>
        </p:nvSpPr>
        <p:spPr>
          <a:xfrm>
            <a:off x="5445105" y="3330698"/>
            <a:ext cx="253963" cy="338782"/>
          </a:xfrm>
          <a:custGeom>
            <a:rect b="b" l="l" r="r" t="t"/>
            <a:pathLst>
              <a:path extrusionOk="0" h="519206" w="389216">
                <a:moveTo>
                  <a:pt x="194524" y="-82"/>
                </a:moveTo>
                <a:cubicBezTo>
                  <a:pt x="87186" y="-216"/>
                  <a:pt x="62" y="86734"/>
                  <a:pt x="-72" y="194128"/>
                </a:cubicBezTo>
                <a:cubicBezTo>
                  <a:pt x="-123" y="235045"/>
                  <a:pt x="12727" y="274936"/>
                  <a:pt x="36652" y="308122"/>
                </a:cubicBezTo>
                <a:lnTo>
                  <a:pt x="41765" y="315285"/>
                </a:lnTo>
                <a:lnTo>
                  <a:pt x="181555" y="512631"/>
                </a:lnTo>
                <a:cubicBezTo>
                  <a:pt x="186920" y="519797"/>
                  <a:pt x="197075" y="521255"/>
                  <a:pt x="204238" y="515888"/>
                </a:cubicBezTo>
                <a:cubicBezTo>
                  <a:pt x="205473" y="514962"/>
                  <a:pt x="206569" y="513866"/>
                  <a:pt x="207494" y="512631"/>
                </a:cubicBezTo>
                <a:lnTo>
                  <a:pt x="345545" y="317629"/>
                </a:lnTo>
                <a:lnTo>
                  <a:pt x="352360" y="308178"/>
                </a:lnTo>
                <a:cubicBezTo>
                  <a:pt x="415185" y="221106"/>
                  <a:pt x="395565" y="99564"/>
                  <a:pt x="308537" y="36706"/>
                </a:cubicBezTo>
                <a:cubicBezTo>
                  <a:pt x="275352" y="12738"/>
                  <a:pt x="235452" y="-136"/>
                  <a:pt x="194524" y="-82"/>
                </a:cubicBezTo>
                <a:close/>
                <a:moveTo>
                  <a:pt x="194524" y="259511"/>
                </a:moveTo>
                <a:cubicBezTo>
                  <a:pt x="158700" y="259511"/>
                  <a:pt x="129659" y="230455"/>
                  <a:pt x="129659" y="194613"/>
                </a:cubicBezTo>
                <a:cubicBezTo>
                  <a:pt x="129659" y="158770"/>
                  <a:pt x="158701" y="129714"/>
                  <a:pt x="194524" y="129714"/>
                </a:cubicBezTo>
                <a:cubicBezTo>
                  <a:pt x="230345" y="129714"/>
                  <a:pt x="259384" y="158764"/>
                  <a:pt x="259390" y="194603"/>
                </a:cubicBezTo>
                <a:cubicBezTo>
                  <a:pt x="259353" y="230432"/>
                  <a:pt x="230335" y="259469"/>
                  <a:pt x="194524" y="259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29"/>
          <p:cNvSpPr/>
          <p:nvPr/>
        </p:nvSpPr>
        <p:spPr>
          <a:xfrm>
            <a:off x="5477093" y="2210818"/>
            <a:ext cx="282953" cy="247968"/>
          </a:xfrm>
          <a:custGeom>
            <a:rect b="b" l="l" r="r" t="t"/>
            <a:pathLst>
              <a:path extrusionOk="0" h="380028" w="433645">
                <a:moveTo>
                  <a:pt x="216730" y="379946"/>
                </a:moveTo>
                <a:cubicBezTo>
                  <a:pt x="-206247" y="149100"/>
                  <a:pt x="99662" y="-128390"/>
                  <a:pt x="216730" y="64914"/>
                </a:cubicBezTo>
                <a:cubicBezTo>
                  <a:pt x="333826" y="-128390"/>
                  <a:pt x="639782" y="149100"/>
                  <a:pt x="216730" y="37994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29"/>
          <p:cNvSpPr/>
          <p:nvPr/>
        </p:nvSpPr>
        <p:spPr>
          <a:xfrm>
            <a:off x="4150652" y="2448144"/>
            <a:ext cx="842652" cy="84061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29"/>
          <p:cNvSpPr txBox="1"/>
          <p:nvPr/>
        </p:nvSpPr>
        <p:spPr>
          <a:xfrm>
            <a:off x="837487" y="165592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is extremely hot, even more than Mercury</a:t>
            </a:r>
            <a:endParaRPr sz="1200">
              <a:solidFill>
                <a:schemeClr val="dk1"/>
              </a:solidFill>
              <a:latin typeface="Catamaran"/>
              <a:ea typeface="Catamaran"/>
              <a:cs typeface="Catamaran"/>
              <a:sym typeface="Catamaran"/>
            </a:endParaRPr>
          </a:p>
        </p:txBody>
      </p:sp>
      <p:sp>
        <p:nvSpPr>
          <p:cNvPr id="695" name="Google Shape;695;p29"/>
          <p:cNvSpPr txBox="1"/>
          <p:nvPr/>
        </p:nvSpPr>
        <p:spPr>
          <a:xfrm>
            <a:off x="837487" y="269097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eighth planet from the Sun</a:t>
            </a:r>
            <a:endParaRPr sz="1200">
              <a:solidFill>
                <a:schemeClr val="dk1"/>
              </a:solidFill>
              <a:latin typeface="Catamaran"/>
              <a:ea typeface="Catamaran"/>
              <a:cs typeface="Catamaran"/>
              <a:sym typeface="Catamaran"/>
            </a:endParaRPr>
          </a:p>
        </p:txBody>
      </p:sp>
      <p:sp>
        <p:nvSpPr>
          <p:cNvPr id="685" name="Google Shape;685;p29"/>
          <p:cNvSpPr txBox="1"/>
          <p:nvPr/>
        </p:nvSpPr>
        <p:spPr>
          <a:xfrm>
            <a:off x="837487" y="372602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has a high number of moons, like Jupiter</a:t>
            </a:r>
            <a:endParaRPr sz="1200">
              <a:solidFill>
                <a:schemeClr val="dk1"/>
              </a:solidFill>
              <a:latin typeface="Catamaran"/>
              <a:ea typeface="Catamaran"/>
              <a:cs typeface="Catamaran"/>
              <a:sym typeface="Catamaran"/>
            </a:endParaRPr>
          </a:p>
        </p:txBody>
      </p:sp>
      <p:sp>
        <p:nvSpPr>
          <p:cNvPr id="696" name="Google Shape;696;p29"/>
          <p:cNvSpPr txBox="1"/>
          <p:nvPr/>
        </p:nvSpPr>
        <p:spPr>
          <a:xfrm>
            <a:off x="6473213" y="372602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only planet that harbors life</a:t>
            </a:r>
            <a:endParaRPr sz="1200">
              <a:solidFill>
                <a:schemeClr val="dk1"/>
              </a:solidFill>
              <a:latin typeface="Catamaran"/>
              <a:ea typeface="Catamaran"/>
              <a:cs typeface="Catamaran"/>
              <a:sym typeface="Catamaran"/>
            </a:endParaRPr>
          </a:p>
        </p:txBody>
      </p:sp>
      <p:sp>
        <p:nvSpPr>
          <p:cNvPr id="697" name="Google Shape;697;p29"/>
          <p:cNvSpPr txBox="1"/>
          <p:nvPr/>
        </p:nvSpPr>
        <p:spPr>
          <a:xfrm>
            <a:off x="6473213" y="165592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is the biggest planet of them all</a:t>
            </a:r>
            <a:endParaRPr sz="1200">
              <a:solidFill>
                <a:schemeClr val="dk1"/>
              </a:solidFill>
              <a:latin typeface="Catamaran"/>
              <a:ea typeface="Catamaran"/>
              <a:cs typeface="Catamaran"/>
              <a:sym typeface="Catamaran"/>
            </a:endParaRPr>
          </a:p>
        </p:txBody>
      </p:sp>
      <p:sp>
        <p:nvSpPr>
          <p:cNvPr id="698" name="Google Shape;698;p29"/>
          <p:cNvSpPr txBox="1"/>
          <p:nvPr/>
        </p:nvSpPr>
        <p:spPr>
          <a:xfrm>
            <a:off x="6473213" y="269097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Despite being red, Mars is actually a cold place</a:t>
            </a:r>
            <a:endParaRPr sz="1200">
              <a:solidFill>
                <a:schemeClr val="dk1"/>
              </a:solidFill>
              <a:latin typeface="Catamaran"/>
              <a:ea typeface="Catamaran"/>
              <a:cs typeface="Catamaran"/>
              <a:sym typeface="Catamaran"/>
            </a:endParaRPr>
          </a:p>
        </p:txBody>
      </p:sp>
      <p:grpSp>
        <p:nvGrpSpPr>
          <p:cNvPr id="699" name="Google Shape;699;p29"/>
          <p:cNvGrpSpPr/>
          <p:nvPr/>
        </p:nvGrpSpPr>
        <p:grpSpPr>
          <a:xfrm>
            <a:off x="4400114" y="2680286"/>
            <a:ext cx="366060" cy="366084"/>
            <a:chOff x="4103345" y="3430585"/>
            <a:chExt cx="322662" cy="322655"/>
          </a:xfrm>
        </p:grpSpPr>
        <p:sp>
          <p:nvSpPr>
            <p:cNvPr id="700" name="Google Shape;700;p29"/>
            <p:cNvSpPr/>
            <p:nvPr/>
          </p:nvSpPr>
          <p:spPr>
            <a:xfrm>
              <a:off x="4349776" y="3506847"/>
              <a:ext cx="76231" cy="246334"/>
            </a:xfrm>
            <a:custGeom>
              <a:rect b="b" l="l" r="r" t="t"/>
              <a:pathLst>
                <a:path extrusionOk="0" h="389461" w="120524">
                  <a:moveTo>
                    <a:pt x="0" y="89646"/>
                  </a:moveTo>
                  <a:lnTo>
                    <a:pt x="29882" y="89646"/>
                  </a:lnTo>
                  <a:lnTo>
                    <a:pt x="29882" y="389462"/>
                  </a:lnTo>
                  <a:lnTo>
                    <a:pt x="89646" y="389462"/>
                  </a:lnTo>
                  <a:lnTo>
                    <a:pt x="89646" y="89646"/>
                  </a:lnTo>
                  <a:lnTo>
                    <a:pt x="120524"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29"/>
            <p:cNvSpPr/>
            <p:nvPr/>
          </p:nvSpPr>
          <p:spPr>
            <a:xfrm>
              <a:off x="4103345" y="3506847"/>
              <a:ext cx="189633" cy="246334"/>
            </a:xfrm>
            <a:custGeom>
              <a:rect b="b" l="l" r="r" t="t"/>
              <a:pathLst>
                <a:path extrusionOk="0" h="389461" w="299815">
                  <a:moveTo>
                    <a:pt x="30878" y="389462"/>
                  </a:moveTo>
                  <a:lnTo>
                    <a:pt x="75701" y="389462"/>
                  </a:lnTo>
                  <a:lnTo>
                    <a:pt x="75701" y="209174"/>
                  </a:lnTo>
                  <a:lnTo>
                    <a:pt x="105583" y="209174"/>
                  </a:lnTo>
                  <a:lnTo>
                    <a:pt x="105583" y="389462"/>
                  </a:lnTo>
                  <a:lnTo>
                    <a:pt x="150406" y="389462"/>
                  </a:lnTo>
                  <a:lnTo>
                    <a:pt x="150406" y="59764"/>
                  </a:lnTo>
                  <a:lnTo>
                    <a:pt x="299816" y="59764"/>
                  </a:lnTo>
                  <a:lnTo>
                    <a:pt x="299816" y="0"/>
                  </a:lnTo>
                  <a:lnTo>
                    <a:pt x="105583" y="0"/>
                  </a:lnTo>
                  <a:lnTo>
                    <a:pt x="105583" y="119528"/>
                  </a:lnTo>
                  <a:lnTo>
                    <a:pt x="75701" y="119528"/>
                  </a:lnTo>
                  <a:lnTo>
                    <a:pt x="75701" y="0"/>
                  </a:lnTo>
                  <a:lnTo>
                    <a:pt x="60760" y="0"/>
                  </a:lnTo>
                  <a:cubicBezTo>
                    <a:pt x="27800" y="0"/>
                    <a:pt x="0" y="26804"/>
                    <a:pt x="0" y="59764"/>
                  </a:cubicBezTo>
                  <a:lnTo>
                    <a:pt x="0" y="209174"/>
                  </a:lnTo>
                  <a:lnTo>
                    <a:pt x="30878"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29"/>
            <p:cNvSpPr/>
            <p:nvPr/>
          </p:nvSpPr>
          <p:spPr>
            <a:xfrm>
              <a:off x="4132337" y="3430585"/>
              <a:ext cx="56700" cy="57331"/>
            </a:xfrm>
            <a:custGeom>
              <a:rect b="b" l="l" r="r" t="t"/>
              <a:pathLst>
                <a:path extrusionOk="0" h="90642" w="89645">
                  <a:moveTo>
                    <a:pt x="0" y="44823"/>
                  </a:moveTo>
                  <a:cubicBezTo>
                    <a:pt x="0" y="69538"/>
                    <a:pt x="20108" y="90642"/>
                    <a:pt x="44823" y="90642"/>
                  </a:cubicBezTo>
                  <a:cubicBezTo>
                    <a:pt x="69538" y="90642"/>
                    <a:pt x="89646" y="69538"/>
                    <a:pt x="89646" y="44823"/>
                  </a:cubicBezTo>
                  <a:cubicBezTo>
                    <a:pt x="89646" y="20108"/>
                    <a:pt x="69538" y="0"/>
                    <a:pt x="44823" y="0"/>
                  </a:cubicBez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29"/>
            <p:cNvSpPr/>
            <p:nvPr/>
          </p:nvSpPr>
          <p:spPr>
            <a:xfrm>
              <a:off x="4226876" y="3658108"/>
              <a:ext cx="28350" cy="95132"/>
            </a:xfrm>
            <a:custGeom>
              <a:rect b="b" l="l" r="r" t="t"/>
              <a:pathLst>
                <a:path extrusionOk="0" h="150406" w="44822">
                  <a:moveTo>
                    <a:pt x="0" y="0"/>
                  </a:moveTo>
                  <a:lnTo>
                    <a:pt x="44823" y="0"/>
                  </a:lnTo>
                  <a:lnTo>
                    <a:pt x="44823"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9"/>
            <p:cNvSpPr/>
            <p:nvPr/>
          </p:nvSpPr>
          <p:spPr>
            <a:xfrm>
              <a:off x="4274145" y="3639200"/>
              <a:ext cx="28350" cy="114032"/>
            </a:xfrm>
            <a:custGeom>
              <a:rect b="b" l="l" r="r" t="t"/>
              <a:pathLst>
                <a:path extrusionOk="0" h="180288" w="44822">
                  <a:moveTo>
                    <a:pt x="0" y="0"/>
                  </a:moveTo>
                  <a:lnTo>
                    <a:pt x="44823" y="0"/>
                  </a:lnTo>
                  <a:lnTo>
                    <a:pt x="44823"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29"/>
            <p:cNvSpPr/>
            <p:nvPr/>
          </p:nvSpPr>
          <p:spPr>
            <a:xfrm>
              <a:off x="4321414" y="3582478"/>
              <a:ext cx="28350" cy="170733"/>
            </a:xfrm>
            <a:custGeom>
              <a:rect b="b" l="l" r="r" t="t"/>
              <a:pathLst>
                <a:path extrusionOk="0" h="269933" w="44822">
                  <a:moveTo>
                    <a:pt x="0" y="0"/>
                  </a:moveTo>
                  <a:lnTo>
                    <a:pt x="44823" y="0"/>
                  </a:lnTo>
                  <a:lnTo>
                    <a:pt x="44823" y="269934"/>
                  </a:lnTo>
                  <a:lnTo>
                    <a:pt x="0" y="2699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706" name="Google Shape;706;p29"/>
          <p:cNvCxnSpPr>
            <a:stCxn id="694" idx="3"/>
            <a:endCxn id="683" idx="2"/>
          </p:cNvCxnSpPr>
          <p:nvPr/>
        </p:nvCxnSpPr>
        <p:spPr>
          <a:xfrm flipH="1" rot="10800000">
            <a:off x="2670787" y="1459575"/>
            <a:ext cx="1182000" cy="432900"/>
          </a:xfrm>
          <a:prstGeom prst="bentConnector3">
            <a:avLst>
              <a:gd fmla="val 13493" name="adj1"/>
            </a:avLst>
          </a:prstGeom>
          <a:noFill/>
          <a:ln cap="flat" cmpd="sng" w="9525">
            <a:solidFill>
              <a:schemeClr val="dk1"/>
            </a:solidFill>
            <a:prstDash val="solid"/>
            <a:round/>
            <a:headEnd len="med" w="med" type="none"/>
            <a:tailEnd len="med" w="med" type="oval"/>
          </a:ln>
        </p:spPr>
      </p:cxnSp>
      <p:cxnSp>
        <p:nvCxnSpPr>
          <p:cNvPr id="707" name="Google Shape;707;p29"/>
          <p:cNvCxnSpPr>
            <a:stCxn id="695" idx="3"/>
            <a:endCxn id="678" idx="2"/>
          </p:cNvCxnSpPr>
          <p:nvPr/>
        </p:nvCxnSpPr>
        <p:spPr>
          <a:xfrm flipH="1" rot="10800000">
            <a:off x="2670787" y="2571725"/>
            <a:ext cx="395100" cy="355800"/>
          </a:xfrm>
          <a:prstGeom prst="bentConnector3">
            <a:avLst>
              <a:gd fmla="val 37614" name="adj1"/>
            </a:avLst>
          </a:prstGeom>
          <a:noFill/>
          <a:ln cap="flat" cmpd="sng" w="9525">
            <a:solidFill>
              <a:schemeClr val="dk1"/>
            </a:solidFill>
            <a:prstDash val="solid"/>
            <a:round/>
            <a:headEnd len="med" w="med" type="none"/>
            <a:tailEnd len="med" w="med" type="oval"/>
          </a:ln>
        </p:spPr>
      </p:cxnSp>
      <p:cxnSp>
        <p:nvCxnSpPr>
          <p:cNvPr id="708" name="Google Shape;708;p29"/>
          <p:cNvCxnSpPr>
            <a:stCxn id="697" idx="1"/>
            <a:endCxn id="682" idx="6"/>
          </p:cNvCxnSpPr>
          <p:nvPr/>
        </p:nvCxnSpPr>
        <p:spPr>
          <a:xfrm rot="10800000">
            <a:off x="5578013" y="1675875"/>
            <a:ext cx="895200" cy="216600"/>
          </a:xfrm>
          <a:prstGeom prst="bentConnector3">
            <a:avLst>
              <a:gd fmla="val 18425" name="adj1"/>
            </a:avLst>
          </a:prstGeom>
          <a:noFill/>
          <a:ln cap="flat" cmpd="sng" w="9525">
            <a:solidFill>
              <a:schemeClr val="dk1"/>
            </a:solidFill>
            <a:prstDash val="solid"/>
            <a:round/>
            <a:headEnd len="med" w="med" type="none"/>
            <a:tailEnd len="med" w="med" type="oval"/>
          </a:ln>
        </p:spPr>
      </p:cxnSp>
      <p:cxnSp>
        <p:nvCxnSpPr>
          <p:cNvPr id="709" name="Google Shape;709;p29"/>
          <p:cNvCxnSpPr>
            <a:stCxn id="698" idx="1"/>
            <a:endCxn id="681" idx="6"/>
          </p:cNvCxnSpPr>
          <p:nvPr/>
        </p:nvCxnSpPr>
        <p:spPr>
          <a:xfrm flipH="1">
            <a:off x="5973113" y="2927525"/>
            <a:ext cx="500100" cy="534600"/>
          </a:xfrm>
          <a:prstGeom prst="bentConnector3">
            <a:avLst>
              <a:gd fmla="val 32981" name="adj1"/>
            </a:avLst>
          </a:prstGeom>
          <a:noFill/>
          <a:ln cap="flat" cmpd="sng" w="9525">
            <a:solidFill>
              <a:schemeClr val="dk1"/>
            </a:solidFill>
            <a:prstDash val="solid"/>
            <a:round/>
            <a:headEnd len="med" w="med" type="none"/>
            <a:tailEnd len="med" w="med" type="oval"/>
          </a:ln>
        </p:spPr>
      </p:cxnSp>
      <p:cxnSp>
        <p:nvCxnSpPr>
          <p:cNvPr id="710" name="Google Shape;710;p29"/>
          <p:cNvCxnSpPr>
            <a:stCxn id="696" idx="1"/>
            <a:endCxn id="680" idx="6"/>
          </p:cNvCxnSpPr>
          <p:nvPr/>
        </p:nvCxnSpPr>
        <p:spPr>
          <a:xfrm flipH="1">
            <a:off x="5094113" y="3962575"/>
            <a:ext cx="1379100" cy="347400"/>
          </a:xfrm>
          <a:prstGeom prst="bentConnector3">
            <a:avLst>
              <a:gd fmla="val 1196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 name="Shape 714"/>
        <p:cNvGrpSpPr/>
        <p:nvPr/>
      </p:nvGrpSpPr>
      <p:grpSpPr>
        <a:xfrm>
          <a:off x="0" y="0"/>
          <a:ext cx="0" cy="0"/>
          <a:chOff x="0" y="0"/>
          <a:chExt cx="0" cy="0"/>
        </a:xfrm>
      </p:grpSpPr>
      <p:grpSp>
        <p:nvGrpSpPr>
          <p:cNvPr id="715" name="Google Shape;715;p30"/>
          <p:cNvGrpSpPr/>
          <p:nvPr/>
        </p:nvGrpSpPr>
        <p:grpSpPr>
          <a:xfrm>
            <a:off x="3503527" y="1214736"/>
            <a:ext cx="2154262" cy="2156251"/>
            <a:chOff x="4707119" y="2418796"/>
            <a:chExt cx="2154262" cy="2156251"/>
          </a:xfrm>
        </p:grpSpPr>
        <p:sp>
          <p:nvSpPr>
            <p:cNvPr id="716" name="Google Shape;716;p30"/>
            <p:cNvSpPr/>
            <p:nvPr/>
          </p:nvSpPr>
          <p:spPr>
            <a:xfrm>
              <a:off x="5784311" y="3725091"/>
              <a:ext cx="963655" cy="849956"/>
            </a:xfrm>
            <a:custGeom>
              <a:rect b="b" l="l" r="r" t="t"/>
              <a:pathLst>
                <a:path extrusionOk="0" h="849956" w="963655">
                  <a:moveTo>
                    <a:pt x="-56" y="849847"/>
                  </a:moveTo>
                  <a:cubicBezTo>
                    <a:pt x="65351" y="776191"/>
                    <a:pt x="119201" y="693017"/>
                    <a:pt x="159652" y="603171"/>
                  </a:cubicBezTo>
                  <a:cubicBezTo>
                    <a:pt x="95041" y="540295"/>
                    <a:pt x="41098" y="467298"/>
                    <a:pt x="-56" y="387052"/>
                  </a:cubicBezTo>
                  <a:cubicBezTo>
                    <a:pt x="233031" y="387019"/>
                    <a:pt x="446059" y="255051"/>
                    <a:pt x="550085" y="46246"/>
                  </a:cubicBezTo>
                  <a:cubicBezTo>
                    <a:pt x="640185" y="45563"/>
                    <a:pt x="729546" y="29898"/>
                    <a:pt x="814516" y="-110"/>
                  </a:cubicBezTo>
                  <a:cubicBezTo>
                    <a:pt x="876956" y="76127"/>
                    <a:pt x="927245" y="161571"/>
                    <a:pt x="963599" y="253193"/>
                  </a:cubicBezTo>
                  <a:cubicBezTo>
                    <a:pt x="781236" y="618769"/>
                    <a:pt x="408139" y="849775"/>
                    <a:pt x="-56" y="84984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30"/>
            <p:cNvSpPr/>
            <p:nvPr/>
          </p:nvSpPr>
          <p:spPr>
            <a:xfrm>
              <a:off x="6196837" y="2697623"/>
              <a:ext cx="664544" cy="1089720"/>
            </a:xfrm>
            <a:custGeom>
              <a:rect b="b" l="l" r="r" t="t"/>
              <a:pathLst>
                <a:path extrusionOk="0" h="1089720" w="664544">
                  <a:moveTo>
                    <a:pt x="624624" y="1089610"/>
                  </a:moveTo>
                  <a:cubicBezTo>
                    <a:pt x="571540" y="1006589"/>
                    <a:pt x="505963" y="932275"/>
                    <a:pt x="430213" y="869297"/>
                  </a:cubicBezTo>
                  <a:cubicBezTo>
                    <a:pt x="352468" y="914913"/>
                    <a:pt x="267696" y="947290"/>
                    <a:pt x="179356" y="965106"/>
                  </a:cubicBezTo>
                  <a:cubicBezTo>
                    <a:pt x="183686" y="951604"/>
                    <a:pt x="186058" y="937588"/>
                    <a:pt x="189570" y="923863"/>
                  </a:cubicBezTo>
                  <a:cubicBezTo>
                    <a:pt x="191709" y="909836"/>
                    <a:pt x="195149" y="896044"/>
                    <a:pt x="196445" y="881862"/>
                  </a:cubicBezTo>
                  <a:cubicBezTo>
                    <a:pt x="200246" y="853600"/>
                    <a:pt x="202133" y="825113"/>
                    <a:pt x="202093" y="796596"/>
                  </a:cubicBezTo>
                  <a:cubicBezTo>
                    <a:pt x="201445" y="623629"/>
                    <a:pt x="128066" y="458931"/>
                    <a:pt x="-56" y="342877"/>
                  </a:cubicBezTo>
                  <a:cubicBezTo>
                    <a:pt x="23426" y="255736"/>
                    <a:pt x="32431" y="165323"/>
                    <a:pt x="26598" y="75257"/>
                  </a:cubicBezTo>
                  <a:cubicBezTo>
                    <a:pt x="116776" y="35780"/>
                    <a:pt x="212462" y="10363"/>
                    <a:pt x="310329" y="-110"/>
                  </a:cubicBezTo>
                  <a:cubicBezTo>
                    <a:pt x="612911" y="274163"/>
                    <a:pt x="734604" y="696098"/>
                    <a:pt x="624624" y="10896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30"/>
            <p:cNvSpPr/>
            <p:nvPr/>
          </p:nvSpPr>
          <p:spPr>
            <a:xfrm>
              <a:off x="5197039" y="2418796"/>
              <a:ext cx="1146634" cy="557317"/>
            </a:xfrm>
            <a:custGeom>
              <a:rect b="b" l="l" r="r" t="t"/>
              <a:pathLst>
                <a:path extrusionOk="0" h="557317" w="1146634">
                  <a:moveTo>
                    <a:pt x="1146578" y="156421"/>
                  </a:moveTo>
                  <a:cubicBezTo>
                    <a:pt x="1052355" y="185107"/>
                    <a:pt x="963115" y="228165"/>
                    <a:pt x="882002" y="284078"/>
                  </a:cubicBezTo>
                  <a:cubicBezTo>
                    <a:pt x="904780" y="371351"/>
                    <a:pt x="912961" y="461798"/>
                    <a:pt x="906213" y="551747"/>
                  </a:cubicBezTo>
                  <a:cubicBezTo>
                    <a:pt x="707052" y="431060"/>
                    <a:pt x="456915" y="433173"/>
                    <a:pt x="259816" y="557207"/>
                  </a:cubicBezTo>
                  <a:cubicBezTo>
                    <a:pt x="182287" y="511159"/>
                    <a:pt x="97709" y="478208"/>
                    <a:pt x="9480" y="459679"/>
                  </a:cubicBezTo>
                  <a:cubicBezTo>
                    <a:pt x="-4338" y="362129"/>
                    <a:pt x="-3133" y="263034"/>
                    <a:pt x="13056" y="165850"/>
                  </a:cubicBezTo>
                  <a:cubicBezTo>
                    <a:pt x="225465" y="31845"/>
                    <a:pt x="477982" y="-23628"/>
                    <a:pt x="726926" y="9026"/>
                  </a:cubicBezTo>
                  <a:cubicBezTo>
                    <a:pt x="751641" y="11739"/>
                    <a:pt x="776075" y="16644"/>
                    <a:pt x="800566" y="21008"/>
                  </a:cubicBezTo>
                  <a:cubicBezTo>
                    <a:pt x="812763" y="23463"/>
                    <a:pt x="824863" y="26434"/>
                    <a:pt x="837000" y="29193"/>
                  </a:cubicBezTo>
                  <a:cubicBezTo>
                    <a:pt x="849159" y="31890"/>
                    <a:pt x="861233" y="34906"/>
                    <a:pt x="873178" y="38457"/>
                  </a:cubicBezTo>
                  <a:cubicBezTo>
                    <a:pt x="921230" y="51623"/>
                    <a:pt x="968300" y="68154"/>
                    <a:pt x="1014037" y="87927"/>
                  </a:cubicBezTo>
                  <a:cubicBezTo>
                    <a:pt x="1059668" y="107828"/>
                    <a:pt x="1103944" y="130709"/>
                    <a:pt x="1146578" y="1564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30"/>
            <p:cNvSpPr/>
            <p:nvPr/>
          </p:nvSpPr>
          <p:spPr>
            <a:xfrm>
              <a:off x="4707119" y="2709630"/>
              <a:ext cx="657401" cy="1177650"/>
            </a:xfrm>
            <a:custGeom>
              <a:rect b="b" l="l" r="r" t="t"/>
              <a:pathLst>
                <a:path extrusionOk="0" h="1177650" w="657401">
                  <a:moveTo>
                    <a:pt x="341454" y="-110"/>
                  </a:moveTo>
                  <a:cubicBezTo>
                    <a:pt x="343851" y="98373"/>
                    <a:pt x="361273" y="195910"/>
                    <a:pt x="393116" y="289122"/>
                  </a:cubicBezTo>
                  <a:cubicBezTo>
                    <a:pt x="483260" y="290765"/>
                    <a:pt x="572524" y="307210"/>
                    <a:pt x="657345" y="337801"/>
                  </a:cubicBezTo>
                  <a:cubicBezTo>
                    <a:pt x="573754" y="415730"/>
                    <a:pt x="513641" y="515542"/>
                    <a:pt x="483819" y="625924"/>
                  </a:cubicBezTo>
                  <a:cubicBezTo>
                    <a:pt x="454107" y="736415"/>
                    <a:pt x="455487" y="852979"/>
                    <a:pt x="487807" y="962735"/>
                  </a:cubicBezTo>
                  <a:cubicBezTo>
                    <a:pt x="422450" y="1024880"/>
                    <a:pt x="367871" y="1097472"/>
                    <a:pt x="326303" y="1177541"/>
                  </a:cubicBezTo>
                  <a:cubicBezTo>
                    <a:pt x="228702" y="1164568"/>
                    <a:pt x="133692" y="1136567"/>
                    <a:pt x="44639" y="1094531"/>
                  </a:cubicBezTo>
                  <a:cubicBezTo>
                    <a:pt x="-71715" y="702828"/>
                    <a:pt x="43223" y="278942"/>
                    <a:pt x="341454" y="-1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0" name="Google Shape;720;p30"/>
          <p:cNvGrpSpPr/>
          <p:nvPr/>
        </p:nvGrpSpPr>
        <p:grpSpPr>
          <a:xfrm>
            <a:off x="1857108" y="2908196"/>
            <a:ext cx="1361803" cy="462791"/>
            <a:chOff x="1857108" y="2908196"/>
            <a:chExt cx="1361803" cy="462791"/>
          </a:xfrm>
        </p:grpSpPr>
        <p:sp>
          <p:nvSpPr>
            <p:cNvPr id="721" name="Google Shape;721;p30"/>
            <p:cNvSpPr/>
            <p:nvPr/>
          </p:nvSpPr>
          <p:spPr>
            <a:xfrm>
              <a:off x="1857108" y="2908196"/>
              <a:ext cx="1361803" cy="462791"/>
            </a:xfrm>
            <a:custGeom>
              <a:rect b="b" l="l" r="r" t="t"/>
              <a:pathLst>
                <a:path extrusionOk="0" h="462791" w="1361803">
                  <a:moveTo>
                    <a:pt x="0" y="462791"/>
                  </a:moveTo>
                  <a:lnTo>
                    <a:pt x="199293" y="231391"/>
                  </a:lnTo>
                  <a:lnTo>
                    <a:pt x="0" y="0"/>
                  </a:lnTo>
                  <a:lnTo>
                    <a:pt x="1162520" y="0"/>
                  </a:lnTo>
                  <a:lnTo>
                    <a:pt x="1361803" y="231391"/>
                  </a:lnTo>
                  <a:lnTo>
                    <a:pt x="1162520" y="462791"/>
                  </a:lnTo>
                  <a:lnTo>
                    <a:pt x="0" y="4627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30"/>
            <p:cNvSpPr/>
            <p:nvPr/>
          </p:nvSpPr>
          <p:spPr>
            <a:xfrm>
              <a:off x="2475083" y="29082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3" name="Google Shape;723;p30"/>
          <p:cNvGrpSpPr/>
          <p:nvPr/>
        </p:nvGrpSpPr>
        <p:grpSpPr>
          <a:xfrm>
            <a:off x="3218911" y="2908196"/>
            <a:ext cx="1361812" cy="462791"/>
            <a:chOff x="3218911" y="2908196"/>
            <a:chExt cx="1361812" cy="462791"/>
          </a:xfrm>
        </p:grpSpPr>
        <p:sp>
          <p:nvSpPr>
            <p:cNvPr id="724" name="Google Shape;724;p30"/>
            <p:cNvSpPr/>
            <p:nvPr/>
          </p:nvSpPr>
          <p:spPr>
            <a:xfrm>
              <a:off x="3218911" y="2908196"/>
              <a:ext cx="1361812" cy="462791"/>
            </a:xfrm>
            <a:custGeom>
              <a:rect b="b" l="l" r="r" t="t"/>
              <a:pathLst>
                <a:path extrusionOk="0" h="462791" w="1361812">
                  <a:moveTo>
                    <a:pt x="0" y="462791"/>
                  </a:moveTo>
                  <a:lnTo>
                    <a:pt x="199293" y="231391"/>
                  </a:lnTo>
                  <a:lnTo>
                    <a:pt x="0" y="0"/>
                  </a:lnTo>
                  <a:lnTo>
                    <a:pt x="1162520" y="0"/>
                  </a:lnTo>
                  <a:lnTo>
                    <a:pt x="1361813" y="231391"/>
                  </a:lnTo>
                  <a:lnTo>
                    <a:pt x="1162520" y="462791"/>
                  </a:lnTo>
                  <a:lnTo>
                    <a:pt x="0" y="46279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30"/>
            <p:cNvSpPr/>
            <p:nvPr/>
          </p:nvSpPr>
          <p:spPr>
            <a:xfrm>
              <a:off x="3819008" y="32701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6" name="Google Shape;726;p30"/>
          <p:cNvGrpSpPr/>
          <p:nvPr/>
        </p:nvGrpSpPr>
        <p:grpSpPr>
          <a:xfrm>
            <a:off x="5203460" y="2908212"/>
            <a:ext cx="1361864" cy="462758"/>
            <a:chOff x="5203460" y="2908212"/>
            <a:chExt cx="1361864" cy="462758"/>
          </a:xfrm>
        </p:grpSpPr>
        <p:sp>
          <p:nvSpPr>
            <p:cNvPr id="727" name="Google Shape;727;p30"/>
            <p:cNvSpPr/>
            <p:nvPr/>
          </p:nvSpPr>
          <p:spPr>
            <a:xfrm>
              <a:off x="5203460" y="2908212"/>
              <a:ext cx="1361864" cy="462758"/>
            </a:xfrm>
            <a:custGeom>
              <a:rect b="b" l="l" r="r" t="t"/>
              <a:pathLst>
                <a:path extrusionOk="0" h="462758" w="1361864">
                  <a:moveTo>
                    <a:pt x="1361808" y="231216"/>
                  </a:moveTo>
                  <a:lnTo>
                    <a:pt x="1162516" y="462649"/>
                  </a:lnTo>
                  <a:lnTo>
                    <a:pt x="-56" y="462649"/>
                  </a:lnTo>
                  <a:lnTo>
                    <a:pt x="172565" y="262188"/>
                  </a:lnTo>
                  <a:cubicBezTo>
                    <a:pt x="256958" y="185700"/>
                    <a:pt x="329803" y="97344"/>
                    <a:pt x="388820" y="-110"/>
                  </a:cubicBezTo>
                  <a:lnTo>
                    <a:pt x="1162516" y="-1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30"/>
            <p:cNvSpPr/>
            <p:nvPr/>
          </p:nvSpPr>
          <p:spPr>
            <a:xfrm>
              <a:off x="5870158" y="29082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9" name="Google Shape;729;p30"/>
          <p:cNvGrpSpPr/>
          <p:nvPr/>
        </p:nvGrpSpPr>
        <p:grpSpPr>
          <a:xfrm>
            <a:off x="6565314" y="2908196"/>
            <a:ext cx="1361803" cy="462791"/>
            <a:chOff x="6565314" y="2908196"/>
            <a:chExt cx="1361803" cy="462791"/>
          </a:xfrm>
        </p:grpSpPr>
        <p:sp>
          <p:nvSpPr>
            <p:cNvPr id="730" name="Google Shape;730;p30"/>
            <p:cNvSpPr/>
            <p:nvPr/>
          </p:nvSpPr>
          <p:spPr>
            <a:xfrm>
              <a:off x="6565314" y="2908196"/>
              <a:ext cx="1361803" cy="462791"/>
            </a:xfrm>
            <a:custGeom>
              <a:rect b="b" l="l" r="r" t="t"/>
              <a:pathLst>
                <a:path extrusionOk="0" h="462791" w="1361803">
                  <a:moveTo>
                    <a:pt x="0" y="462791"/>
                  </a:moveTo>
                  <a:lnTo>
                    <a:pt x="199293" y="231391"/>
                  </a:lnTo>
                  <a:lnTo>
                    <a:pt x="0" y="0"/>
                  </a:lnTo>
                  <a:lnTo>
                    <a:pt x="1162520" y="0"/>
                  </a:lnTo>
                  <a:lnTo>
                    <a:pt x="1361803" y="231391"/>
                  </a:lnTo>
                  <a:lnTo>
                    <a:pt x="1162520" y="462791"/>
                  </a:lnTo>
                  <a:lnTo>
                    <a:pt x="0" y="4627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30"/>
            <p:cNvSpPr/>
            <p:nvPr/>
          </p:nvSpPr>
          <p:spPr>
            <a:xfrm>
              <a:off x="7156583" y="32701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732" name="Google Shape;732;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733" name="Google Shape;733;p30"/>
          <p:cNvGrpSpPr/>
          <p:nvPr/>
        </p:nvGrpSpPr>
        <p:grpSpPr>
          <a:xfrm>
            <a:off x="2402783" y="2997182"/>
            <a:ext cx="270465" cy="270455"/>
            <a:chOff x="2446666" y="4161405"/>
            <a:chExt cx="322673" cy="322662"/>
          </a:xfrm>
        </p:grpSpPr>
        <p:sp>
          <p:nvSpPr>
            <p:cNvPr id="734" name="Google Shape;734;p30"/>
            <p:cNvSpPr/>
            <p:nvPr/>
          </p:nvSpPr>
          <p:spPr>
            <a:xfrm>
              <a:off x="2475657"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30"/>
            <p:cNvSpPr/>
            <p:nvPr/>
          </p:nvSpPr>
          <p:spPr>
            <a:xfrm>
              <a:off x="2446666" y="4407835"/>
              <a:ext cx="47881" cy="76231"/>
            </a:xfrm>
            <a:custGeom>
              <a:rect b="b" l="l" r="r" t="t"/>
              <a:pathLst>
                <a:path extrusionOk="0" h="120524" w="75701">
                  <a:moveTo>
                    <a:pt x="75701" y="0"/>
                  </a:moveTo>
                  <a:lnTo>
                    <a:pt x="60760" y="0"/>
                  </a:lnTo>
                  <a:cubicBezTo>
                    <a:pt x="27754" y="0"/>
                    <a:pt x="0" y="26758"/>
                    <a:pt x="0" y="59764"/>
                  </a:cubicBezTo>
                  <a:lnTo>
                    <a:pt x="0" y="120524"/>
                  </a:lnTo>
                  <a:lnTo>
                    <a:pt x="75701"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30"/>
            <p:cNvSpPr/>
            <p:nvPr/>
          </p:nvSpPr>
          <p:spPr>
            <a:xfrm>
              <a:off x="2513473" y="4407835"/>
              <a:ext cx="47250" cy="76231"/>
            </a:xfrm>
            <a:custGeom>
              <a:rect b="b" l="l" r="r" t="t"/>
              <a:pathLst>
                <a:path extrusionOk="0" h="120524" w="74704">
                  <a:moveTo>
                    <a:pt x="14941" y="0"/>
                  </a:moveTo>
                  <a:lnTo>
                    <a:pt x="0" y="0"/>
                  </a:lnTo>
                  <a:lnTo>
                    <a:pt x="0" y="120524"/>
                  </a:lnTo>
                  <a:lnTo>
                    <a:pt x="74705" y="120524"/>
                  </a:lnTo>
                  <a:lnTo>
                    <a:pt x="74705" y="59764"/>
                  </a:lnTo>
                  <a:cubicBezTo>
                    <a:pt x="74705"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30"/>
            <p:cNvSpPr/>
            <p:nvPr/>
          </p:nvSpPr>
          <p:spPr>
            <a:xfrm>
              <a:off x="2683642"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30"/>
            <p:cNvSpPr/>
            <p:nvPr/>
          </p:nvSpPr>
          <p:spPr>
            <a:xfrm>
              <a:off x="2655281" y="4407835"/>
              <a:ext cx="47250" cy="76231"/>
            </a:xfrm>
            <a:custGeom>
              <a:rect b="b" l="l" r="r" t="t"/>
              <a:pathLst>
                <a:path extrusionOk="0" h="120524" w="74704">
                  <a:moveTo>
                    <a:pt x="74705" y="0"/>
                  </a:moveTo>
                  <a:lnTo>
                    <a:pt x="59764" y="0"/>
                  </a:lnTo>
                  <a:cubicBezTo>
                    <a:pt x="26758" y="0"/>
                    <a:pt x="0" y="26758"/>
                    <a:pt x="0" y="59764"/>
                  </a:cubicBezTo>
                  <a:lnTo>
                    <a:pt x="0" y="120524"/>
                  </a:lnTo>
                  <a:lnTo>
                    <a:pt x="74705"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30"/>
            <p:cNvSpPr/>
            <p:nvPr/>
          </p:nvSpPr>
          <p:spPr>
            <a:xfrm>
              <a:off x="2721458" y="4407835"/>
              <a:ext cx="47881" cy="76231"/>
            </a:xfrm>
            <a:custGeom>
              <a:rect b="b" l="l" r="r" t="t"/>
              <a:pathLst>
                <a:path extrusionOk="0" h="120524" w="75701">
                  <a:moveTo>
                    <a:pt x="14941" y="0"/>
                  </a:moveTo>
                  <a:lnTo>
                    <a:pt x="0" y="0"/>
                  </a:lnTo>
                  <a:lnTo>
                    <a:pt x="0" y="120524"/>
                  </a:lnTo>
                  <a:lnTo>
                    <a:pt x="75701" y="120524"/>
                  </a:lnTo>
                  <a:lnTo>
                    <a:pt x="75701" y="59764"/>
                  </a:lnTo>
                  <a:cubicBezTo>
                    <a:pt x="75701"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30"/>
            <p:cNvSpPr/>
            <p:nvPr/>
          </p:nvSpPr>
          <p:spPr>
            <a:xfrm>
              <a:off x="2579650" y="4161405"/>
              <a:ext cx="56700" cy="57331"/>
            </a:xfrm>
            <a:custGeom>
              <a:rect b="b" l="l" r="r" t="t"/>
              <a:pathLst>
                <a:path extrusionOk="0" h="90642" w="89645">
                  <a:moveTo>
                    <a:pt x="0" y="44823"/>
                  </a:moveTo>
                  <a:cubicBezTo>
                    <a:pt x="0" y="69577"/>
                    <a:pt x="20069" y="90642"/>
                    <a:pt x="44823" y="90642"/>
                  </a:cubicBezTo>
                  <a:cubicBezTo>
                    <a:pt x="69577" y="90642"/>
                    <a:pt x="89646" y="69577"/>
                    <a:pt x="89646" y="44823"/>
                  </a:cubicBezTo>
                  <a:cubicBezTo>
                    <a:pt x="89646" y="20069"/>
                    <a:pt x="69577" y="0"/>
                    <a:pt x="44823" y="0"/>
                  </a:cubicBezTo>
                  <a:cubicBezTo>
                    <a:pt x="20069" y="0"/>
                    <a:pt x="0" y="20069"/>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30"/>
            <p:cNvSpPr/>
            <p:nvPr/>
          </p:nvSpPr>
          <p:spPr>
            <a:xfrm>
              <a:off x="2551288" y="4237666"/>
              <a:ext cx="47250" cy="75601"/>
            </a:xfrm>
            <a:custGeom>
              <a:rect b="b" l="l" r="r" t="t"/>
              <a:pathLst>
                <a:path extrusionOk="0" h="119527" w="74704">
                  <a:moveTo>
                    <a:pt x="74705" y="0"/>
                  </a:moveTo>
                  <a:lnTo>
                    <a:pt x="59764" y="0"/>
                  </a:lnTo>
                  <a:cubicBezTo>
                    <a:pt x="26758" y="0"/>
                    <a:pt x="0" y="26758"/>
                    <a:pt x="0" y="59764"/>
                  </a:cubicBez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30"/>
            <p:cNvSpPr/>
            <p:nvPr/>
          </p:nvSpPr>
          <p:spPr>
            <a:xfrm>
              <a:off x="2617465" y="4237666"/>
              <a:ext cx="47250" cy="75601"/>
            </a:xfrm>
            <a:custGeom>
              <a:rect b="b" l="l" r="r" t="t"/>
              <a:pathLst>
                <a:path extrusionOk="0" h="119527" w="74704">
                  <a:moveTo>
                    <a:pt x="74705" y="59764"/>
                  </a:moveTo>
                  <a:cubicBezTo>
                    <a:pt x="74705" y="26758"/>
                    <a:pt x="47947" y="0"/>
                    <a:pt x="14941" y="0"/>
                  </a:cubicBezTo>
                  <a:lnTo>
                    <a:pt x="0" y="0"/>
                  </a:ln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30"/>
            <p:cNvSpPr/>
            <p:nvPr/>
          </p:nvSpPr>
          <p:spPr>
            <a:xfrm>
              <a:off x="2579650" y="4332204"/>
              <a:ext cx="56700" cy="132302"/>
            </a:xfrm>
            <a:custGeom>
              <a:rect b="b" l="l" r="r" t="t"/>
              <a:pathLst>
                <a:path extrusionOk="0" h="209173" w="89645">
                  <a:moveTo>
                    <a:pt x="89646" y="179292"/>
                  </a:moveTo>
                  <a:lnTo>
                    <a:pt x="59764" y="179292"/>
                  </a:lnTo>
                  <a:lnTo>
                    <a:pt x="59764" y="0"/>
                  </a:lnTo>
                  <a:lnTo>
                    <a:pt x="29882" y="0"/>
                  </a:lnTo>
                  <a:lnTo>
                    <a:pt x="29882" y="179292"/>
                  </a:lnTo>
                  <a:lnTo>
                    <a:pt x="0" y="179292"/>
                  </a:lnTo>
                  <a:lnTo>
                    <a:pt x="0" y="209174"/>
                  </a:lnTo>
                  <a:lnTo>
                    <a:pt x="89646"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4" name="Google Shape;744;p30"/>
          <p:cNvGrpSpPr/>
          <p:nvPr/>
        </p:nvGrpSpPr>
        <p:grpSpPr>
          <a:xfrm>
            <a:off x="5798098" y="2989745"/>
            <a:ext cx="259236" cy="285374"/>
            <a:chOff x="3249734" y="1964351"/>
            <a:chExt cx="293021" cy="322566"/>
          </a:xfrm>
        </p:grpSpPr>
        <p:sp>
          <p:nvSpPr>
            <p:cNvPr id="745" name="Google Shape;745;p30"/>
            <p:cNvSpPr/>
            <p:nvPr/>
          </p:nvSpPr>
          <p:spPr>
            <a:xfrm>
              <a:off x="3249734" y="1964351"/>
              <a:ext cx="293021" cy="322566"/>
            </a:xfrm>
            <a:custGeom>
              <a:rect b="b" l="l" r="r" t="t"/>
              <a:pathLst>
                <a:path extrusionOk="0" h="509986" w="463274">
                  <a:moveTo>
                    <a:pt x="43850" y="161343"/>
                  </a:moveTo>
                  <a:cubicBezTo>
                    <a:pt x="20346" y="196774"/>
                    <a:pt x="6581" y="239204"/>
                    <a:pt x="6581" y="284875"/>
                  </a:cubicBezTo>
                  <a:cubicBezTo>
                    <a:pt x="6581" y="408652"/>
                    <a:pt x="107115" y="509986"/>
                    <a:pt x="231134" y="509986"/>
                  </a:cubicBezTo>
                  <a:cubicBezTo>
                    <a:pt x="355149" y="509986"/>
                    <a:pt x="455688" y="408652"/>
                    <a:pt x="455688" y="284875"/>
                  </a:cubicBezTo>
                  <a:cubicBezTo>
                    <a:pt x="455688" y="238959"/>
                    <a:pt x="441797" y="196303"/>
                    <a:pt x="418059" y="160764"/>
                  </a:cubicBezTo>
                  <a:lnTo>
                    <a:pt x="463274" y="115637"/>
                  </a:lnTo>
                  <a:lnTo>
                    <a:pt x="399768" y="52255"/>
                  </a:lnTo>
                  <a:lnTo>
                    <a:pt x="354323" y="97607"/>
                  </a:lnTo>
                  <a:cubicBezTo>
                    <a:pt x="330897" y="82226"/>
                    <a:pt x="304473" y="71020"/>
                    <a:pt x="276041" y="65258"/>
                  </a:cubicBezTo>
                  <a:lnTo>
                    <a:pt x="276041" y="29882"/>
                  </a:lnTo>
                  <a:lnTo>
                    <a:pt x="305981" y="29882"/>
                  </a:lnTo>
                  <a:lnTo>
                    <a:pt x="305981" y="0"/>
                  </a:lnTo>
                  <a:lnTo>
                    <a:pt x="156279" y="0"/>
                  </a:lnTo>
                  <a:lnTo>
                    <a:pt x="156279" y="29882"/>
                  </a:lnTo>
                  <a:lnTo>
                    <a:pt x="186220" y="29882"/>
                  </a:lnTo>
                  <a:lnTo>
                    <a:pt x="186220" y="65258"/>
                  </a:lnTo>
                  <a:cubicBezTo>
                    <a:pt x="157558" y="71067"/>
                    <a:pt x="130923" y="82386"/>
                    <a:pt x="107357" y="97961"/>
                  </a:cubicBezTo>
                  <a:lnTo>
                    <a:pt x="63522" y="54192"/>
                  </a:lnTo>
                  <a:lnTo>
                    <a:pt x="0" y="117590"/>
                  </a:lnTo>
                  <a:close/>
                  <a:moveTo>
                    <a:pt x="231134" y="120524"/>
                  </a:moveTo>
                  <a:cubicBezTo>
                    <a:pt x="321934" y="120524"/>
                    <a:pt x="395807" y="194252"/>
                    <a:pt x="395807" y="284875"/>
                  </a:cubicBezTo>
                  <a:cubicBezTo>
                    <a:pt x="395807" y="375498"/>
                    <a:pt x="321934" y="449226"/>
                    <a:pt x="231134" y="449226"/>
                  </a:cubicBezTo>
                  <a:cubicBezTo>
                    <a:pt x="140330" y="449226"/>
                    <a:pt x="66462" y="375498"/>
                    <a:pt x="66462" y="284875"/>
                  </a:cubicBezTo>
                  <a:cubicBezTo>
                    <a:pt x="66462" y="194252"/>
                    <a:pt x="140330" y="120524"/>
                    <a:pt x="231134" y="1205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30"/>
            <p:cNvSpPr/>
            <p:nvPr/>
          </p:nvSpPr>
          <p:spPr>
            <a:xfrm>
              <a:off x="3405455" y="2060475"/>
              <a:ext cx="75749" cy="136889"/>
            </a:xfrm>
            <a:custGeom>
              <a:rect b="b" l="l" r="r" t="t"/>
              <a:pathLst>
                <a:path extrusionOk="0" h="216426" w="119761">
                  <a:moveTo>
                    <a:pt x="29940" y="132959"/>
                  </a:moveTo>
                  <a:cubicBezTo>
                    <a:pt x="29940" y="139858"/>
                    <a:pt x="28241" y="146317"/>
                    <a:pt x="25438" y="152161"/>
                  </a:cubicBezTo>
                  <a:lnTo>
                    <a:pt x="89825" y="216427"/>
                  </a:lnTo>
                  <a:cubicBezTo>
                    <a:pt x="108265" y="193420"/>
                    <a:pt x="119762" y="164647"/>
                    <a:pt x="119762" y="132959"/>
                  </a:cubicBezTo>
                  <a:cubicBezTo>
                    <a:pt x="119762" y="63923"/>
                    <a:pt x="67179" y="7544"/>
                    <a:pt x="0" y="0"/>
                  </a:cubicBezTo>
                  <a:lnTo>
                    <a:pt x="0" y="90887"/>
                  </a:lnTo>
                  <a:cubicBezTo>
                    <a:pt x="17387" y="97078"/>
                    <a:pt x="29940" y="113505"/>
                    <a:pt x="29940" y="1329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30"/>
            <p:cNvSpPr/>
            <p:nvPr/>
          </p:nvSpPr>
          <p:spPr>
            <a:xfrm>
              <a:off x="3310732" y="2060475"/>
              <a:ext cx="138111" cy="169148"/>
            </a:xfrm>
            <a:custGeom>
              <a:rect b="b" l="l" r="r" t="t"/>
              <a:pathLst>
                <a:path extrusionOk="0" h="267428" w="218358">
                  <a:moveTo>
                    <a:pt x="134732" y="267428"/>
                  </a:moveTo>
                  <a:cubicBezTo>
                    <a:pt x="166481" y="267428"/>
                    <a:pt x="195307" y="255958"/>
                    <a:pt x="218359" y="237554"/>
                  </a:cubicBezTo>
                  <a:lnTo>
                    <a:pt x="153971" y="173288"/>
                  </a:lnTo>
                  <a:cubicBezTo>
                    <a:pt x="148116" y="176086"/>
                    <a:pt x="141644" y="177782"/>
                    <a:pt x="134732" y="177782"/>
                  </a:cubicBezTo>
                  <a:cubicBezTo>
                    <a:pt x="115240" y="177782"/>
                    <a:pt x="98776" y="165254"/>
                    <a:pt x="92578" y="147900"/>
                  </a:cubicBezTo>
                  <a:lnTo>
                    <a:pt x="29940" y="147900"/>
                  </a:lnTo>
                  <a:lnTo>
                    <a:pt x="29940" y="118018"/>
                  </a:lnTo>
                  <a:lnTo>
                    <a:pt x="92578" y="118018"/>
                  </a:lnTo>
                  <a:cubicBezTo>
                    <a:pt x="97100" y="105361"/>
                    <a:pt x="107076" y="95404"/>
                    <a:pt x="119762" y="90887"/>
                  </a:cubicBezTo>
                  <a:lnTo>
                    <a:pt x="119762" y="0"/>
                  </a:lnTo>
                  <a:cubicBezTo>
                    <a:pt x="52579" y="7544"/>
                    <a:pt x="0" y="63923"/>
                    <a:pt x="0" y="132959"/>
                  </a:cubicBezTo>
                  <a:cubicBezTo>
                    <a:pt x="0" y="207108"/>
                    <a:pt x="60435" y="267428"/>
                    <a:pt x="134732" y="2674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30"/>
            <p:cNvSpPr/>
            <p:nvPr/>
          </p:nvSpPr>
          <p:spPr>
            <a:xfrm>
              <a:off x="3386510" y="2135150"/>
              <a:ext cx="18937" cy="18900"/>
            </a:xfrm>
            <a:custGeom>
              <a:rect b="b" l="l" r="r" t="t"/>
              <a:pathLst>
                <a:path extrusionOk="0" h="29881" w="29940">
                  <a:moveTo>
                    <a:pt x="14970" y="29882"/>
                  </a:moveTo>
                  <a:cubicBezTo>
                    <a:pt x="23227" y="29882"/>
                    <a:pt x="29940" y="23186"/>
                    <a:pt x="29940" y="14941"/>
                  </a:cubicBezTo>
                  <a:cubicBezTo>
                    <a:pt x="29940" y="6696"/>
                    <a:pt x="23227" y="0"/>
                    <a:pt x="14970" y="0"/>
                  </a:cubicBezTo>
                  <a:cubicBezTo>
                    <a:pt x="6709" y="0"/>
                    <a:pt x="0" y="6696"/>
                    <a:pt x="0" y="14941"/>
                  </a:cubicBezTo>
                  <a:cubicBezTo>
                    <a:pt x="0" y="23186"/>
                    <a:pt x="6709" y="29882"/>
                    <a:pt x="14970"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9" name="Google Shape;749;p30"/>
          <p:cNvGrpSpPr/>
          <p:nvPr/>
        </p:nvGrpSpPr>
        <p:grpSpPr>
          <a:xfrm>
            <a:off x="3764643" y="2997201"/>
            <a:ext cx="270375" cy="270468"/>
            <a:chOff x="6423938" y="1212860"/>
            <a:chExt cx="322566" cy="322677"/>
          </a:xfrm>
        </p:grpSpPr>
        <p:sp>
          <p:nvSpPr>
            <p:cNvPr id="750" name="Google Shape;750;p30"/>
            <p:cNvSpPr/>
            <p:nvPr/>
          </p:nvSpPr>
          <p:spPr>
            <a:xfrm>
              <a:off x="6423938" y="1440383"/>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30"/>
            <p:cNvSpPr/>
            <p:nvPr/>
          </p:nvSpPr>
          <p:spPr>
            <a:xfrm>
              <a:off x="6423938" y="1212860"/>
              <a:ext cx="322566" cy="208533"/>
            </a:xfrm>
            <a:custGeom>
              <a:rect b="b" l="l" r="r" t="t"/>
              <a:pathLst>
                <a:path extrusionOk="0" h="329697" w="509986">
                  <a:moveTo>
                    <a:pt x="0" y="329698"/>
                  </a:moveTo>
                  <a:lnTo>
                    <a:pt x="509986" y="329698"/>
                  </a:lnTo>
                  <a:lnTo>
                    <a:pt x="509986" y="0"/>
                  </a:lnTo>
                  <a:lnTo>
                    <a:pt x="0" y="0"/>
                  </a:lnTo>
                  <a:close/>
                  <a:moveTo>
                    <a:pt x="389462" y="254993"/>
                  </a:moveTo>
                  <a:lnTo>
                    <a:pt x="299816" y="254993"/>
                  </a:lnTo>
                  <a:lnTo>
                    <a:pt x="299816" y="225111"/>
                  </a:lnTo>
                  <a:lnTo>
                    <a:pt x="389462" y="225111"/>
                  </a:lnTo>
                  <a:close/>
                  <a:moveTo>
                    <a:pt x="120524" y="75701"/>
                  </a:moveTo>
                  <a:lnTo>
                    <a:pt x="210170" y="75701"/>
                  </a:lnTo>
                  <a:lnTo>
                    <a:pt x="210170" y="105583"/>
                  </a:lnTo>
                  <a:lnTo>
                    <a:pt x="120524" y="105583"/>
                  </a:lnTo>
                  <a:close/>
                  <a:moveTo>
                    <a:pt x="120524" y="135465"/>
                  </a:moveTo>
                  <a:lnTo>
                    <a:pt x="210170" y="135465"/>
                  </a:lnTo>
                  <a:lnTo>
                    <a:pt x="210170" y="165347"/>
                  </a:lnTo>
                  <a:lnTo>
                    <a:pt x="120524" y="165347"/>
                  </a:lnTo>
                  <a:close/>
                  <a:moveTo>
                    <a:pt x="120524" y="225111"/>
                  </a:moveTo>
                  <a:cubicBezTo>
                    <a:pt x="251748" y="225111"/>
                    <a:pt x="308131" y="129045"/>
                    <a:pt x="338452" y="105583"/>
                  </a:cubicBezTo>
                  <a:lnTo>
                    <a:pt x="299816" y="105583"/>
                  </a:lnTo>
                  <a:lnTo>
                    <a:pt x="299816" y="75701"/>
                  </a:lnTo>
                  <a:lnTo>
                    <a:pt x="389462" y="75701"/>
                  </a:lnTo>
                  <a:lnTo>
                    <a:pt x="389462" y="165347"/>
                  </a:lnTo>
                  <a:lnTo>
                    <a:pt x="359580" y="165347"/>
                  </a:lnTo>
                  <a:lnTo>
                    <a:pt x="359580" y="126711"/>
                  </a:lnTo>
                  <a:cubicBezTo>
                    <a:pt x="329017" y="150103"/>
                    <a:pt x="265389" y="254993"/>
                    <a:pt x="120524" y="254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30"/>
            <p:cNvSpPr/>
            <p:nvPr/>
          </p:nvSpPr>
          <p:spPr>
            <a:xfrm>
              <a:off x="6519107" y="1497737"/>
              <a:ext cx="132302" cy="37800"/>
            </a:xfrm>
            <a:custGeom>
              <a:rect b="b" l="l" r="r" t="t"/>
              <a:pathLst>
                <a:path extrusionOk="0" h="59763" w="209173">
                  <a:moveTo>
                    <a:pt x="59764" y="0"/>
                  </a:moveTo>
                  <a:lnTo>
                    <a:pt x="59764" y="29882"/>
                  </a:lnTo>
                  <a:lnTo>
                    <a:pt x="0" y="29882"/>
                  </a:lnTo>
                  <a:lnTo>
                    <a:pt x="0" y="59764"/>
                  </a:lnTo>
                  <a:lnTo>
                    <a:pt x="209174" y="59764"/>
                  </a:lnTo>
                  <a:lnTo>
                    <a:pt x="209174" y="29882"/>
                  </a:lnTo>
                  <a:lnTo>
                    <a:pt x="149410" y="29882"/>
                  </a:lnTo>
                  <a:lnTo>
                    <a:pt x="14941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3" name="Google Shape;753;p30"/>
          <p:cNvGrpSpPr/>
          <p:nvPr/>
        </p:nvGrpSpPr>
        <p:grpSpPr>
          <a:xfrm>
            <a:off x="7098299" y="2989667"/>
            <a:ext cx="217374" cy="285454"/>
            <a:chOff x="7955191" y="4233183"/>
            <a:chExt cx="245704" cy="322656"/>
          </a:xfrm>
        </p:grpSpPr>
        <p:sp>
          <p:nvSpPr>
            <p:cNvPr id="754" name="Google Shape;754;p30"/>
            <p:cNvSpPr/>
            <p:nvPr/>
          </p:nvSpPr>
          <p:spPr>
            <a:xfrm>
              <a:off x="8063098" y="4309444"/>
              <a:ext cx="29974" cy="14987"/>
            </a:xfrm>
            <a:custGeom>
              <a:rect b="b" l="l" r="r" t="t"/>
              <a:pathLst>
                <a:path extrusionOk="0" h="23695" w="47390">
                  <a:moveTo>
                    <a:pt x="0" y="0"/>
                  </a:moveTo>
                  <a:lnTo>
                    <a:pt x="23695" y="23695"/>
                  </a:lnTo>
                  <a:lnTo>
                    <a:pt x="4739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30"/>
            <p:cNvSpPr/>
            <p:nvPr/>
          </p:nvSpPr>
          <p:spPr>
            <a:xfrm>
              <a:off x="8087545" y="4347260"/>
              <a:ext cx="45899" cy="54742"/>
            </a:xfrm>
            <a:custGeom>
              <a:rect b="b" l="l" r="r" t="t"/>
              <a:pathLst>
                <a:path extrusionOk="0" h="86548" w="72568">
                  <a:moveTo>
                    <a:pt x="0" y="86549"/>
                  </a:moveTo>
                  <a:lnTo>
                    <a:pt x="72569"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30"/>
            <p:cNvSpPr/>
            <p:nvPr/>
          </p:nvSpPr>
          <p:spPr>
            <a:xfrm>
              <a:off x="8025283" y="4313358"/>
              <a:ext cx="29974" cy="14987"/>
            </a:xfrm>
            <a:custGeom>
              <a:rect b="b" l="l" r="r" t="t"/>
              <a:pathLst>
                <a:path extrusionOk="0" h="23695" w="47390">
                  <a:moveTo>
                    <a:pt x="23695" y="0"/>
                  </a:moveTo>
                  <a:lnTo>
                    <a:pt x="0" y="23695"/>
                  </a:lnTo>
                  <a:lnTo>
                    <a:pt x="47391" y="2369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30"/>
            <p:cNvSpPr/>
            <p:nvPr/>
          </p:nvSpPr>
          <p:spPr>
            <a:xfrm>
              <a:off x="8022720" y="4347260"/>
              <a:ext cx="45899" cy="54742"/>
            </a:xfrm>
            <a:custGeom>
              <a:rect b="b" l="l" r="r" t="t"/>
              <a:pathLst>
                <a:path extrusionOk="0" h="86548" w="72568">
                  <a:moveTo>
                    <a:pt x="72569" y="86549"/>
                  </a:moveTo>
                  <a:lnTo>
                    <a:pt x="72569"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30"/>
            <p:cNvSpPr/>
            <p:nvPr/>
          </p:nvSpPr>
          <p:spPr>
            <a:xfrm>
              <a:off x="8100914" y="4313358"/>
              <a:ext cx="29974" cy="14987"/>
            </a:xfrm>
            <a:custGeom>
              <a:rect b="b" l="l" r="r" t="t"/>
              <a:pathLst>
                <a:path extrusionOk="0" h="23695" w="47390">
                  <a:moveTo>
                    <a:pt x="0" y="23695"/>
                  </a:moveTo>
                  <a:lnTo>
                    <a:pt x="47391" y="23695"/>
                  </a:lnTo>
                  <a:lnTo>
                    <a:pt x="2369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30"/>
            <p:cNvSpPr/>
            <p:nvPr/>
          </p:nvSpPr>
          <p:spPr>
            <a:xfrm>
              <a:off x="7955191" y="4233183"/>
              <a:ext cx="245704" cy="246334"/>
            </a:xfrm>
            <a:custGeom>
              <a:rect b="b" l="l" r="r" t="t"/>
              <a:pathLst>
                <a:path extrusionOk="0" h="389461" w="388465">
                  <a:moveTo>
                    <a:pt x="194233" y="0"/>
                  </a:moveTo>
                  <a:cubicBezTo>
                    <a:pt x="87136" y="0"/>
                    <a:pt x="0" y="88132"/>
                    <a:pt x="0" y="195229"/>
                  </a:cubicBezTo>
                  <a:cubicBezTo>
                    <a:pt x="0" y="302326"/>
                    <a:pt x="87136" y="389462"/>
                    <a:pt x="194233" y="389462"/>
                  </a:cubicBezTo>
                  <a:cubicBezTo>
                    <a:pt x="301330" y="389462"/>
                    <a:pt x="388466" y="302326"/>
                    <a:pt x="388466" y="195229"/>
                  </a:cubicBezTo>
                  <a:cubicBezTo>
                    <a:pt x="388466" y="88132"/>
                    <a:pt x="301330" y="0"/>
                    <a:pt x="194233" y="0"/>
                  </a:cubicBezTo>
                  <a:close/>
                  <a:moveTo>
                    <a:pt x="194233" y="331173"/>
                  </a:moveTo>
                  <a:lnTo>
                    <a:pt x="54468" y="164456"/>
                  </a:lnTo>
                  <a:lnTo>
                    <a:pt x="128282" y="90642"/>
                  </a:lnTo>
                  <a:lnTo>
                    <a:pt x="260183" y="90642"/>
                  </a:lnTo>
                  <a:lnTo>
                    <a:pt x="333997" y="16445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30"/>
            <p:cNvSpPr/>
            <p:nvPr/>
          </p:nvSpPr>
          <p:spPr>
            <a:xfrm>
              <a:off x="8101763" y="4464034"/>
              <a:ext cx="97934" cy="91804"/>
            </a:xfrm>
            <a:custGeom>
              <a:rect b="b" l="l" r="r" t="t"/>
              <a:pathLst>
                <a:path extrusionOk="0" h="145145" w="154837">
                  <a:moveTo>
                    <a:pt x="0" y="51118"/>
                  </a:moveTo>
                  <a:lnTo>
                    <a:pt x="51593" y="145146"/>
                  </a:lnTo>
                  <a:lnTo>
                    <a:pt x="83619" y="77981"/>
                  </a:lnTo>
                  <a:lnTo>
                    <a:pt x="154838" y="82561"/>
                  </a:lnTo>
                  <a:lnTo>
                    <a:pt x="108657" y="0"/>
                  </a:lnTo>
                  <a:cubicBezTo>
                    <a:pt x="78374" y="26116"/>
                    <a:pt x="41092" y="44173"/>
                    <a:pt x="0" y="511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30"/>
            <p:cNvSpPr/>
            <p:nvPr/>
          </p:nvSpPr>
          <p:spPr>
            <a:xfrm>
              <a:off x="7956447" y="4464022"/>
              <a:ext cx="97934" cy="91817"/>
            </a:xfrm>
            <a:custGeom>
              <a:rect b="b" l="l" r="r" t="t"/>
              <a:pathLst>
                <a:path extrusionOk="0" h="145165" w="154837">
                  <a:moveTo>
                    <a:pt x="0" y="82580"/>
                  </a:moveTo>
                  <a:lnTo>
                    <a:pt x="71219" y="78001"/>
                  </a:lnTo>
                  <a:lnTo>
                    <a:pt x="103245" y="145165"/>
                  </a:lnTo>
                  <a:lnTo>
                    <a:pt x="154838" y="51138"/>
                  </a:lnTo>
                  <a:cubicBezTo>
                    <a:pt x="113734" y="44193"/>
                    <a:pt x="76444" y="26127"/>
                    <a:pt x="4615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2" name="Google Shape;762;p30"/>
          <p:cNvSpPr txBox="1"/>
          <p:nvPr/>
        </p:nvSpPr>
        <p:spPr>
          <a:xfrm flipH="1">
            <a:off x="901271" y="1799490"/>
            <a:ext cx="2185800" cy="6543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763" name="Google Shape;763;p30"/>
          <p:cNvSpPr txBox="1"/>
          <p:nvPr/>
        </p:nvSpPr>
        <p:spPr>
          <a:xfrm flipH="1">
            <a:off x="6052346" y="1799490"/>
            <a:ext cx="2185800" cy="6543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764" name="Google Shape;764;p30"/>
          <p:cNvSpPr txBox="1"/>
          <p:nvPr/>
        </p:nvSpPr>
        <p:spPr>
          <a:xfrm flipH="1">
            <a:off x="5071571" y="3828046"/>
            <a:ext cx="2185800" cy="65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765" name="Google Shape;765;p30"/>
          <p:cNvSpPr txBox="1"/>
          <p:nvPr/>
        </p:nvSpPr>
        <p:spPr>
          <a:xfrm flipH="1">
            <a:off x="1653446" y="3828046"/>
            <a:ext cx="2185800" cy="65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a:t>
            </a:r>
            <a:r>
              <a:rPr lang="en" sz="1200">
                <a:solidFill>
                  <a:schemeClr val="dk1"/>
                </a:solidFill>
                <a:latin typeface="Catamaran"/>
                <a:ea typeface="Catamaran"/>
                <a:cs typeface="Catamaran"/>
                <a:sym typeface="Catamaran"/>
              </a:rPr>
              <a:t> </a:t>
            </a:r>
            <a:endParaRPr sz="1200">
              <a:solidFill>
                <a:schemeClr val="dk1"/>
              </a:solidFill>
              <a:latin typeface="Catamaran"/>
              <a:ea typeface="Catamaran"/>
              <a:cs typeface="Catamaran"/>
              <a:sym typeface="Catamaran"/>
            </a:endParaRPr>
          </a:p>
        </p:txBody>
      </p:sp>
      <p:sp>
        <p:nvSpPr>
          <p:cNvPr id="766" name="Google Shape;766;p30"/>
          <p:cNvSpPr/>
          <p:nvPr/>
        </p:nvSpPr>
        <p:spPr>
          <a:xfrm>
            <a:off x="4185346" y="1912315"/>
            <a:ext cx="790636" cy="78872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7" name="Google Shape;767;p30"/>
          <p:cNvGrpSpPr/>
          <p:nvPr/>
        </p:nvGrpSpPr>
        <p:grpSpPr>
          <a:xfrm>
            <a:off x="4391213" y="2117260"/>
            <a:ext cx="378900" cy="378835"/>
            <a:chOff x="3249418" y="2680766"/>
            <a:chExt cx="322660" cy="322632"/>
          </a:xfrm>
        </p:grpSpPr>
        <p:sp>
          <p:nvSpPr>
            <p:cNvPr id="768" name="Google Shape;768;p30"/>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30"/>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30"/>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30"/>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30"/>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30"/>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774" name="Google Shape;774;p30"/>
          <p:cNvCxnSpPr>
            <a:stCxn id="762" idx="2"/>
            <a:endCxn id="722" idx="0"/>
          </p:cNvCxnSpPr>
          <p:nvPr/>
        </p:nvCxnSpPr>
        <p:spPr>
          <a:xfrm flipH="1" rot="-5400000">
            <a:off x="2032571" y="2415390"/>
            <a:ext cx="454500" cy="531300"/>
          </a:xfrm>
          <a:prstGeom prst="bentConnector3">
            <a:avLst>
              <a:gd fmla="val 49992" name="adj1"/>
            </a:avLst>
          </a:prstGeom>
          <a:noFill/>
          <a:ln cap="flat" cmpd="sng" w="9525">
            <a:solidFill>
              <a:schemeClr val="dk1"/>
            </a:solidFill>
            <a:prstDash val="solid"/>
            <a:round/>
            <a:headEnd len="med" w="med" type="oval"/>
            <a:tailEnd len="med" w="med" type="none"/>
          </a:ln>
        </p:spPr>
      </p:cxnSp>
      <p:cxnSp>
        <p:nvCxnSpPr>
          <p:cNvPr id="775" name="Google Shape;775;p30"/>
          <p:cNvCxnSpPr>
            <a:stCxn id="765" idx="0"/>
            <a:endCxn id="725" idx="4"/>
          </p:cNvCxnSpPr>
          <p:nvPr/>
        </p:nvCxnSpPr>
        <p:spPr>
          <a:xfrm rot="-5400000">
            <a:off x="3079346" y="3037846"/>
            <a:ext cx="457200" cy="1123200"/>
          </a:xfrm>
          <a:prstGeom prst="bentConnector3">
            <a:avLst>
              <a:gd fmla="val 49987" name="adj1"/>
            </a:avLst>
          </a:prstGeom>
          <a:noFill/>
          <a:ln cap="flat" cmpd="sng" w="9525">
            <a:solidFill>
              <a:schemeClr val="dk1"/>
            </a:solidFill>
            <a:prstDash val="solid"/>
            <a:round/>
            <a:headEnd len="med" w="med" type="oval"/>
            <a:tailEnd len="med" w="med" type="none"/>
          </a:ln>
        </p:spPr>
      </p:cxnSp>
      <p:cxnSp>
        <p:nvCxnSpPr>
          <p:cNvPr id="776" name="Google Shape;776;p30"/>
          <p:cNvCxnSpPr>
            <a:stCxn id="763" idx="2"/>
            <a:endCxn id="728" idx="0"/>
          </p:cNvCxnSpPr>
          <p:nvPr/>
        </p:nvCxnSpPr>
        <p:spPr>
          <a:xfrm rot="5400000">
            <a:off x="6305696" y="2068740"/>
            <a:ext cx="454500" cy="1224600"/>
          </a:xfrm>
          <a:prstGeom prst="bentConnector3">
            <a:avLst>
              <a:gd fmla="val 49992" name="adj1"/>
            </a:avLst>
          </a:prstGeom>
          <a:noFill/>
          <a:ln cap="flat" cmpd="sng" w="9525">
            <a:solidFill>
              <a:schemeClr val="dk1"/>
            </a:solidFill>
            <a:prstDash val="solid"/>
            <a:round/>
            <a:headEnd len="med" w="med" type="oval"/>
            <a:tailEnd len="med" w="med" type="none"/>
          </a:ln>
        </p:spPr>
      </p:cxnSp>
      <p:cxnSp>
        <p:nvCxnSpPr>
          <p:cNvPr id="777" name="Google Shape;777;p30"/>
          <p:cNvCxnSpPr>
            <a:stCxn id="764" idx="0"/>
            <a:endCxn id="731" idx="4"/>
          </p:cNvCxnSpPr>
          <p:nvPr/>
        </p:nvCxnSpPr>
        <p:spPr>
          <a:xfrm rot="-5400000">
            <a:off x="6457121" y="3078196"/>
            <a:ext cx="457200" cy="1042500"/>
          </a:xfrm>
          <a:prstGeom prst="bentConnector3">
            <a:avLst>
              <a:gd fmla="val 49987" name="adj1"/>
            </a:avLst>
          </a:prstGeom>
          <a:noFill/>
          <a:ln cap="flat" cmpd="sng" w="9525">
            <a:solidFill>
              <a:schemeClr val="dk1"/>
            </a:solidFill>
            <a:prstDash val="solid"/>
            <a:round/>
            <a:headEnd len="med" w="med" type="oval"/>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sp>
        <p:nvSpPr>
          <p:cNvPr id="782" name="Google Shape;78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783" name="Google Shape;783;p31"/>
          <p:cNvSpPr/>
          <p:nvPr/>
        </p:nvSpPr>
        <p:spPr>
          <a:xfrm>
            <a:off x="4070237" y="2356711"/>
            <a:ext cx="3014" cy="1908"/>
          </a:xfrm>
          <a:custGeom>
            <a:rect b="b" l="l" r="r" t="t"/>
            <a:pathLst>
              <a:path extrusionOk="0" h="2688" w="4245">
                <a:moveTo>
                  <a:pt x="4245" y="0"/>
                </a:moveTo>
                <a:cubicBezTo>
                  <a:pt x="2825" y="890"/>
                  <a:pt x="1410" y="1786"/>
                  <a:pt x="0" y="2688"/>
                </a:cubicBezTo>
                <a:cubicBezTo>
                  <a:pt x="1413" y="1789"/>
                  <a:pt x="2828" y="893"/>
                  <a:pt x="42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31"/>
          <p:cNvSpPr/>
          <p:nvPr/>
        </p:nvSpPr>
        <p:spPr>
          <a:xfrm>
            <a:off x="4083332" y="2348653"/>
            <a:ext cx="3100" cy="1860"/>
          </a:xfrm>
          <a:custGeom>
            <a:rect b="b" l="l" r="r" t="t"/>
            <a:pathLst>
              <a:path extrusionOk="0" h="2620" w="4366">
                <a:moveTo>
                  <a:pt x="4366" y="0"/>
                </a:moveTo>
                <a:cubicBezTo>
                  <a:pt x="2908" y="868"/>
                  <a:pt x="1452" y="1742"/>
                  <a:pt x="0" y="2620"/>
                </a:cubicBezTo>
                <a:cubicBezTo>
                  <a:pt x="1453" y="1745"/>
                  <a:pt x="2909" y="872"/>
                  <a:pt x="43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31"/>
          <p:cNvSpPr/>
          <p:nvPr/>
        </p:nvSpPr>
        <p:spPr>
          <a:xfrm>
            <a:off x="4089968" y="2344742"/>
            <a:ext cx="3129" cy="1826"/>
          </a:xfrm>
          <a:custGeom>
            <a:rect b="b" l="l" r="r" t="t"/>
            <a:pathLst>
              <a:path extrusionOk="0" h="2572" w="4407">
                <a:moveTo>
                  <a:pt x="4408" y="0"/>
                </a:moveTo>
                <a:cubicBezTo>
                  <a:pt x="2934" y="852"/>
                  <a:pt x="1465" y="1710"/>
                  <a:pt x="0" y="2572"/>
                </a:cubicBezTo>
                <a:cubicBezTo>
                  <a:pt x="1466" y="1712"/>
                  <a:pt x="2936" y="854"/>
                  <a:pt x="44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31"/>
          <p:cNvSpPr/>
          <p:nvPr/>
        </p:nvSpPr>
        <p:spPr>
          <a:xfrm>
            <a:off x="4076760" y="2352643"/>
            <a:ext cx="3057" cy="1886"/>
          </a:xfrm>
          <a:custGeom>
            <a:rect b="b" l="l" r="r" t="t"/>
            <a:pathLst>
              <a:path extrusionOk="0" h="2656" w="4306">
                <a:moveTo>
                  <a:pt x="4306" y="0"/>
                </a:moveTo>
                <a:cubicBezTo>
                  <a:pt x="2866" y="879"/>
                  <a:pt x="1431" y="1764"/>
                  <a:pt x="0" y="2656"/>
                </a:cubicBezTo>
                <a:cubicBezTo>
                  <a:pt x="1433" y="1768"/>
                  <a:pt x="2869" y="882"/>
                  <a:pt x="430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31"/>
          <p:cNvSpPr/>
          <p:nvPr/>
        </p:nvSpPr>
        <p:spPr>
          <a:xfrm>
            <a:off x="4110152" y="2333471"/>
            <a:ext cx="3253" cy="1744"/>
          </a:xfrm>
          <a:custGeom>
            <a:rect b="b" l="l" r="r" t="t"/>
            <a:pathLst>
              <a:path extrusionOk="0" h="2456" w="4582">
                <a:moveTo>
                  <a:pt x="4582" y="0"/>
                </a:moveTo>
                <a:cubicBezTo>
                  <a:pt x="3052" y="814"/>
                  <a:pt x="1524" y="1633"/>
                  <a:pt x="0" y="2456"/>
                </a:cubicBezTo>
                <a:cubicBezTo>
                  <a:pt x="1525" y="1634"/>
                  <a:pt x="3053" y="815"/>
                  <a:pt x="458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31"/>
          <p:cNvSpPr/>
          <p:nvPr/>
        </p:nvSpPr>
        <p:spPr>
          <a:xfrm>
            <a:off x="4096636" y="2340903"/>
            <a:ext cx="3187" cy="1809"/>
          </a:xfrm>
          <a:custGeom>
            <a:rect b="b" l="l" r="r" t="t"/>
            <a:pathLst>
              <a:path extrusionOk="0" h="2548" w="4489">
                <a:moveTo>
                  <a:pt x="4489" y="0"/>
                </a:moveTo>
                <a:cubicBezTo>
                  <a:pt x="2990" y="845"/>
                  <a:pt x="1494" y="1694"/>
                  <a:pt x="0" y="2548"/>
                </a:cubicBezTo>
                <a:cubicBezTo>
                  <a:pt x="1496" y="1696"/>
                  <a:pt x="2992" y="846"/>
                  <a:pt x="448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31"/>
          <p:cNvSpPr/>
          <p:nvPr/>
        </p:nvSpPr>
        <p:spPr>
          <a:xfrm>
            <a:off x="4103366" y="2337149"/>
            <a:ext cx="3220" cy="1776"/>
          </a:xfrm>
          <a:custGeom>
            <a:rect b="b" l="l" r="r" t="t"/>
            <a:pathLst>
              <a:path extrusionOk="0" h="2502" w="4535">
                <a:moveTo>
                  <a:pt x="4536" y="0"/>
                </a:moveTo>
                <a:cubicBezTo>
                  <a:pt x="3021" y="830"/>
                  <a:pt x="1509" y="1664"/>
                  <a:pt x="0" y="2503"/>
                </a:cubicBezTo>
                <a:cubicBezTo>
                  <a:pt x="1511" y="1666"/>
                  <a:pt x="3022" y="832"/>
                  <a:pt x="453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31"/>
          <p:cNvSpPr/>
          <p:nvPr/>
        </p:nvSpPr>
        <p:spPr>
          <a:xfrm>
            <a:off x="4044724" y="2373733"/>
            <a:ext cx="2793" cy="1962"/>
          </a:xfrm>
          <a:custGeom>
            <a:rect b="b" l="l" r="r" t="t"/>
            <a:pathLst>
              <a:path extrusionOk="0" h="2763" w="3934">
                <a:moveTo>
                  <a:pt x="3935" y="0"/>
                </a:moveTo>
                <a:cubicBezTo>
                  <a:pt x="2619" y="916"/>
                  <a:pt x="1310" y="1842"/>
                  <a:pt x="0" y="2764"/>
                </a:cubicBezTo>
                <a:cubicBezTo>
                  <a:pt x="1311" y="1842"/>
                  <a:pt x="2619" y="916"/>
                  <a:pt x="393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31"/>
          <p:cNvSpPr/>
          <p:nvPr/>
        </p:nvSpPr>
        <p:spPr>
          <a:xfrm>
            <a:off x="4195175" y="2295738"/>
            <a:ext cx="3676" cy="1323"/>
          </a:xfrm>
          <a:custGeom>
            <a:rect b="b" l="l" r="r" t="t"/>
            <a:pathLst>
              <a:path extrusionOk="0" h="1863" w="5178">
                <a:moveTo>
                  <a:pt x="5179" y="0"/>
                </a:moveTo>
                <a:cubicBezTo>
                  <a:pt x="3451" y="617"/>
                  <a:pt x="1725" y="1238"/>
                  <a:pt x="0" y="1864"/>
                </a:cubicBezTo>
                <a:cubicBezTo>
                  <a:pt x="1724" y="1236"/>
                  <a:pt x="3450" y="615"/>
                  <a:pt x="517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31"/>
          <p:cNvSpPr/>
          <p:nvPr/>
        </p:nvSpPr>
        <p:spPr>
          <a:xfrm>
            <a:off x="4063771" y="2360851"/>
            <a:ext cx="2971" cy="1930"/>
          </a:xfrm>
          <a:custGeom>
            <a:rect b="b" l="l" r="r" t="t"/>
            <a:pathLst>
              <a:path extrusionOk="0" h="2719" w="4185">
                <a:moveTo>
                  <a:pt x="4185" y="0"/>
                </a:moveTo>
                <a:cubicBezTo>
                  <a:pt x="2785" y="900"/>
                  <a:pt x="1393" y="1812"/>
                  <a:pt x="0" y="2720"/>
                </a:cubicBezTo>
                <a:cubicBezTo>
                  <a:pt x="1393" y="1812"/>
                  <a:pt x="2785" y="900"/>
                  <a:pt x="418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31"/>
          <p:cNvSpPr/>
          <p:nvPr/>
        </p:nvSpPr>
        <p:spPr>
          <a:xfrm>
            <a:off x="4051009" y="2369364"/>
            <a:ext cx="2863" cy="1960"/>
          </a:xfrm>
          <a:custGeom>
            <a:rect b="b" l="l" r="r" t="t"/>
            <a:pathLst>
              <a:path extrusionOk="0" h="2761" w="4033">
                <a:moveTo>
                  <a:pt x="4033" y="0"/>
                </a:moveTo>
                <a:cubicBezTo>
                  <a:pt x="2684" y="915"/>
                  <a:pt x="1342" y="1839"/>
                  <a:pt x="0" y="2761"/>
                </a:cubicBezTo>
                <a:cubicBezTo>
                  <a:pt x="1342" y="1839"/>
                  <a:pt x="2685" y="915"/>
                  <a:pt x="403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31"/>
          <p:cNvSpPr/>
          <p:nvPr/>
        </p:nvSpPr>
        <p:spPr>
          <a:xfrm>
            <a:off x="4057366" y="2365072"/>
            <a:ext cx="2910" cy="1942"/>
          </a:xfrm>
          <a:custGeom>
            <a:rect b="b" l="l" r="r" t="t"/>
            <a:pathLst>
              <a:path extrusionOk="0" h="2735" w="4098">
                <a:moveTo>
                  <a:pt x="4099" y="0"/>
                </a:moveTo>
                <a:cubicBezTo>
                  <a:pt x="2729" y="906"/>
                  <a:pt x="1365" y="1822"/>
                  <a:pt x="0" y="2736"/>
                </a:cubicBezTo>
                <a:cubicBezTo>
                  <a:pt x="1365" y="1822"/>
                  <a:pt x="2732" y="910"/>
                  <a:pt x="409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31"/>
          <p:cNvSpPr/>
          <p:nvPr/>
        </p:nvSpPr>
        <p:spPr>
          <a:xfrm>
            <a:off x="4180558" y="2301185"/>
            <a:ext cx="3609" cy="1399"/>
          </a:xfrm>
          <a:custGeom>
            <a:rect b="b" l="l" r="r" t="t"/>
            <a:pathLst>
              <a:path extrusionOk="0" h="1971" w="5083">
                <a:moveTo>
                  <a:pt x="5083" y="0"/>
                </a:moveTo>
                <a:cubicBezTo>
                  <a:pt x="3386" y="653"/>
                  <a:pt x="1692" y="1310"/>
                  <a:pt x="0" y="1972"/>
                </a:cubicBezTo>
                <a:cubicBezTo>
                  <a:pt x="1692" y="1308"/>
                  <a:pt x="3386" y="651"/>
                  <a:pt x="508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31"/>
          <p:cNvSpPr/>
          <p:nvPr/>
        </p:nvSpPr>
        <p:spPr>
          <a:xfrm>
            <a:off x="4173312" y="2304036"/>
            <a:ext cx="3579" cy="1439"/>
          </a:xfrm>
          <a:custGeom>
            <a:rect b="b" l="l" r="r" t="t"/>
            <a:pathLst>
              <a:path extrusionOk="0" h="2027" w="5041">
                <a:moveTo>
                  <a:pt x="5042" y="0"/>
                </a:moveTo>
                <a:cubicBezTo>
                  <a:pt x="3359" y="671"/>
                  <a:pt x="1679" y="1347"/>
                  <a:pt x="0" y="2027"/>
                </a:cubicBezTo>
                <a:cubicBezTo>
                  <a:pt x="1678" y="1347"/>
                  <a:pt x="3359" y="671"/>
                  <a:pt x="50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31"/>
          <p:cNvSpPr/>
          <p:nvPr/>
        </p:nvSpPr>
        <p:spPr>
          <a:xfrm>
            <a:off x="4158949" y="2309991"/>
            <a:ext cx="3524" cy="1519"/>
          </a:xfrm>
          <a:custGeom>
            <a:rect b="b" l="l" r="r" t="t"/>
            <a:pathLst>
              <a:path extrusionOk="0" h="2139" w="4964">
                <a:moveTo>
                  <a:pt x="4964" y="0"/>
                </a:moveTo>
                <a:cubicBezTo>
                  <a:pt x="3308" y="709"/>
                  <a:pt x="1653" y="1422"/>
                  <a:pt x="0" y="2139"/>
                </a:cubicBezTo>
                <a:cubicBezTo>
                  <a:pt x="1653" y="1421"/>
                  <a:pt x="3308" y="708"/>
                  <a:pt x="49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31"/>
          <p:cNvSpPr/>
          <p:nvPr/>
        </p:nvSpPr>
        <p:spPr>
          <a:xfrm>
            <a:off x="4166101" y="2306971"/>
            <a:ext cx="3559" cy="1482"/>
          </a:xfrm>
          <a:custGeom>
            <a:rect b="b" l="l" r="r" t="t"/>
            <a:pathLst>
              <a:path extrusionOk="0" h="2087" w="5013">
                <a:moveTo>
                  <a:pt x="5014" y="0"/>
                </a:moveTo>
                <a:cubicBezTo>
                  <a:pt x="3339" y="691"/>
                  <a:pt x="1668" y="1387"/>
                  <a:pt x="0" y="2087"/>
                </a:cubicBezTo>
                <a:cubicBezTo>
                  <a:pt x="1668" y="1387"/>
                  <a:pt x="3339" y="691"/>
                  <a:pt x="501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31"/>
          <p:cNvSpPr/>
          <p:nvPr/>
        </p:nvSpPr>
        <p:spPr>
          <a:xfrm>
            <a:off x="4187847" y="2298419"/>
            <a:ext cx="3642" cy="1362"/>
          </a:xfrm>
          <a:custGeom>
            <a:rect b="b" l="l" r="r" t="t"/>
            <a:pathLst>
              <a:path extrusionOk="0" h="1918" w="5129">
                <a:moveTo>
                  <a:pt x="5129" y="0"/>
                </a:moveTo>
                <a:cubicBezTo>
                  <a:pt x="3418" y="635"/>
                  <a:pt x="1708" y="1275"/>
                  <a:pt x="0" y="1918"/>
                </a:cubicBezTo>
                <a:cubicBezTo>
                  <a:pt x="1708" y="1272"/>
                  <a:pt x="3417" y="633"/>
                  <a:pt x="51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31"/>
          <p:cNvSpPr/>
          <p:nvPr/>
        </p:nvSpPr>
        <p:spPr>
          <a:xfrm>
            <a:off x="4032294" y="2382685"/>
            <a:ext cx="2688" cy="1987"/>
          </a:xfrm>
          <a:custGeom>
            <a:rect b="b" l="l" r="r" t="t"/>
            <a:pathLst>
              <a:path extrusionOk="0" h="2798" w="3786">
                <a:moveTo>
                  <a:pt x="3787" y="0"/>
                </a:moveTo>
                <a:cubicBezTo>
                  <a:pt x="2520" y="927"/>
                  <a:pt x="1261" y="1865"/>
                  <a:pt x="0" y="2799"/>
                </a:cubicBezTo>
                <a:cubicBezTo>
                  <a:pt x="1261" y="1865"/>
                  <a:pt x="2520" y="927"/>
                  <a:pt x="378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31"/>
          <p:cNvSpPr/>
          <p:nvPr/>
        </p:nvSpPr>
        <p:spPr>
          <a:xfrm>
            <a:off x="4144769" y="2316292"/>
            <a:ext cx="3447" cy="1585"/>
          </a:xfrm>
          <a:custGeom>
            <a:rect b="b" l="l" r="r" t="t"/>
            <a:pathLst>
              <a:path extrusionOk="0" h="2233" w="4855">
                <a:moveTo>
                  <a:pt x="4855" y="0"/>
                </a:moveTo>
                <a:cubicBezTo>
                  <a:pt x="3234" y="739"/>
                  <a:pt x="1616" y="1484"/>
                  <a:pt x="0" y="2234"/>
                </a:cubicBezTo>
                <a:cubicBezTo>
                  <a:pt x="1617" y="1485"/>
                  <a:pt x="3236" y="741"/>
                  <a:pt x="485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31"/>
          <p:cNvSpPr/>
          <p:nvPr/>
        </p:nvSpPr>
        <p:spPr>
          <a:xfrm>
            <a:off x="4130786" y="2322920"/>
            <a:ext cx="3363" cy="1648"/>
          </a:xfrm>
          <a:custGeom>
            <a:rect b="b" l="l" r="r" t="t"/>
            <a:pathLst>
              <a:path extrusionOk="0" h="2321" w="4736">
                <a:moveTo>
                  <a:pt x="4737" y="0"/>
                </a:moveTo>
                <a:cubicBezTo>
                  <a:pt x="3156" y="769"/>
                  <a:pt x="1577" y="1542"/>
                  <a:pt x="0" y="2322"/>
                </a:cubicBezTo>
                <a:cubicBezTo>
                  <a:pt x="1577" y="1544"/>
                  <a:pt x="3156" y="770"/>
                  <a:pt x="473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31"/>
          <p:cNvSpPr/>
          <p:nvPr/>
        </p:nvSpPr>
        <p:spPr>
          <a:xfrm>
            <a:off x="4123860" y="2326359"/>
            <a:ext cx="3323" cy="1678"/>
          </a:xfrm>
          <a:custGeom>
            <a:rect b="b" l="l" r="r" t="t"/>
            <a:pathLst>
              <a:path extrusionOk="0" h="2364" w="4680">
                <a:moveTo>
                  <a:pt x="4681" y="0"/>
                </a:moveTo>
                <a:cubicBezTo>
                  <a:pt x="3117" y="783"/>
                  <a:pt x="1557" y="1571"/>
                  <a:pt x="0" y="2364"/>
                </a:cubicBezTo>
                <a:cubicBezTo>
                  <a:pt x="1557" y="1573"/>
                  <a:pt x="3117" y="785"/>
                  <a:pt x="468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31"/>
          <p:cNvSpPr/>
          <p:nvPr/>
        </p:nvSpPr>
        <p:spPr>
          <a:xfrm>
            <a:off x="4116976" y="2329873"/>
            <a:ext cx="3296" cy="1716"/>
          </a:xfrm>
          <a:custGeom>
            <a:rect b="b" l="l" r="r" t="t"/>
            <a:pathLst>
              <a:path extrusionOk="0" h="2417" w="4642">
                <a:moveTo>
                  <a:pt x="4642" y="0"/>
                </a:moveTo>
                <a:cubicBezTo>
                  <a:pt x="3093" y="802"/>
                  <a:pt x="1546" y="1608"/>
                  <a:pt x="0" y="2418"/>
                </a:cubicBezTo>
                <a:cubicBezTo>
                  <a:pt x="1545" y="1608"/>
                  <a:pt x="3092" y="802"/>
                  <a:pt x="46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31"/>
          <p:cNvSpPr/>
          <p:nvPr/>
        </p:nvSpPr>
        <p:spPr>
          <a:xfrm>
            <a:off x="4137750" y="2319561"/>
            <a:ext cx="3419" cy="1623"/>
          </a:xfrm>
          <a:custGeom>
            <a:rect b="b" l="l" r="r" t="t"/>
            <a:pathLst>
              <a:path extrusionOk="0" h="2286" w="4815">
                <a:moveTo>
                  <a:pt x="4815" y="0"/>
                </a:moveTo>
                <a:cubicBezTo>
                  <a:pt x="3208" y="758"/>
                  <a:pt x="1603" y="1520"/>
                  <a:pt x="0" y="2287"/>
                </a:cubicBezTo>
                <a:cubicBezTo>
                  <a:pt x="1602" y="1522"/>
                  <a:pt x="3208" y="759"/>
                  <a:pt x="481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31"/>
          <p:cNvSpPr/>
          <p:nvPr/>
        </p:nvSpPr>
        <p:spPr>
          <a:xfrm>
            <a:off x="4151841" y="2313100"/>
            <a:ext cx="3480" cy="1550"/>
          </a:xfrm>
          <a:custGeom>
            <a:rect b="b" l="l" r="r" t="t"/>
            <a:pathLst>
              <a:path extrusionOk="0" h="2183" w="4901">
                <a:moveTo>
                  <a:pt x="4902" y="0"/>
                </a:moveTo>
                <a:cubicBezTo>
                  <a:pt x="3266" y="723"/>
                  <a:pt x="1632" y="1451"/>
                  <a:pt x="0" y="2183"/>
                </a:cubicBezTo>
                <a:cubicBezTo>
                  <a:pt x="1632" y="1451"/>
                  <a:pt x="3266" y="723"/>
                  <a:pt x="49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31"/>
          <p:cNvSpPr/>
          <p:nvPr/>
        </p:nvSpPr>
        <p:spPr>
          <a:xfrm>
            <a:off x="4038478" y="2378175"/>
            <a:ext cx="2740" cy="1975"/>
          </a:xfrm>
          <a:custGeom>
            <a:rect b="b" l="l" r="r" t="t"/>
            <a:pathLst>
              <a:path extrusionOk="0" h="2781" w="3859">
                <a:moveTo>
                  <a:pt x="3859" y="0"/>
                </a:moveTo>
                <a:cubicBezTo>
                  <a:pt x="2568" y="922"/>
                  <a:pt x="1285" y="1854"/>
                  <a:pt x="0" y="2781"/>
                </a:cubicBezTo>
                <a:cubicBezTo>
                  <a:pt x="1285" y="1854"/>
                  <a:pt x="2570" y="922"/>
                  <a:pt x="385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31"/>
          <p:cNvSpPr/>
          <p:nvPr/>
        </p:nvSpPr>
        <p:spPr>
          <a:xfrm>
            <a:off x="3923048" y="2486741"/>
            <a:ext cx="192" cy="224"/>
          </a:xfrm>
          <a:custGeom>
            <a:rect b="b" l="l" r="r" t="t"/>
            <a:pathLst>
              <a:path extrusionOk="0" h="315" w="271">
                <a:moveTo>
                  <a:pt x="272" y="0"/>
                </a:moveTo>
                <a:lnTo>
                  <a:pt x="0" y="316"/>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31"/>
          <p:cNvSpPr/>
          <p:nvPr/>
        </p:nvSpPr>
        <p:spPr>
          <a:xfrm>
            <a:off x="3894536" y="2521560"/>
            <a:ext cx="1176" cy="1593"/>
          </a:xfrm>
          <a:custGeom>
            <a:rect b="b" l="l" r="r" t="t"/>
            <a:pathLst>
              <a:path extrusionOk="0" h="2243" w="1657">
                <a:moveTo>
                  <a:pt x="1657" y="0"/>
                </a:moveTo>
                <a:cubicBezTo>
                  <a:pt x="1106" y="749"/>
                  <a:pt x="549" y="1493"/>
                  <a:pt x="0" y="2243"/>
                </a:cubicBezTo>
                <a:cubicBezTo>
                  <a:pt x="549" y="1493"/>
                  <a:pt x="1106" y="749"/>
                  <a:pt x="165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31"/>
          <p:cNvSpPr/>
          <p:nvPr/>
        </p:nvSpPr>
        <p:spPr>
          <a:xfrm>
            <a:off x="3899108" y="2515473"/>
            <a:ext cx="1144" cy="1510"/>
          </a:xfrm>
          <a:custGeom>
            <a:rect b="b" l="l" r="r" t="t"/>
            <a:pathLst>
              <a:path extrusionOk="0" h="2127" w="1611">
                <a:moveTo>
                  <a:pt x="1612" y="0"/>
                </a:moveTo>
                <a:cubicBezTo>
                  <a:pt x="1075" y="710"/>
                  <a:pt x="534" y="1416"/>
                  <a:pt x="0" y="2127"/>
                </a:cubicBezTo>
                <a:cubicBezTo>
                  <a:pt x="534" y="1416"/>
                  <a:pt x="1075" y="710"/>
                  <a:pt x="161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31"/>
          <p:cNvSpPr/>
          <p:nvPr/>
        </p:nvSpPr>
        <p:spPr>
          <a:xfrm>
            <a:off x="3903756" y="2509485"/>
            <a:ext cx="1070" cy="1380"/>
          </a:xfrm>
          <a:custGeom>
            <a:rect b="b" l="l" r="r" t="t"/>
            <a:pathLst>
              <a:path extrusionOk="0" h="1943" w="1507">
                <a:moveTo>
                  <a:pt x="1508" y="0"/>
                </a:moveTo>
                <a:cubicBezTo>
                  <a:pt x="1007" y="649"/>
                  <a:pt x="500" y="1293"/>
                  <a:pt x="0" y="1943"/>
                </a:cubicBezTo>
                <a:cubicBezTo>
                  <a:pt x="500" y="1293"/>
                  <a:pt x="1007" y="649"/>
                  <a:pt x="15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31"/>
          <p:cNvSpPr/>
          <p:nvPr/>
        </p:nvSpPr>
        <p:spPr>
          <a:xfrm>
            <a:off x="3913262" y="2497820"/>
            <a:ext cx="799" cy="981"/>
          </a:xfrm>
          <a:custGeom>
            <a:rect b="b" l="l" r="r" t="t"/>
            <a:pathLst>
              <a:path extrusionOk="0" h="1381" w="1125">
                <a:moveTo>
                  <a:pt x="1125" y="0"/>
                </a:moveTo>
                <a:cubicBezTo>
                  <a:pt x="751" y="462"/>
                  <a:pt x="373" y="919"/>
                  <a:pt x="0" y="1381"/>
                </a:cubicBezTo>
                <a:cubicBezTo>
                  <a:pt x="373" y="919"/>
                  <a:pt x="751" y="462"/>
                  <a:pt x="112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31"/>
          <p:cNvSpPr/>
          <p:nvPr/>
        </p:nvSpPr>
        <p:spPr>
          <a:xfrm>
            <a:off x="3918125" y="2492229"/>
            <a:ext cx="517" cy="618"/>
          </a:xfrm>
          <a:custGeom>
            <a:rect b="b" l="l" r="r" t="t"/>
            <a:pathLst>
              <a:path extrusionOk="0" h="871" w="728">
                <a:moveTo>
                  <a:pt x="729" y="0"/>
                </a:moveTo>
                <a:lnTo>
                  <a:pt x="0" y="871"/>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31"/>
          <p:cNvSpPr/>
          <p:nvPr/>
        </p:nvSpPr>
        <p:spPr>
          <a:xfrm>
            <a:off x="3908472" y="2503574"/>
            <a:ext cx="981" cy="1232"/>
          </a:xfrm>
          <a:custGeom>
            <a:rect b="b" l="l" r="r" t="t"/>
            <a:pathLst>
              <a:path extrusionOk="0" h="1735" w="1381">
                <a:moveTo>
                  <a:pt x="1381" y="0"/>
                </a:moveTo>
                <a:cubicBezTo>
                  <a:pt x="923" y="579"/>
                  <a:pt x="457" y="1155"/>
                  <a:pt x="0" y="1736"/>
                </a:cubicBezTo>
                <a:cubicBezTo>
                  <a:pt x="457" y="1155"/>
                  <a:pt x="922" y="579"/>
                  <a:pt x="138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31"/>
          <p:cNvSpPr/>
          <p:nvPr/>
        </p:nvSpPr>
        <p:spPr>
          <a:xfrm>
            <a:off x="3890029" y="2527685"/>
            <a:ext cx="1228" cy="1702"/>
          </a:xfrm>
          <a:custGeom>
            <a:rect b="b" l="l" r="r" t="t"/>
            <a:pathLst>
              <a:path extrusionOk="0" h="2397" w="1729">
                <a:moveTo>
                  <a:pt x="1729" y="0"/>
                </a:moveTo>
                <a:cubicBezTo>
                  <a:pt x="1154" y="801"/>
                  <a:pt x="573" y="1596"/>
                  <a:pt x="0" y="2398"/>
                </a:cubicBezTo>
                <a:cubicBezTo>
                  <a:pt x="574" y="1596"/>
                  <a:pt x="1154" y="801"/>
                  <a:pt x="17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31"/>
          <p:cNvSpPr/>
          <p:nvPr/>
        </p:nvSpPr>
        <p:spPr>
          <a:xfrm>
            <a:off x="3872751" y="2552887"/>
            <a:ext cx="1277" cy="1963"/>
          </a:xfrm>
          <a:custGeom>
            <a:rect b="b" l="l" r="r" t="t"/>
            <a:pathLst>
              <a:path extrusionOk="0" h="2765" w="1798">
                <a:moveTo>
                  <a:pt x="1798" y="0"/>
                </a:moveTo>
                <a:cubicBezTo>
                  <a:pt x="1199" y="922"/>
                  <a:pt x="595" y="1841"/>
                  <a:pt x="0" y="2765"/>
                </a:cubicBezTo>
                <a:cubicBezTo>
                  <a:pt x="595" y="1841"/>
                  <a:pt x="1199" y="922"/>
                  <a:pt x="179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31"/>
          <p:cNvSpPr/>
          <p:nvPr/>
        </p:nvSpPr>
        <p:spPr>
          <a:xfrm>
            <a:off x="3876957" y="2546482"/>
            <a:ext cx="1285" cy="1926"/>
          </a:xfrm>
          <a:custGeom>
            <a:rect b="b" l="l" r="r" t="t"/>
            <a:pathLst>
              <a:path extrusionOk="0" h="2713" w="1810">
                <a:moveTo>
                  <a:pt x="1810" y="0"/>
                </a:moveTo>
                <a:cubicBezTo>
                  <a:pt x="1207" y="904"/>
                  <a:pt x="599" y="1806"/>
                  <a:pt x="0" y="2713"/>
                </a:cubicBezTo>
                <a:cubicBezTo>
                  <a:pt x="599" y="1806"/>
                  <a:pt x="1207" y="904"/>
                  <a:pt x="181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31"/>
          <p:cNvSpPr/>
          <p:nvPr/>
        </p:nvSpPr>
        <p:spPr>
          <a:xfrm>
            <a:off x="4026190" y="2387274"/>
            <a:ext cx="2601" cy="1970"/>
          </a:xfrm>
          <a:custGeom>
            <a:rect b="b" l="l" r="r" t="t"/>
            <a:pathLst>
              <a:path extrusionOk="0" h="2775" w="3663">
                <a:moveTo>
                  <a:pt x="3663" y="0"/>
                </a:moveTo>
                <a:cubicBezTo>
                  <a:pt x="2438" y="920"/>
                  <a:pt x="1220" y="1850"/>
                  <a:pt x="0" y="2776"/>
                </a:cubicBezTo>
                <a:cubicBezTo>
                  <a:pt x="1220" y="1850"/>
                  <a:pt x="2438" y="920"/>
                  <a:pt x="366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31"/>
          <p:cNvSpPr/>
          <p:nvPr/>
        </p:nvSpPr>
        <p:spPr>
          <a:xfrm>
            <a:off x="3885600" y="2533897"/>
            <a:ext cx="1245" cy="1772"/>
          </a:xfrm>
          <a:custGeom>
            <a:rect b="b" l="l" r="r" t="t"/>
            <a:pathLst>
              <a:path extrusionOk="0" h="2496" w="1754">
                <a:moveTo>
                  <a:pt x="1754" y="0"/>
                </a:moveTo>
                <a:cubicBezTo>
                  <a:pt x="1171" y="833"/>
                  <a:pt x="582" y="1661"/>
                  <a:pt x="0" y="2496"/>
                </a:cubicBezTo>
                <a:cubicBezTo>
                  <a:pt x="581" y="1661"/>
                  <a:pt x="1171" y="833"/>
                  <a:pt x="175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31"/>
          <p:cNvSpPr/>
          <p:nvPr/>
        </p:nvSpPr>
        <p:spPr>
          <a:xfrm>
            <a:off x="3881241" y="2540160"/>
            <a:ext cx="1269" cy="1852"/>
          </a:xfrm>
          <a:custGeom>
            <a:rect b="b" l="l" r="r" t="t"/>
            <a:pathLst>
              <a:path extrusionOk="0" h="2609" w="1787">
                <a:moveTo>
                  <a:pt x="1788" y="0"/>
                </a:moveTo>
                <a:cubicBezTo>
                  <a:pt x="1193" y="870"/>
                  <a:pt x="593" y="1737"/>
                  <a:pt x="0" y="2610"/>
                </a:cubicBezTo>
                <a:cubicBezTo>
                  <a:pt x="593" y="1737"/>
                  <a:pt x="1193" y="870"/>
                  <a:pt x="178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31"/>
          <p:cNvSpPr/>
          <p:nvPr/>
        </p:nvSpPr>
        <p:spPr>
          <a:xfrm>
            <a:off x="3996574" y="2411266"/>
            <a:ext cx="2154" cy="1843"/>
          </a:xfrm>
          <a:custGeom>
            <a:rect b="b" l="l" r="r" t="t"/>
            <a:pathLst>
              <a:path extrusionOk="0" h="2596" w="3034">
                <a:moveTo>
                  <a:pt x="3034" y="0"/>
                </a:moveTo>
                <a:cubicBezTo>
                  <a:pt x="2018" y="861"/>
                  <a:pt x="1011" y="1732"/>
                  <a:pt x="0" y="2596"/>
                </a:cubicBezTo>
                <a:cubicBezTo>
                  <a:pt x="1011" y="1732"/>
                  <a:pt x="2018" y="861"/>
                  <a:pt x="303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31"/>
          <p:cNvSpPr/>
          <p:nvPr/>
        </p:nvSpPr>
        <p:spPr>
          <a:xfrm>
            <a:off x="4008221" y="2401458"/>
            <a:ext cx="2359" cy="1923"/>
          </a:xfrm>
          <a:custGeom>
            <a:rect b="b" l="l" r="r" t="t"/>
            <a:pathLst>
              <a:path extrusionOk="0" h="2709" w="3322">
                <a:moveTo>
                  <a:pt x="3322" y="0"/>
                </a:moveTo>
                <a:cubicBezTo>
                  <a:pt x="2210" y="898"/>
                  <a:pt x="1107" y="1806"/>
                  <a:pt x="0" y="2709"/>
                </a:cubicBezTo>
                <a:cubicBezTo>
                  <a:pt x="1107" y="1806"/>
                  <a:pt x="2210" y="898"/>
                  <a:pt x="332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31"/>
          <p:cNvSpPr/>
          <p:nvPr/>
        </p:nvSpPr>
        <p:spPr>
          <a:xfrm>
            <a:off x="3868614" y="2559328"/>
            <a:ext cx="1283" cy="2026"/>
          </a:xfrm>
          <a:custGeom>
            <a:rect b="b" l="l" r="r" t="t"/>
            <a:pathLst>
              <a:path extrusionOk="0" h="2853" w="1807">
                <a:moveTo>
                  <a:pt x="1808" y="0"/>
                </a:moveTo>
                <a:cubicBezTo>
                  <a:pt x="1205" y="951"/>
                  <a:pt x="598" y="1899"/>
                  <a:pt x="0" y="2853"/>
                </a:cubicBezTo>
                <a:cubicBezTo>
                  <a:pt x="598" y="1899"/>
                  <a:pt x="1205" y="951"/>
                  <a:pt x="18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31"/>
          <p:cNvSpPr/>
          <p:nvPr/>
        </p:nvSpPr>
        <p:spPr>
          <a:xfrm>
            <a:off x="3964368" y="2442311"/>
            <a:ext cx="261" cy="258"/>
          </a:xfrm>
          <a:custGeom>
            <a:rect b="b" l="l" r="r" t="t"/>
            <a:pathLst>
              <a:path extrusionOk="0" h="363" w="367">
                <a:moveTo>
                  <a:pt x="368" y="0"/>
                </a:moveTo>
                <a:lnTo>
                  <a:pt x="0" y="364"/>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31"/>
          <p:cNvSpPr/>
          <p:nvPr/>
        </p:nvSpPr>
        <p:spPr>
          <a:xfrm>
            <a:off x="4020135" y="2391931"/>
            <a:ext cx="2528" cy="1963"/>
          </a:xfrm>
          <a:custGeom>
            <a:rect b="b" l="l" r="r" t="t"/>
            <a:pathLst>
              <a:path extrusionOk="0" h="2765" w="3560">
                <a:moveTo>
                  <a:pt x="3561" y="0"/>
                </a:moveTo>
                <a:cubicBezTo>
                  <a:pt x="2370" y="918"/>
                  <a:pt x="1186" y="1843"/>
                  <a:pt x="0" y="2765"/>
                </a:cubicBezTo>
                <a:cubicBezTo>
                  <a:pt x="1186" y="1843"/>
                  <a:pt x="2370" y="916"/>
                  <a:pt x="356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31"/>
          <p:cNvSpPr/>
          <p:nvPr/>
        </p:nvSpPr>
        <p:spPr>
          <a:xfrm>
            <a:off x="4014141" y="2396662"/>
            <a:ext cx="2447" cy="1947"/>
          </a:xfrm>
          <a:custGeom>
            <a:rect b="b" l="l" r="r" t="t"/>
            <a:pathLst>
              <a:path extrusionOk="0" h="2742" w="3447">
                <a:moveTo>
                  <a:pt x="3447" y="0"/>
                </a:moveTo>
                <a:cubicBezTo>
                  <a:pt x="2294" y="910"/>
                  <a:pt x="1149" y="1829"/>
                  <a:pt x="0" y="2743"/>
                </a:cubicBezTo>
                <a:cubicBezTo>
                  <a:pt x="1149" y="1829"/>
                  <a:pt x="2294" y="910"/>
                  <a:pt x="344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31"/>
          <p:cNvSpPr/>
          <p:nvPr/>
        </p:nvSpPr>
        <p:spPr>
          <a:xfrm>
            <a:off x="3969314" y="2436977"/>
            <a:ext cx="838" cy="807"/>
          </a:xfrm>
          <a:custGeom>
            <a:rect b="b" l="l" r="r" t="t"/>
            <a:pathLst>
              <a:path extrusionOk="0" h="1137" w="1180">
                <a:moveTo>
                  <a:pt x="1180" y="0"/>
                </a:moveTo>
                <a:cubicBezTo>
                  <a:pt x="785" y="377"/>
                  <a:pt x="396" y="759"/>
                  <a:pt x="0" y="1138"/>
                </a:cubicBezTo>
                <a:cubicBezTo>
                  <a:pt x="396" y="759"/>
                  <a:pt x="785" y="377"/>
                  <a:pt x="118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31"/>
          <p:cNvSpPr/>
          <p:nvPr/>
        </p:nvSpPr>
        <p:spPr>
          <a:xfrm>
            <a:off x="3990893" y="2416270"/>
            <a:ext cx="1999" cy="1753"/>
          </a:xfrm>
          <a:custGeom>
            <a:rect b="b" l="l" r="r" t="t"/>
            <a:pathLst>
              <a:path extrusionOk="0" h="2469" w="2815">
                <a:moveTo>
                  <a:pt x="2816" y="0"/>
                </a:moveTo>
                <a:cubicBezTo>
                  <a:pt x="1873" y="819"/>
                  <a:pt x="939" y="1648"/>
                  <a:pt x="0" y="2470"/>
                </a:cubicBezTo>
                <a:cubicBezTo>
                  <a:pt x="939" y="1648"/>
                  <a:pt x="1873" y="819"/>
                  <a:pt x="281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31"/>
          <p:cNvSpPr/>
          <p:nvPr/>
        </p:nvSpPr>
        <p:spPr>
          <a:xfrm>
            <a:off x="3974414" y="2431695"/>
            <a:ext cx="1337" cy="1258"/>
          </a:xfrm>
          <a:custGeom>
            <a:rect b="b" l="l" r="r" t="t"/>
            <a:pathLst>
              <a:path extrusionOk="0" h="1772" w="1883">
                <a:moveTo>
                  <a:pt x="1884" y="0"/>
                </a:moveTo>
                <a:cubicBezTo>
                  <a:pt x="1252" y="588"/>
                  <a:pt x="629" y="1184"/>
                  <a:pt x="0" y="1773"/>
                </a:cubicBezTo>
                <a:cubicBezTo>
                  <a:pt x="629" y="1184"/>
                  <a:pt x="1252" y="588"/>
                  <a:pt x="188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31"/>
          <p:cNvSpPr/>
          <p:nvPr/>
        </p:nvSpPr>
        <p:spPr>
          <a:xfrm>
            <a:off x="3985314" y="2421351"/>
            <a:ext cx="1798" cy="1615"/>
          </a:xfrm>
          <a:custGeom>
            <a:rect b="b" l="l" r="r" t="t"/>
            <a:pathLst>
              <a:path extrusionOk="0" h="2275" w="2532">
                <a:moveTo>
                  <a:pt x="2532" y="0"/>
                </a:moveTo>
                <a:cubicBezTo>
                  <a:pt x="1684" y="754"/>
                  <a:pt x="845" y="1517"/>
                  <a:pt x="0" y="2275"/>
                </a:cubicBezTo>
                <a:cubicBezTo>
                  <a:pt x="845" y="1517"/>
                  <a:pt x="1683" y="754"/>
                  <a:pt x="253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31"/>
          <p:cNvSpPr/>
          <p:nvPr/>
        </p:nvSpPr>
        <p:spPr>
          <a:xfrm>
            <a:off x="3979790" y="2426490"/>
            <a:ext cx="1610" cy="1480"/>
          </a:xfrm>
          <a:custGeom>
            <a:rect b="b" l="l" r="r" t="t"/>
            <a:pathLst>
              <a:path extrusionOk="0" h="2085" w="2267">
                <a:moveTo>
                  <a:pt x="2267" y="0"/>
                </a:moveTo>
                <a:cubicBezTo>
                  <a:pt x="1508" y="691"/>
                  <a:pt x="758" y="1392"/>
                  <a:pt x="0" y="2086"/>
                </a:cubicBezTo>
                <a:cubicBezTo>
                  <a:pt x="757" y="1392"/>
                  <a:pt x="1508" y="691"/>
                  <a:pt x="226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31"/>
          <p:cNvSpPr/>
          <p:nvPr/>
        </p:nvSpPr>
        <p:spPr>
          <a:xfrm>
            <a:off x="4002381" y="2406331"/>
            <a:ext cx="2236" cy="1869"/>
          </a:xfrm>
          <a:custGeom>
            <a:rect b="b" l="l" r="r" t="t"/>
            <a:pathLst>
              <a:path extrusionOk="0" h="2632" w="3150">
                <a:moveTo>
                  <a:pt x="3150" y="0"/>
                </a:moveTo>
                <a:cubicBezTo>
                  <a:pt x="2097" y="874"/>
                  <a:pt x="1051" y="1756"/>
                  <a:pt x="0" y="2632"/>
                </a:cubicBezTo>
                <a:cubicBezTo>
                  <a:pt x="1051" y="1756"/>
                  <a:pt x="2095" y="874"/>
                  <a:pt x="315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31"/>
          <p:cNvSpPr/>
          <p:nvPr/>
        </p:nvSpPr>
        <p:spPr>
          <a:xfrm>
            <a:off x="3521725" y="2660240"/>
            <a:ext cx="1768" cy="6593"/>
          </a:xfrm>
          <a:custGeom>
            <a:rect b="b" l="l" r="r" t="t"/>
            <a:pathLst>
              <a:path extrusionOk="0" h="9286" w="2490">
                <a:moveTo>
                  <a:pt x="0" y="9287"/>
                </a:moveTo>
                <a:cubicBezTo>
                  <a:pt x="818" y="6188"/>
                  <a:pt x="1648" y="3093"/>
                  <a:pt x="2491" y="0"/>
                </a:cubicBezTo>
                <a:cubicBezTo>
                  <a:pt x="1649" y="3093"/>
                  <a:pt x="819" y="6189"/>
                  <a:pt x="0" y="928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31"/>
          <p:cNvSpPr/>
          <p:nvPr/>
        </p:nvSpPr>
        <p:spPr>
          <a:xfrm>
            <a:off x="3537943" y="2606836"/>
            <a:ext cx="1855" cy="5554"/>
          </a:xfrm>
          <a:custGeom>
            <a:rect b="b" l="l" r="r" t="t"/>
            <a:pathLst>
              <a:path extrusionOk="0" h="7822" w="2612">
                <a:moveTo>
                  <a:pt x="0" y="7823"/>
                </a:moveTo>
                <a:cubicBezTo>
                  <a:pt x="866" y="5213"/>
                  <a:pt x="1729" y="2604"/>
                  <a:pt x="2612" y="0"/>
                </a:cubicBezTo>
                <a:cubicBezTo>
                  <a:pt x="1729" y="2604"/>
                  <a:pt x="866" y="5213"/>
                  <a:pt x="0" y="7823"/>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31"/>
          <p:cNvSpPr/>
          <p:nvPr/>
        </p:nvSpPr>
        <p:spPr>
          <a:xfrm>
            <a:off x="3531029" y="2628144"/>
            <a:ext cx="1835" cy="5968"/>
          </a:xfrm>
          <a:custGeom>
            <a:rect b="b" l="l" r="r" t="t"/>
            <a:pathLst>
              <a:path extrusionOk="0" h="8406" w="2584">
                <a:moveTo>
                  <a:pt x="0" y="8406"/>
                </a:moveTo>
                <a:cubicBezTo>
                  <a:pt x="855" y="5602"/>
                  <a:pt x="1717" y="2800"/>
                  <a:pt x="2584" y="0"/>
                </a:cubicBezTo>
                <a:cubicBezTo>
                  <a:pt x="1712" y="2799"/>
                  <a:pt x="850" y="5601"/>
                  <a:pt x="0" y="840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31"/>
          <p:cNvSpPr/>
          <p:nvPr/>
        </p:nvSpPr>
        <p:spPr>
          <a:xfrm>
            <a:off x="4398568" y="2258543"/>
            <a:ext cx="5411" cy="104"/>
          </a:xfrm>
          <a:custGeom>
            <a:rect b="b" l="l" r="r" t="t"/>
            <a:pathLst>
              <a:path extrusionOk="0" h="146" w="7621">
                <a:moveTo>
                  <a:pt x="7622" y="0"/>
                </a:moveTo>
                <a:cubicBezTo>
                  <a:pt x="5080" y="44"/>
                  <a:pt x="2536" y="83"/>
                  <a:pt x="0" y="147"/>
                </a:cubicBezTo>
                <a:cubicBezTo>
                  <a:pt x="2536" y="83"/>
                  <a:pt x="5080" y="44"/>
                  <a:pt x="762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31"/>
          <p:cNvSpPr/>
          <p:nvPr/>
        </p:nvSpPr>
        <p:spPr>
          <a:xfrm>
            <a:off x="3524688" y="2649535"/>
            <a:ext cx="1789" cy="6362"/>
          </a:xfrm>
          <a:custGeom>
            <a:rect b="b" l="l" r="r" t="t"/>
            <a:pathLst>
              <a:path extrusionOk="0" h="8960" w="2520">
                <a:moveTo>
                  <a:pt x="0" y="8961"/>
                </a:moveTo>
                <a:cubicBezTo>
                  <a:pt x="830" y="5972"/>
                  <a:pt x="1670" y="2985"/>
                  <a:pt x="2520" y="0"/>
                </a:cubicBezTo>
                <a:cubicBezTo>
                  <a:pt x="1668" y="2984"/>
                  <a:pt x="828" y="5971"/>
                  <a:pt x="0" y="896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31"/>
          <p:cNvSpPr/>
          <p:nvPr/>
        </p:nvSpPr>
        <p:spPr>
          <a:xfrm>
            <a:off x="3527789" y="2638827"/>
            <a:ext cx="1813" cy="6165"/>
          </a:xfrm>
          <a:custGeom>
            <a:rect b="b" l="l" r="r" t="t"/>
            <a:pathLst>
              <a:path extrusionOk="0" h="8683" w="2554">
                <a:moveTo>
                  <a:pt x="0" y="8684"/>
                </a:moveTo>
                <a:cubicBezTo>
                  <a:pt x="843" y="5786"/>
                  <a:pt x="1695" y="2892"/>
                  <a:pt x="2555" y="0"/>
                </a:cubicBezTo>
                <a:cubicBezTo>
                  <a:pt x="1692" y="2892"/>
                  <a:pt x="840" y="5786"/>
                  <a:pt x="0" y="8684"/>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31"/>
          <p:cNvSpPr/>
          <p:nvPr/>
        </p:nvSpPr>
        <p:spPr>
          <a:xfrm>
            <a:off x="3534413" y="2617481"/>
            <a:ext cx="1849" cy="5766"/>
          </a:xfrm>
          <a:custGeom>
            <a:rect b="b" l="l" r="r" t="t"/>
            <a:pathLst>
              <a:path extrusionOk="0" h="8121" w="2604">
                <a:moveTo>
                  <a:pt x="0" y="8122"/>
                </a:moveTo>
                <a:cubicBezTo>
                  <a:pt x="862" y="5412"/>
                  <a:pt x="1724" y="2704"/>
                  <a:pt x="2604" y="0"/>
                </a:cubicBezTo>
                <a:cubicBezTo>
                  <a:pt x="1724" y="2704"/>
                  <a:pt x="862" y="5412"/>
                  <a:pt x="0" y="812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31"/>
          <p:cNvSpPr/>
          <p:nvPr/>
        </p:nvSpPr>
        <p:spPr>
          <a:xfrm>
            <a:off x="3545424" y="2585609"/>
            <a:ext cx="1858" cy="5151"/>
          </a:xfrm>
          <a:custGeom>
            <a:rect b="b" l="l" r="r" t="t"/>
            <a:pathLst>
              <a:path extrusionOk="0" h="7255" w="2617">
                <a:moveTo>
                  <a:pt x="0" y="7255"/>
                </a:moveTo>
                <a:cubicBezTo>
                  <a:pt x="870" y="4837"/>
                  <a:pt x="1733" y="2415"/>
                  <a:pt x="2617" y="0"/>
                </a:cubicBezTo>
                <a:cubicBezTo>
                  <a:pt x="1733" y="2415"/>
                  <a:pt x="870" y="4837"/>
                  <a:pt x="0" y="7255"/>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31"/>
          <p:cNvSpPr/>
          <p:nvPr/>
        </p:nvSpPr>
        <p:spPr>
          <a:xfrm>
            <a:off x="4406801" y="2258438"/>
            <a:ext cx="8262" cy="53"/>
          </a:xfrm>
          <a:custGeom>
            <a:rect b="b" l="l" r="r" t="t"/>
            <a:pathLst>
              <a:path extrusionOk="0" h="74" w="11637">
                <a:moveTo>
                  <a:pt x="11638" y="0"/>
                </a:moveTo>
                <a:cubicBezTo>
                  <a:pt x="7752" y="0"/>
                  <a:pt x="3873" y="25"/>
                  <a:pt x="0" y="75"/>
                </a:cubicBezTo>
                <a:cubicBezTo>
                  <a:pt x="3874" y="25"/>
                  <a:pt x="7753" y="0"/>
                  <a:pt x="1163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31"/>
          <p:cNvSpPr/>
          <p:nvPr/>
        </p:nvSpPr>
        <p:spPr>
          <a:xfrm>
            <a:off x="3558064" y="2553979"/>
            <a:ext cx="1470" cy="3658"/>
          </a:xfrm>
          <a:custGeom>
            <a:rect b="b" l="l" r="r" t="t"/>
            <a:pathLst>
              <a:path extrusionOk="0" h="5152" w="2071">
                <a:moveTo>
                  <a:pt x="0" y="5152"/>
                </a:moveTo>
                <a:cubicBezTo>
                  <a:pt x="693" y="3435"/>
                  <a:pt x="1371" y="1714"/>
                  <a:pt x="2071" y="0"/>
                </a:cubicBezTo>
                <a:cubicBezTo>
                  <a:pt x="1371" y="1714"/>
                  <a:pt x="693" y="3435"/>
                  <a:pt x="0" y="515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31"/>
          <p:cNvSpPr/>
          <p:nvPr/>
        </p:nvSpPr>
        <p:spPr>
          <a:xfrm>
            <a:off x="3549416" y="2575039"/>
            <a:ext cx="1813" cy="4841"/>
          </a:xfrm>
          <a:custGeom>
            <a:rect b="b" l="l" r="r" t="t"/>
            <a:pathLst>
              <a:path extrusionOk="0" h="6819" w="2553">
                <a:moveTo>
                  <a:pt x="0" y="6820"/>
                </a:moveTo>
                <a:cubicBezTo>
                  <a:pt x="851" y="4546"/>
                  <a:pt x="1690" y="2270"/>
                  <a:pt x="2554" y="0"/>
                </a:cubicBezTo>
                <a:cubicBezTo>
                  <a:pt x="1690" y="2270"/>
                  <a:pt x="851" y="4546"/>
                  <a:pt x="0" y="682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31"/>
          <p:cNvSpPr/>
          <p:nvPr/>
        </p:nvSpPr>
        <p:spPr>
          <a:xfrm>
            <a:off x="3553592" y="2564494"/>
            <a:ext cx="1721" cy="4434"/>
          </a:xfrm>
          <a:custGeom>
            <a:rect b="b" l="l" r="r" t="t"/>
            <a:pathLst>
              <a:path extrusionOk="0" h="6245" w="2424">
                <a:moveTo>
                  <a:pt x="0" y="6246"/>
                </a:moveTo>
                <a:cubicBezTo>
                  <a:pt x="809" y="4164"/>
                  <a:pt x="1605" y="2079"/>
                  <a:pt x="2424" y="0"/>
                </a:cubicBezTo>
                <a:cubicBezTo>
                  <a:pt x="1604" y="2079"/>
                  <a:pt x="809" y="4164"/>
                  <a:pt x="0" y="624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31"/>
          <p:cNvSpPr/>
          <p:nvPr/>
        </p:nvSpPr>
        <p:spPr>
          <a:xfrm>
            <a:off x="3541609" y="2596203"/>
            <a:ext cx="1866" cy="5373"/>
          </a:xfrm>
          <a:custGeom>
            <a:rect b="b" l="l" r="r" t="t"/>
            <a:pathLst>
              <a:path extrusionOk="0" h="7568" w="2628">
                <a:moveTo>
                  <a:pt x="0" y="7569"/>
                </a:moveTo>
                <a:cubicBezTo>
                  <a:pt x="873" y="5044"/>
                  <a:pt x="1740" y="2519"/>
                  <a:pt x="2628" y="0"/>
                </a:cubicBezTo>
                <a:cubicBezTo>
                  <a:pt x="1740" y="2519"/>
                  <a:pt x="873" y="5044"/>
                  <a:pt x="0" y="7569"/>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31"/>
          <p:cNvSpPr/>
          <p:nvPr/>
        </p:nvSpPr>
        <p:spPr>
          <a:xfrm>
            <a:off x="3504846" y="2734543"/>
            <a:ext cx="1710" cy="9523"/>
          </a:xfrm>
          <a:custGeom>
            <a:rect b="b" l="l" r="r" t="t"/>
            <a:pathLst>
              <a:path extrusionOk="0" h="13413" w="2409">
                <a:moveTo>
                  <a:pt x="0" y="13414"/>
                </a:moveTo>
                <a:cubicBezTo>
                  <a:pt x="776" y="8937"/>
                  <a:pt x="1580" y="4465"/>
                  <a:pt x="2410" y="0"/>
                </a:cubicBezTo>
                <a:cubicBezTo>
                  <a:pt x="1585" y="4466"/>
                  <a:pt x="782" y="8938"/>
                  <a:pt x="0" y="13414"/>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31"/>
          <p:cNvSpPr/>
          <p:nvPr/>
        </p:nvSpPr>
        <p:spPr>
          <a:xfrm>
            <a:off x="3491378" y="2744594"/>
            <a:ext cx="13386" cy="142846"/>
          </a:xfrm>
          <a:custGeom>
            <a:rect b="b" l="l" r="r" t="t"/>
            <a:pathLst>
              <a:path extrusionOk="0" h="201191" w="18853">
                <a:moveTo>
                  <a:pt x="0" y="201192"/>
                </a:moveTo>
                <a:cubicBezTo>
                  <a:pt x="1086" y="133742"/>
                  <a:pt x="7389" y="66477"/>
                  <a:pt x="18854" y="0"/>
                </a:cubicBezTo>
                <a:cubicBezTo>
                  <a:pt x="7387" y="66477"/>
                  <a:pt x="1084" y="133742"/>
                  <a:pt x="0" y="20119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31"/>
          <p:cNvSpPr/>
          <p:nvPr/>
        </p:nvSpPr>
        <p:spPr>
          <a:xfrm>
            <a:off x="3506847" y="2724165"/>
            <a:ext cx="1687" cy="8787"/>
          </a:xfrm>
          <a:custGeom>
            <a:rect b="b" l="l" r="r" t="t"/>
            <a:pathLst>
              <a:path extrusionOk="0" h="12376" w="2376">
                <a:moveTo>
                  <a:pt x="0" y="12376"/>
                </a:moveTo>
                <a:cubicBezTo>
                  <a:pt x="770" y="8247"/>
                  <a:pt x="1562" y="4121"/>
                  <a:pt x="2376" y="0"/>
                </a:cubicBezTo>
                <a:cubicBezTo>
                  <a:pt x="1568" y="4121"/>
                  <a:pt x="776" y="8247"/>
                  <a:pt x="0" y="1237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31"/>
          <p:cNvSpPr/>
          <p:nvPr/>
        </p:nvSpPr>
        <p:spPr>
          <a:xfrm>
            <a:off x="3513666" y="2692375"/>
            <a:ext cx="1701" cy="7403"/>
          </a:xfrm>
          <a:custGeom>
            <a:rect b="b" l="l" r="r" t="t"/>
            <a:pathLst>
              <a:path extrusionOk="0" h="10427" w="2396">
                <a:moveTo>
                  <a:pt x="0" y="10427"/>
                </a:moveTo>
                <a:cubicBezTo>
                  <a:pt x="783" y="6948"/>
                  <a:pt x="1582" y="3472"/>
                  <a:pt x="2396" y="0"/>
                </a:cubicBezTo>
                <a:cubicBezTo>
                  <a:pt x="1585" y="3473"/>
                  <a:pt x="786" y="6949"/>
                  <a:pt x="0" y="1042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31"/>
          <p:cNvSpPr/>
          <p:nvPr/>
        </p:nvSpPr>
        <p:spPr>
          <a:xfrm>
            <a:off x="3516217" y="2681676"/>
            <a:ext cx="1718" cy="7086"/>
          </a:xfrm>
          <a:custGeom>
            <a:rect b="b" l="l" r="r" t="t"/>
            <a:pathLst>
              <a:path extrusionOk="0" h="9980" w="2420">
                <a:moveTo>
                  <a:pt x="0" y="9981"/>
                </a:moveTo>
                <a:cubicBezTo>
                  <a:pt x="791" y="6651"/>
                  <a:pt x="1598" y="3324"/>
                  <a:pt x="2420" y="0"/>
                </a:cubicBezTo>
                <a:cubicBezTo>
                  <a:pt x="1601" y="3325"/>
                  <a:pt x="794" y="6652"/>
                  <a:pt x="0" y="998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31"/>
          <p:cNvSpPr/>
          <p:nvPr/>
        </p:nvSpPr>
        <p:spPr>
          <a:xfrm>
            <a:off x="3518901" y="2670956"/>
            <a:ext cx="1744" cy="6828"/>
          </a:xfrm>
          <a:custGeom>
            <a:rect b="b" l="l" r="r" t="t"/>
            <a:pathLst>
              <a:path extrusionOk="0" h="9617" w="2456">
                <a:moveTo>
                  <a:pt x="0" y="9617"/>
                </a:moveTo>
                <a:cubicBezTo>
                  <a:pt x="806" y="6408"/>
                  <a:pt x="1624" y="3203"/>
                  <a:pt x="2456" y="0"/>
                </a:cubicBezTo>
                <a:cubicBezTo>
                  <a:pt x="1625" y="3202"/>
                  <a:pt x="806" y="6408"/>
                  <a:pt x="0" y="961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31"/>
          <p:cNvSpPr/>
          <p:nvPr/>
        </p:nvSpPr>
        <p:spPr>
          <a:xfrm>
            <a:off x="4202549" y="2293148"/>
            <a:ext cx="3704" cy="1281"/>
          </a:xfrm>
          <a:custGeom>
            <a:rect b="b" l="l" r="r" t="t"/>
            <a:pathLst>
              <a:path extrusionOk="0" h="1804" w="5217">
                <a:moveTo>
                  <a:pt x="5217" y="0"/>
                </a:moveTo>
                <a:cubicBezTo>
                  <a:pt x="3477" y="597"/>
                  <a:pt x="1738" y="1198"/>
                  <a:pt x="0" y="1805"/>
                </a:cubicBezTo>
                <a:cubicBezTo>
                  <a:pt x="1737" y="1196"/>
                  <a:pt x="3476" y="594"/>
                  <a:pt x="52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31"/>
          <p:cNvSpPr/>
          <p:nvPr/>
        </p:nvSpPr>
        <p:spPr>
          <a:xfrm>
            <a:off x="3508981" y="2713645"/>
            <a:ext cx="1683" cy="8230"/>
          </a:xfrm>
          <a:custGeom>
            <a:rect b="b" l="l" r="r" t="t"/>
            <a:pathLst>
              <a:path extrusionOk="0" h="11591" w="2371">
                <a:moveTo>
                  <a:pt x="0" y="11591"/>
                </a:moveTo>
                <a:cubicBezTo>
                  <a:pt x="770" y="7723"/>
                  <a:pt x="1560" y="3859"/>
                  <a:pt x="2371" y="0"/>
                </a:cubicBezTo>
                <a:cubicBezTo>
                  <a:pt x="1565" y="3862"/>
                  <a:pt x="775" y="7725"/>
                  <a:pt x="0" y="1159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31"/>
          <p:cNvSpPr/>
          <p:nvPr/>
        </p:nvSpPr>
        <p:spPr>
          <a:xfrm>
            <a:off x="3511256" y="2703035"/>
            <a:ext cx="1688" cy="7779"/>
          </a:xfrm>
          <a:custGeom>
            <a:rect b="b" l="l" r="r" t="t"/>
            <a:pathLst>
              <a:path extrusionOk="0" h="10957" w="2377">
                <a:moveTo>
                  <a:pt x="0" y="10957"/>
                </a:moveTo>
                <a:cubicBezTo>
                  <a:pt x="774" y="7301"/>
                  <a:pt x="1566" y="3648"/>
                  <a:pt x="2378" y="0"/>
                </a:cubicBezTo>
                <a:cubicBezTo>
                  <a:pt x="1572" y="3650"/>
                  <a:pt x="779" y="7302"/>
                  <a:pt x="0" y="1095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31"/>
          <p:cNvSpPr/>
          <p:nvPr/>
        </p:nvSpPr>
        <p:spPr>
          <a:xfrm>
            <a:off x="4262965" y="2275632"/>
            <a:ext cx="3917" cy="931"/>
          </a:xfrm>
          <a:custGeom>
            <a:rect b="b" l="l" r="r" t="t"/>
            <a:pathLst>
              <a:path extrusionOk="0" h="1311" w="5517">
                <a:moveTo>
                  <a:pt x="5517" y="0"/>
                </a:moveTo>
                <a:cubicBezTo>
                  <a:pt x="3678" y="434"/>
                  <a:pt x="1837" y="867"/>
                  <a:pt x="0" y="1312"/>
                </a:cubicBezTo>
                <a:cubicBezTo>
                  <a:pt x="1837" y="867"/>
                  <a:pt x="3678" y="434"/>
                  <a:pt x="55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31"/>
          <p:cNvSpPr/>
          <p:nvPr/>
        </p:nvSpPr>
        <p:spPr>
          <a:xfrm>
            <a:off x="4270674" y="2273848"/>
            <a:ext cx="3982" cy="895"/>
          </a:xfrm>
          <a:custGeom>
            <a:rect b="b" l="l" r="r" t="t"/>
            <a:pathLst>
              <a:path extrusionOk="0" h="1261" w="5609">
                <a:moveTo>
                  <a:pt x="5609" y="0"/>
                </a:moveTo>
                <a:cubicBezTo>
                  <a:pt x="3738" y="418"/>
                  <a:pt x="1866" y="833"/>
                  <a:pt x="0" y="1261"/>
                </a:cubicBezTo>
                <a:cubicBezTo>
                  <a:pt x="1866" y="833"/>
                  <a:pt x="3738" y="418"/>
                  <a:pt x="560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31"/>
          <p:cNvSpPr/>
          <p:nvPr/>
        </p:nvSpPr>
        <p:spPr>
          <a:xfrm>
            <a:off x="4294042" y="2269082"/>
            <a:ext cx="4048" cy="750"/>
          </a:xfrm>
          <a:custGeom>
            <a:rect b="b" l="l" r="r" t="t"/>
            <a:pathLst>
              <a:path extrusionOk="0" h="1057" w="5701">
                <a:moveTo>
                  <a:pt x="5701" y="0"/>
                </a:moveTo>
                <a:cubicBezTo>
                  <a:pt x="3799" y="349"/>
                  <a:pt x="1897" y="697"/>
                  <a:pt x="0" y="1058"/>
                </a:cubicBezTo>
                <a:cubicBezTo>
                  <a:pt x="1897" y="697"/>
                  <a:pt x="3799" y="349"/>
                  <a:pt x="570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31"/>
          <p:cNvSpPr/>
          <p:nvPr/>
        </p:nvSpPr>
        <p:spPr>
          <a:xfrm>
            <a:off x="4247627" y="2279465"/>
            <a:ext cx="3877" cy="1025"/>
          </a:xfrm>
          <a:custGeom>
            <a:rect b="b" l="l" r="r" t="t"/>
            <a:pathLst>
              <a:path extrusionOk="0" h="1443" w="5460">
                <a:moveTo>
                  <a:pt x="5460" y="0"/>
                </a:moveTo>
                <a:cubicBezTo>
                  <a:pt x="3638" y="478"/>
                  <a:pt x="1817" y="955"/>
                  <a:pt x="0" y="1444"/>
                </a:cubicBezTo>
                <a:cubicBezTo>
                  <a:pt x="1817" y="955"/>
                  <a:pt x="3638" y="478"/>
                  <a:pt x="546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31"/>
          <p:cNvSpPr/>
          <p:nvPr/>
        </p:nvSpPr>
        <p:spPr>
          <a:xfrm>
            <a:off x="4286220" y="2270575"/>
            <a:ext cx="4034" cy="801"/>
          </a:xfrm>
          <a:custGeom>
            <a:rect b="b" l="l" r="r" t="t"/>
            <a:pathLst>
              <a:path extrusionOk="0" h="1128" w="5682">
                <a:moveTo>
                  <a:pt x="5683" y="0"/>
                </a:moveTo>
                <a:cubicBezTo>
                  <a:pt x="3787" y="373"/>
                  <a:pt x="1891" y="743"/>
                  <a:pt x="0" y="1128"/>
                </a:cubicBezTo>
                <a:cubicBezTo>
                  <a:pt x="1891" y="743"/>
                  <a:pt x="3787" y="373"/>
                  <a:pt x="568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31"/>
          <p:cNvSpPr/>
          <p:nvPr/>
        </p:nvSpPr>
        <p:spPr>
          <a:xfrm>
            <a:off x="4278428" y="2272165"/>
            <a:ext cx="4004" cy="848"/>
          </a:xfrm>
          <a:custGeom>
            <a:rect b="b" l="l" r="r" t="t"/>
            <a:pathLst>
              <a:path extrusionOk="0" h="1194" w="5639">
                <a:moveTo>
                  <a:pt x="5640" y="0"/>
                </a:moveTo>
                <a:cubicBezTo>
                  <a:pt x="3759" y="396"/>
                  <a:pt x="1877" y="787"/>
                  <a:pt x="0" y="1195"/>
                </a:cubicBezTo>
                <a:cubicBezTo>
                  <a:pt x="1876" y="787"/>
                  <a:pt x="3759" y="396"/>
                  <a:pt x="564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31"/>
          <p:cNvSpPr/>
          <p:nvPr/>
        </p:nvSpPr>
        <p:spPr>
          <a:xfrm>
            <a:off x="4255275" y="2277504"/>
            <a:ext cx="3893" cy="978"/>
          </a:xfrm>
          <a:custGeom>
            <a:rect b="b" l="l" r="r" t="t"/>
            <a:pathLst>
              <a:path extrusionOk="0" h="1378" w="5483">
                <a:moveTo>
                  <a:pt x="5484" y="0"/>
                </a:moveTo>
                <a:cubicBezTo>
                  <a:pt x="3654" y="456"/>
                  <a:pt x="1825" y="911"/>
                  <a:pt x="0" y="1379"/>
                </a:cubicBezTo>
                <a:cubicBezTo>
                  <a:pt x="1825" y="911"/>
                  <a:pt x="3654" y="456"/>
                  <a:pt x="548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31"/>
          <p:cNvSpPr/>
          <p:nvPr/>
        </p:nvSpPr>
        <p:spPr>
          <a:xfrm>
            <a:off x="4217420" y="2288230"/>
            <a:ext cx="3754" cy="1196"/>
          </a:xfrm>
          <a:custGeom>
            <a:rect b="b" l="l" r="r" t="t"/>
            <a:pathLst>
              <a:path extrusionOk="0" h="1684" w="5288">
                <a:moveTo>
                  <a:pt x="5288" y="0"/>
                </a:moveTo>
                <a:cubicBezTo>
                  <a:pt x="3523" y="558"/>
                  <a:pt x="1761" y="1120"/>
                  <a:pt x="0" y="1685"/>
                </a:cubicBezTo>
                <a:cubicBezTo>
                  <a:pt x="1760" y="1116"/>
                  <a:pt x="3522" y="554"/>
                  <a:pt x="528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31"/>
          <p:cNvSpPr/>
          <p:nvPr/>
        </p:nvSpPr>
        <p:spPr>
          <a:xfrm>
            <a:off x="4209967" y="2290647"/>
            <a:ext cx="3721" cy="1235"/>
          </a:xfrm>
          <a:custGeom>
            <a:rect b="b" l="l" r="r" t="t"/>
            <a:pathLst>
              <a:path extrusionOk="0" h="1739" w="5241">
                <a:moveTo>
                  <a:pt x="5242" y="0"/>
                </a:moveTo>
                <a:cubicBezTo>
                  <a:pt x="3492" y="575"/>
                  <a:pt x="1745" y="1155"/>
                  <a:pt x="0" y="1740"/>
                </a:cubicBezTo>
                <a:cubicBezTo>
                  <a:pt x="1745" y="1153"/>
                  <a:pt x="3492" y="574"/>
                  <a:pt x="52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31"/>
          <p:cNvSpPr/>
          <p:nvPr/>
        </p:nvSpPr>
        <p:spPr>
          <a:xfrm>
            <a:off x="4240019" y="2281519"/>
            <a:ext cx="3848" cy="1069"/>
          </a:xfrm>
          <a:custGeom>
            <a:rect b="b" l="l" r="r" t="t"/>
            <a:pathLst>
              <a:path extrusionOk="0" h="1506" w="5420">
                <a:moveTo>
                  <a:pt x="5420" y="0"/>
                </a:moveTo>
                <a:cubicBezTo>
                  <a:pt x="3613" y="500"/>
                  <a:pt x="1804" y="998"/>
                  <a:pt x="0" y="1507"/>
                </a:cubicBezTo>
                <a:cubicBezTo>
                  <a:pt x="1804" y="998"/>
                  <a:pt x="3613" y="500"/>
                  <a:pt x="542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31"/>
          <p:cNvSpPr/>
          <p:nvPr/>
        </p:nvSpPr>
        <p:spPr>
          <a:xfrm>
            <a:off x="4232448" y="2283667"/>
            <a:ext cx="3814" cy="1111"/>
          </a:xfrm>
          <a:custGeom>
            <a:rect b="b" l="l" r="r" t="t"/>
            <a:pathLst>
              <a:path extrusionOk="0" h="1565" w="5372">
                <a:moveTo>
                  <a:pt x="5372" y="0"/>
                </a:moveTo>
                <a:cubicBezTo>
                  <a:pt x="3580" y="518"/>
                  <a:pt x="1790" y="1040"/>
                  <a:pt x="0" y="1565"/>
                </a:cubicBezTo>
                <a:cubicBezTo>
                  <a:pt x="1788" y="1037"/>
                  <a:pt x="3578" y="515"/>
                  <a:pt x="537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31"/>
          <p:cNvSpPr/>
          <p:nvPr/>
        </p:nvSpPr>
        <p:spPr>
          <a:xfrm>
            <a:off x="4224918" y="2285904"/>
            <a:ext cx="3778" cy="1152"/>
          </a:xfrm>
          <a:custGeom>
            <a:rect b="b" l="l" r="r" t="t"/>
            <a:pathLst>
              <a:path extrusionOk="0" h="1622" w="5321">
                <a:moveTo>
                  <a:pt x="5321" y="0"/>
                </a:moveTo>
                <a:cubicBezTo>
                  <a:pt x="3546" y="538"/>
                  <a:pt x="1772" y="1075"/>
                  <a:pt x="0" y="1622"/>
                </a:cubicBezTo>
                <a:cubicBezTo>
                  <a:pt x="1772" y="1075"/>
                  <a:pt x="3546" y="538"/>
                  <a:pt x="53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31"/>
          <p:cNvSpPr/>
          <p:nvPr/>
        </p:nvSpPr>
        <p:spPr>
          <a:xfrm>
            <a:off x="4301908" y="2267682"/>
            <a:ext cx="4065" cy="701"/>
          </a:xfrm>
          <a:custGeom>
            <a:rect b="b" l="l" r="r" t="t"/>
            <a:pathLst>
              <a:path extrusionOk="0" h="988" w="5726">
                <a:moveTo>
                  <a:pt x="5726" y="0"/>
                </a:moveTo>
                <a:cubicBezTo>
                  <a:pt x="3816" y="326"/>
                  <a:pt x="1906" y="650"/>
                  <a:pt x="0" y="988"/>
                </a:cubicBezTo>
                <a:cubicBezTo>
                  <a:pt x="1906" y="650"/>
                  <a:pt x="3816" y="326"/>
                  <a:pt x="572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31"/>
          <p:cNvSpPr/>
          <p:nvPr/>
        </p:nvSpPr>
        <p:spPr>
          <a:xfrm>
            <a:off x="4365891" y="2259986"/>
            <a:ext cx="4424" cy="310"/>
          </a:xfrm>
          <a:custGeom>
            <a:rect b="b" l="l" r="r" t="t"/>
            <a:pathLst>
              <a:path extrusionOk="0" h="436" w="6231">
                <a:moveTo>
                  <a:pt x="6231" y="0"/>
                </a:moveTo>
                <a:cubicBezTo>
                  <a:pt x="4153" y="144"/>
                  <a:pt x="2075" y="280"/>
                  <a:pt x="0" y="437"/>
                </a:cubicBezTo>
                <a:cubicBezTo>
                  <a:pt x="2075" y="280"/>
                  <a:pt x="4153" y="144"/>
                  <a:pt x="623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31"/>
          <p:cNvSpPr/>
          <p:nvPr/>
        </p:nvSpPr>
        <p:spPr>
          <a:xfrm>
            <a:off x="4357783" y="2260603"/>
            <a:ext cx="4352" cy="359"/>
          </a:xfrm>
          <a:custGeom>
            <a:rect b="b" l="l" r="r" t="t"/>
            <a:pathLst>
              <a:path extrusionOk="0" h="506" w="6130">
                <a:moveTo>
                  <a:pt x="6130" y="0"/>
                </a:moveTo>
                <a:cubicBezTo>
                  <a:pt x="4087" y="167"/>
                  <a:pt x="2041" y="326"/>
                  <a:pt x="0" y="506"/>
                </a:cubicBezTo>
                <a:cubicBezTo>
                  <a:pt x="2041" y="326"/>
                  <a:pt x="4087" y="167"/>
                  <a:pt x="613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31"/>
          <p:cNvSpPr/>
          <p:nvPr/>
        </p:nvSpPr>
        <p:spPr>
          <a:xfrm>
            <a:off x="4382174" y="2259061"/>
            <a:ext cx="4647" cy="207"/>
          </a:xfrm>
          <a:custGeom>
            <a:rect b="b" l="l" r="r" t="t"/>
            <a:pathLst>
              <a:path extrusionOk="0" h="291" w="6545">
                <a:moveTo>
                  <a:pt x="6546" y="0"/>
                </a:moveTo>
                <a:cubicBezTo>
                  <a:pt x="4362" y="95"/>
                  <a:pt x="2178" y="181"/>
                  <a:pt x="0" y="292"/>
                </a:cubicBezTo>
                <a:cubicBezTo>
                  <a:pt x="2178" y="181"/>
                  <a:pt x="4362" y="95"/>
                  <a:pt x="654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31"/>
          <p:cNvSpPr/>
          <p:nvPr/>
        </p:nvSpPr>
        <p:spPr>
          <a:xfrm>
            <a:off x="4374016" y="2259472"/>
            <a:ext cx="4541" cy="259"/>
          </a:xfrm>
          <a:custGeom>
            <a:rect b="b" l="l" r="r" t="t"/>
            <a:pathLst>
              <a:path extrusionOk="0" h="365" w="6396">
                <a:moveTo>
                  <a:pt x="6396" y="0"/>
                </a:moveTo>
                <a:cubicBezTo>
                  <a:pt x="4264" y="119"/>
                  <a:pt x="2130" y="230"/>
                  <a:pt x="0" y="365"/>
                </a:cubicBezTo>
                <a:cubicBezTo>
                  <a:pt x="2130" y="230"/>
                  <a:pt x="4264" y="119"/>
                  <a:pt x="639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31"/>
          <p:cNvSpPr/>
          <p:nvPr/>
        </p:nvSpPr>
        <p:spPr>
          <a:xfrm>
            <a:off x="4349716" y="2261317"/>
            <a:ext cx="4297" cy="409"/>
          </a:xfrm>
          <a:custGeom>
            <a:rect b="b" l="l" r="r" t="t"/>
            <a:pathLst>
              <a:path extrusionOk="0" h="576" w="6052">
                <a:moveTo>
                  <a:pt x="6053" y="0"/>
                </a:moveTo>
                <a:cubicBezTo>
                  <a:pt x="4034" y="189"/>
                  <a:pt x="2014" y="373"/>
                  <a:pt x="0" y="577"/>
                </a:cubicBezTo>
                <a:cubicBezTo>
                  <a:pt x="2014" y="373"/>
                  <a:pt x="4034" y="189"/>
                  <a:pt x="605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31"/>
          <p:cNvSpPr/>
          <p:nvPr/>
        </p:nvSpPr>
        <p:spPr>
          <a:xfrm>
            <a:off x="4341670" y="2262134"/>
            <a:ext cx="4234" cy="459"/>
          </a:xfrm>
          <a:custGeom>
            <a:rect b="b" l="l" r="r" t="t"/>
            <a:pathLst>
              <a:path extrusionOk="0" h="646" w="5964">
                <a:moveTo>
                  <a:pt x="5965" y="0"/>
                </a:moveTo>
                <a:cubicBezTo>
                  <a:pt x="3976" y="213"/>
                  <a:pt x="1985" y="420"/>
                  <a:pt x="0" y="646"/>
                </a:cubicBezTo>
                <a:cubicBezTo>
                  <a:pt x="1986" y="420"/>
                  <a:pt x="3976" y="213"/>
                  <a:pt x="596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31"/>
          <p:cNvSpPr/>
          <p:nvPr/>
        </p:nvSpPr>
        <p:spPr>
          <a:xfrm>
            <a:off x="4317723" y="2265171"/>
            <a:ext cx="4119" cy="604"/>
          </a:xfrm>
          <a:custGeom>
            <a:rect b="b" l="l" r="r" t="t"/>
            <a:pathLst>
              <a:path extrusionOk="0" h="851" w="5802">
                <a:moveTo>
                  <a:pt x="5802" y="0"/>
                </a:moveTo>
                <a:cubicBezTo>
                  <a:pt x="3867" y="281"/>
                  <a:pt x="1930" y="558"/>
                  <a:pt x="0" y="851"/>
                </a:cubicBezTo>
                <a:cubicBezTo>
                  <a:pt x="1930" y="558"/>
                  <a:pt x="3867" y="281"/>
                  <a:pt x="58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31"/>
          <p:cNvSpPr/>
          <p:nvPr/>
        </p:nvSpPr>
        <p:spPr>
          <a:xfrm>
            <a:off x="4390361" y="2258752"/>
            <a:ext cx="4840" cy="154"/>
          </a:xfrm>
          <a:custGeom>
            <a:rect b="b" l="l" r="r" t="t"/>
            <a:pathLst>
              <a:path extrusionOk="0" h="217" w="6817">
                <a:moveTo>
                  <a:pt x="6817" y="0"/>
                </a:moveTo>
                <a:cubicBezTo>
                  <a:pt x="4544" y="69"/>
                  <a:pt x="2268" y="131"/>
                  <a:pt x="0" y="217"/>
                </a:cubicBezTo>
                <a:cubicBezTo>
                  <a:pt x="2268" y="131"/>
                  <a:pt x="4544" y="69"/>
                  <a:pt x="68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31"/>
          <p:cNvSpPr/>
          <p:nvPr/>
        </p:nvSpPr>
        <p:spPr>
          <a:xfrm>
            <a:off x="4309793" y="2266379"/>
            <a:ext cx="4092" cy="653"/>
          </a:xfrm>
          <a:custGeom>
            <a:rect b="b" l="l" r="r" t="t"/>
            <a:pathLst>
              <a:path extrusionOk="0" h="920" w="5763">
                <a:moveTo>
                  <a:pt x="5764" y="0"/>
                </a:moveTo>
                <a:cubicBezTo>
                  <a:pt x="3842" y="305"/>
                  <a:pt x="1920" y="605"/>
                  <a:pt x="0" y="921"/>
                </a:cubicBezTo>
                <a:cubicBezTo>
                  <a:pt x="1920" y="605"/>
                  <a:pt x="3842" y="305"/>
                  <a:pt x="57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31"/>
          <p:cNvSpPr/>
          <p:nvPr/>
        </p:nvSpPr>
        <p:spPr>
          <a:xfrm>
            <a:off x="4333651" y="2263046"/>
            <a:ext cx="4216" cy="510"/>
          </a:xfrm>
          <a:custGeom>
            <a:rect b="b" l="l" r="r" t="t"/>
            <a:pathLst>
              <a:path extrusionOk="0" h="718" w="5938">
                <a:moveTo>
                  <a:pt x="5938" y="0"/>
                </a:moveTo>
                <a:cubicBezTo>
                  <a:pt x="3958" y="237"/>
                  <a:pt x="1977" y="469"/>
                  <a:pt x="0" y="718"/>
                </a:cubicBezTo>
                <a:cubicBezTo>
                  <a:pt x="1977" y="469"/>
                  <a:pt x="3958" y="237"/>
                  <a:pt x="593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31"/>
          <p:cNvSpPr/>
          <p:nvPr/>
        </p:nvSpPr>
        <p:spPr>
          <a:xfrm>
            <a:off x="4325668" y="2264056"/>
            <a:ext cx="4186" cy="560"/>
          </a:xfrm>
          <a:custGeom>
            <a:rect b="b" l="l" r="r" t="t"/>
            <a:pathLst>
              <a:path extrusionOk="0" h="789" w="5896">
                <a:moveTo>
                  <a:pt x="5897" y="0"/>
                </a:moveTo>
                <a:cubicBezTo>
                  <a:pt x="3931" y="261"/>
                  <a:pt x="1962" y="517"/>
                  <a:pt x="0" y="790"/>
                </a:cubicBezTo>
                <a:cubicBezTo>
                  <a:pt x="1962" y="517"/>
                  <a:pt x="3931" y="261"/>
                  <a:pt x="589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31"/>
          <p:cNvSpPr/>
          <p:nvPr/>
        </p:nvSpPr>
        <p:spPr>
          <a:xfrm>
            <a:off x="3864559" y="2565835"/>
            <a:ext cx="1274" cy="2066"/>
          </a:xfrm>
          <a:custGeom>
            <a:rect b="b" l="l" r="r" t="t"/>
            <a:pathLst>
              <a:path extrusionOk="0" h="2910" w="1794">
                <a:moveTo>
                  <a:pt x="1794" y="0"/>
                </a:moveTo>
                <a:cubicBezTo>
                  <a:pt x="1196" y="970"/>
                  <a:pt x="594" y="1938"/>
                  <a:pt x="0" y="2910"/>
                </a:cubicBezTo>
                <a:cubicBezTo>
                  <a:pt x="594" y="1938"/>
                  <a:pt x="1196" y="970"/>
                  <a:pt x="179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31"/>
          <p:cNvSpPr/>
          <p:nvPr/>
        </p:nvSpPr>
        <p:spPr>
          <a:xfrm>
            <a:off x="3779794" y="2790815"/>
            <a:ext cx="365" cy="2114"/>
          </a:xfrm>
          <a:custGeom>
            <a:rect b="b" l="l" r="r" t="t"/>
            <a:pathLst>
              <a:path extrusionOk="0" h="2977" w="514">
                <a:moveTo>
                  <a:pt x="514" y="0"/>
                </a:moveTo>
                <a:cubicBezTo>
                  <a:pt x="340" y="991"/>
                  <a:pt x="172" y="1985"/>
                  <a:pt x="0" y="2977"/>
                </a:cubicBezTo>
                <a:cubicBezTo>
                  <a:pt x="172" y="1985"/>
                  <a:pt x="340" y="991"/>
                  <a:pt x="51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31"/>
          <p:cNvSpPr/>
          <p:nvPr/>
        </p:nvSpPr>
        <p:spPr>
          <a:xfrm>
            <a:off x="3828297" y="2633787"/>
            <a:ext cx="1069" cy="2320"/>
          </a:xfrm>
          <a:custGeom>
            <a:rect b="b" l="l" r="r" t="t"/>
            <a:pathLst>
              <a:path extrusionOk="0" h="3267" w="1505">
                <a:moveTo>
                  <a:pt x="1505" y="0"/>
                </a:moveTo>
                <a:cubicBezTo>
                  <a:pt x="1002" y="1088"/>
                  <a:pt x="500" y="2177"/>
                  <a:pt x="0" y="3267"/>
                </a:cubicBezTo>
                <a:cubicBezTo>
                  <a:pt x="499" y="2177"/>
                  <a:pt x="1001" y="1088"/>
                  <a:pt x="150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31"/>
          <p:cNvSpPr/>
          <p:nvPr/>
        </p:nvSpPr>
        <p:spPr>
          <a:xfrm>
            <a:off x="3772067" y="2854738"/>
            <a:ext cx="92" cy="1309"/>
          </a:xfrm>
          <a:custGeom>
            <a:rect b="b" l="l" r="r" t="t"/>
            <a:pathLst>
              <a:path extrusionOk="0" h="1844" w="129">
                <a:moveTo>
                  <a:pt x="129" y="0"/>
                </a:moveTo>
                <a:cubicBezTo>
                  <a:pt x="84" y="614"/>
                  <a:pt x="45" y="1231"/>
                  <a:pt x="0" y="1845"/>
                </a:cubicBezTo>
                <a:cubicBezTo>
                  <a:pt x="45" y="1231"/>
                  <a:pt x="84" y="614"/>
                  <a:pt x="1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31"/>
          <p:cNvSpPr/>
          <p:nvPr/>
        </p:nvSpPr>
        <p:spPr>
          <a:xfrm>
            <a:off x="3771543" y="2862866"/>
            <a:ext cx="60" cy="1058"/>
          </a:xfrm>
          <a:custGeom>
            <a:rect b="b" l="l" r="r" t="t"/>
            <a:pathLst>
              <a:path extrusionOk="0" h="1490" w="85">
                <a:moveTo>
                  <a:pt x="85" y="0"/>
                </a:moveTo>
                <a:lnTo>
                  <a:pt x="0" y="1491"/>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31"/>
          <p:cNvSpPr/>
          <p:nvPr/>
        </p:nvSpPr>
        <p:spPr>
          <a:xfrm>
            <a:off x="3797983" y="2713879"/>
            <a:ext cx="722" cy="2368"/>
          </a:xfrm>
          <a:custGeom>
            <a:rect b="b" l="l" r="r" t="t"/>
            <a:pathLst>
              <a:path extrusionOk="0" h="3335" w="1017">
                <a:moveTo>
                  <a:pt x="1018" y="0"/>
                </a:moveTo>
                <a:cubicBezTo>
                  <a:pt x="675" y="1111"/>
                  <a:pt x="336" y="2223"/>
                  <a:pt x="0" y="3335"/>
                </a:cubicBezTo>
                <a:cubicBezTo>
                  <a:pt x="338" y="2223"/>
                  <a:pt x="678" y="1111"/>
                  <a:pt x="101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31"/>
          <p:cNvSpPr/>
          <p:nvPr/>
        </p:nvSpPr>
        <p:spPr>
          <a:xfrm>
            <a:off x="3772692" y="2846646"/>
            <a:ext cx="121" cy="1476"/>
          </a:xfrm>
          <a:custGeom>
            <a:rect b="b" l="l" r="r" t="t"/>
            <a:pathLst>
              <a:path extrusionOk="0" h="2079" w="171">
                <a:moveTo>
                  <a:pt x="172" y="0"/>
                </a:moveTo>
                <a:cubicBezTo>
                  <a:pt x="112" y="692"/>
                  <a:pt x="59" y="1388"/>
                  <a:pt x="0" y="2079"/>
                </a:cubicBezTo>
                <a:cubicBezTo>
                  <a:pt x="59" y="1387"/>
                  <a:pt x="112" y="692"/>
                  <a:pt x="17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31"/>
          <p:cNvSpPr/>
          <p:nvPr/>
        </p:nvSpPr>
        <p:spPr>
          <a:xfrm>
            <a:off x="3822012" y="2647946"/>
            <a:ext cx="1021" cy="2370"/>
          </a:xfrm>
          <a:custGeom>
            <a:rect b="b" l="l" r="r" t="t"/>
            <a:pathLst>
              <a:path extrusionOk="0" h="3338" w="1438">
                <a:moveTo>
                  <a:pt x="1439" y="0"/>
                </a:moveTo>
                <a:cubicBezTo>
                  <a:pt x="958" y="1112"/>
                  <a:pt x="478" y="2225"/>
                  <a:pt x="0" y="3338"/>
                </a:cubicBezTo>
                <a:cubicBezTo>
                  <a:pt x="478" y="2223"/>
                  <a:pt x="958" y="1111"/>
                  <a:pt x="143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31"/>
          <p:cNvSpPr/>
          <p:nvPr/>
        </p:nvSpPr>
        <p:spPr>
          <a:xfrm>
            <a:off x="3825113" y="2640851"/>
            <a:ext cx="1042" cy="2339"/>
          </a:xfrm>
          <a:custGeom>
            <a:rect b="b" l="l" r="r" t="t"/>
            <a:pathLst>
              <a:path extrusionOk="0" h="3294" w="1467">
                <a:moveTo>
                  <a:pt x="1468" y="0"/>
                </a:moveTo>
                <a:cubicBezTo>
                  <a:pt x="976" y="1098"/>
                  <a:pt x="487" y="2196"/>
                  <a:pt x="0" y="3294"/>
                </a:cubicBezTo>
                <a:cubicBezTo>
                  <a:pt x="486" y="2195"/>
                  <a:pt x="975" y="1097"/>
                  <a:pt x="14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31"/>
          <p:cNvSpPr/>
          <p:nvPr/>
        </p:nvSpPr>
        <p:spPr>
          <a:xfrm>
            <a:off x="3834910" y="2619813"/>
            <a:ext cx="1113" cy="2272"/>
          </a:xfrm>
          <a:custGeom>
            <a:rect b="b" l="l" r="r" t="t"/>
            <a:pathLst>
              <a:path extrusionOk="0" h="3200" w="1567">
                <a:moveTo>
                  <a:pt x="1568" y="0"/>
                </a:moveTo>
                <a:cubicBezTo>
                  <a:pt x="1043" y="1067"/>
                  <a:pt x="520" y="2134"/>
                  <a:pt x="0" y="3201"/>
                </a:cubicBezTo>
                <a:cubicBezTo>
                  <a:pt x="518" y="2133"/>
                  <a:pt x="1044" y="1067"/>
                  <a:pt x="15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31"/>
          <p:cNvSpPr/>
          <p:nvPr/>
        </p:nvSpPr>
        <p:spPr>
          <a:xfrm>
            <a:off x="3771116" y="2871017"/>
            <a:ext cx="33" cy="768"/>
          </a:xfrm>
          <a:custGeom>
            <a:rect b="b" l="l" r="r" t="t"/>
            <a:pathLst>
              <a:path extrusionOk="0" h="1082" w="47">
                <a:moveTo>
                  <a:pt x="48" y="0"/>
                </a:moveTo>
                <a:lnTo>
                  <a:pt x="0" y="1083"/>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31"/>
          <p:cNvSpPr/>
          <p:nvPr/>
        </p:nvSpPr>
        <p:spPr>
          <a:xfrm>
            <a:off x="3793607" y="2728970"/>
            <a:ext cx="656" cy="2362"/>
          </a:xfrm>
          <a:custGeom>
            <a:rect b="b" l="l" r="r" t="t"/>
            <a:pathLst>
              <a:path extrusionOk="0" h="3327" w="924">
                <a:moveTo>
                  <a:pt x="925" y="0"/>
                </a:moveTo>
                <a:cubicBezTo>
                  <a:pt x="614" y="1108"/>
                  <a:pt x="306" y="2217"/>
                  <a:pt x="0" y="3327"/>
                </a:cubicBezTo>
                <a:cubicBezTo>
                  <a:pt x="307" y="2218"/>
                  <a:pt x="615" y="1109"/>
                  <a:pt x="92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31"/>
          <p:cNvSpPr/>
          <p:nvPr/>
        </p:nvSpPr>
        <p:spPr>
          <a:xfrm>
            <a:off x="3795753" y="2721412"/>
            <a:ext cx="685" cy="2353"/>
          </a:xfrm>
          <a:custGeom>
            <a:rect b="b" l="l" r="r" t="t"/>
            <a:pathLst>
              <a:path extrusionOk="0" h="3314" w="965">
                <a:moveTo>
                  <a:pt x="966" y="0"/>
                </a:moveTo>
                <a:cubicBezTo>
                  <a:pt x="642" y="1103"/>
                  <a:pt x="320" y="2208"/>
                  <a:pt x="0" y="3314"/>
                </a:cubicBezTo>
                <a:cubicBezTo>
                  <a:pt x="321" y="2209"/>
                  <a:pt x="643" y="1104"/>
                  <a:pt x="9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31"/>
          <p:cNvSpPr/>
          <p:nvPr/>
        </p:nvSpPr>
        <p:spPr>
          <a:xfrm>
            <a:off x="3781192" y="2782960"/>
            <a:ext cx="403" cy="2172"/>
          </a:xfrm>
          <a:custGeom>
            <a:rect b="b" l="l" r="r" t="t"/>
            <a:pathLst>
              <a:path extrusionOk="0" h="3059" w="567">
                <a:moveTo>
                  <a:pt x="567" y="0"/>
                </a:moveTo>
                <a:cubicBezTo>
                  <a:pt x="374" y="1019"/>
                  <a:pt x="189" y="2039"/>
                  <a:pt x="0" y="3060"/>
                </a:cubicBezTo>
                <a:cubicBezTo>
                  <a:pt x="189" y="2039"/>
                  <a:pt x="374" y="1019"/>
                  <a:pt x="56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31"/>
          <p:cNvSpPr/>
          <p:nvPr/>
        </p:nvSpPr>
        <p:spPr>
          <a:xfrm>
            <a:off x="3831560" y="2626769"/>
            <a:ext cx="1097" cy="2310"/>
          </a:xfrm>
          <a:custGeom>
            <a:rect b="b" l="l" r="r" t="t"/>
            <a:pathLst>
              <a:path extrusionOk="0" h="3254" w="1545">
                <a:moveTo>
                  <a:pt x="1545" y="0"/>
                </a:moveTo>
                <a:cubicBezTo>
                  <a:pt x="1029" y="1084"/>
                  <a:pt x="511" y="2167"/>
                  <a:pt x="0" y="3254"/>
                </a:cubicBezTo>
                <a:cubicBezTo>
                  <a:pt x="511" y="2167"/>
                  <a:pt x="1029" y="1084"/>
                  <a:pt x="15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31"/>
          <p:cNvSpPr/>
          <p:nvPr/>
        </p:nvSpPr>
        <p:spPr>
          <a:xfrm>
            <a:off x="3813230" y="2669558"/>
            <a:ext cx="916" cy="2359"/>
          </a:xfrm>
          <a:custGeom>
            <a:rect b="b" l="l" r="r" t="t"/>
            <a:pathLst>
              <a:path extrusionOk="0" h="3323" w="1290">
                <a:moveTo>
                  <a:pt x="1291" y="0"/>
                </a:moveTo>
                <a:cubicBezTo>
                  <a:pt x="859" y="1107"/>
                  <a:pt x="429" y="2215"/>
                  <a:pt x="0" y="3323"/>
                </a:cubicBezTo>
                <a:cubicBezTo>
                  <a:pt x="429" y="2214"/>
                  <a:pt x="859" y="1106"/>
                  <a:pt x="129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31"/>
          <p:cNvSpPr/>
          <p:nvPr/>
        </p:nvSpPr>
        <p:spPr>
          <a:xfrm>
            <a:off x="3838339" y="2612888"/>
            <a:ext cx="1137" cy="2252"/>
          </a:xfrm>
          <a:custGeom>
            <a:rect b="b" l="l" r="r" t="t"/>
            <a:pathLst>
              <a:path extrusionOk="0" h="3172" w="1602">
                <a:moveTo>
                  <a:pt x="1602" y="0"/>
                </a:moveTo>
                <a:cubicBezTo>
                  <a:pt x="1067" y="1058"/>
                  <a:pt x="532" y="2113"/>
                  <a:pt x="0" y="3173"/>
                </a:cubicBezTo>
                <a:cubicBezTo>
                  <a:pt x="532" y="2113"/>
                  <a:pt x="1067" y="1058"/>
                  <a:pt x="16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31"/>
          <p:cNvSpPr/>
          <p:nvPr/>
        </p:nvSpPr>
        <p:spPr>
          <a:xfrm>
            <a:off x="3800305" y="2706392"/>
            <a:ext cx="754" cy="2371"/>
          </a:xfrm>
          <a:custGeom>
            <a:rect b="b" l="l" r="r" t="t"/>
            <a:pathLst>
              <a:path extrusionOk="0" h="3339" w="1062">
                <a:moveTo>
                  <a:pt x="1063" y="0"/>
                </a:moveTo>
                <a:cubicBezTo>
                  <a:pt x="707" y="1112"/>
                  <a:pt x="353" y="2225"/>
                  <a:pt x="0" y="3339"/>
                </a:cubicBezTo>
                <a:cubicBezTo>
                  <a:pt x="353" y="2226"/>
                  <a:pt x="707" y="1113"/>
                  <a:pt x="106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31"/>
          <p:cNvSpPr/>
          <p:nvPr/>
        </p:nvSpPr>
        <p:spPr>
          <a:xfrm>
            <a:off x="3810468" y="2676837"/>
            <a:ext cx="890" cy="2378"/>
          </a:xfrm>
          <a:custGeom>
            <a:rect b="b" l="l" r="r" t="t"/>
            <a:pathLst>
              <a:path extrusionOk="0" h="3350" w="1253">
                <a:moveTo>
                  <a:pt x="1253" y="0"/>
                </a:moveTo>
                <a:cubicBezTo>
                  <a:pt x="834" y="1116"/>
                  <a:pt x="416" y="2233"/>
                  <a:pt x="0" y="3350"/>
                </a:cubicBezTo>
                <a:cubicBezTo>
                  <a:pt x="415" y="2233"/>
                  <a:pt x="833" y="1116"/>
                  <a:pt x="125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31"/>
          <p:cNvSpPr/>
          <p:nvPr/>
        </p:nvSpPr>
        <p:spPr>
          <a:xfrm>
            <a:off x="3775153" y="2822538"/>
            <a:ext cx="222" cy="1830"/>
          </a:xfrm>
          <a:custGeom>
            <a:rect b="b" l="l" r="r" t="t"/>
            <a:pathLst>
              <a:path extrusionOk="0" h="2578" w="313">
                <a:moveTo>
                  <a:pt x="313" y="0"/>
                </a:moveTo>
                <a:cubicBezTo>
                  <a:pt x="205" y="859"/>
                  <a:pt x="105" y="1720"/>
                  <a:pt x="0" y="2579"/>
                </a:cubicBezTo>
                <a:cubicBezTo>
                  <a:pt x="105" y="1720"/>
                  <a:pt x="205" y="859"/>
                  <a:pt x="31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31"/>
          <p:cNvSpPr/>
          <p:nvPr/>
        </p:nvSpPr>
        <p:spPr>
          <a:xfrm>
            <a:off x="3807798" y="2684165"/>
            <a:ext cx="855" cy="2374"/>
          </a:xfrm>
          <a:custGeom>
            <a:rect b="b" l="l" r="r" t="t"/>
            <a:pathLst>
              <a:path extrusionOk="0" h="3344" w="1204">
                <a:moveTo>
                  <a:pt x="1204" y="0"/>
                </a:moveTo>
                <a:cubicBezTo>
                  <a:pt x="800" y="1114"/>
                  <a:pt x="399" y="2228"/>
                  <a:pt x="0" y="3345"/>
                </a:cubicBezTo>
                <a:cubicBezTo>
                  <a:pt x="400" y="2228"/>
                  <a:pt x="801" y="1114"/>
                  <a:pt x="120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31"/>
          <p:cNvSpPr/>
          <p:nvPr/>
        </p:nvSpPr>
        <p:spPr>
          <a:xfrm>
            <a:off x="3805211" y="2691531"/>
            <a:ext cx="824" cy="2382"/>
          </a:xfrm>
          <a:custGeom>
            <a:rect b="b" l="l" r="r" t="t"/>
            <a:pathLst>
              <a:path extrusionOk="0" h="3355" w="1160">
                <a:moveTo>
                  <a:pt x="1160" y="0"/>
                </a:moveTo>
                <a:cubicBezTo>
                  <a:pt x="771" y="1118"/>
                  <a:pt x="385" y="2236"/>
                  <a:pt x="0" y="3355"/>
                </a:cubicBezTo>
                <a:cubicBezTo>
                  <a:pt x="385" y="2235"/>
                  <a:pt x="772" y="1117"/>
                  <a:pt x="116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31"/>
          <p:cNvSpPr/>
          <p:nvPr/>
        </p:nvSpPr>
        <p:spPr>
          <a:xfrm>
            <a:off x="3777277" y="2806605"/>
            <a:ext cx="297" cy="2026"/>
          </a:xfrm>
          <a:custGeom>
            <a:rect b="b" l="l" r="r" t="t"/>
            <a:pathLst>
              <a:path extrusionOk="0" h="2854" w="418">
                <a:moveTo>
                  <a:pt x="418" y="0"/>
                </a:moveTo>
                <a:cubicBezTo>
                  <a:pt x="276" y="951"/>
                  <a:pt x="140" y="1903"/>
                  <a:pt x="0" y="2854"/>
                </a:cubicBezTo>
                <a:cubicBezTo>
                  <a:pt x="140" y="1903"/>
                  <a:pt x="276" y="951"/>
                  <a:pt x="41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31"/>
          <p:cNvSpPr/>
          <p:nvPr/>
        </p:nvSpPr>
        <p:spPr>
          <a:xfrm>
            <a:off x="3818998" y="2655100"/>
            <a:ext cx="990" cy="2380"/>
          </a:xfrm>
          <a:custGeom>
            <a:rect b="b" l="l" r="r" t="t"/>
            <a:pathLst>
              <a:path extrusionOk="0" h="3352" w="1395">
                <a:moveTo>
                  <a:pt x="1396" y="0"/>
                </a:moveTo>
                <a:cubicBezTo>
                  <a:pt x="930" y="1116"/>
                  <a:pt x="464" y="2234"/>
                  <a:pt x="0" y="3353"/>
                </a:cubicBezTo>
                <a:cubicBezTo>
                  <a:pt x="464" y="2234"/>
                  <a:pt x="929" y="1116"/>
                  <a:pt x="139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31"/>
          <p:cNvSpPr/>
          <p:nvPr/>
        </p:nvSpPr>
        <p:spPr>
          <a:xfrm>
            <a:off x="3773415" y="2838582"/>
            <a:ext cx="154" cy="1608"/>
          </a:xfrm>
          <a:custGeom>
            <a:rect b="b" l="l" r="r" t="t"/>
            <a:pathLst>
              <a:path extrusionOk="0" h="2265" w="217">
                <a:moveTo>
                  <a:pt x="217" y="0"/>
                </a:moveTo>
                <a:cubicBezTo>
                  <a:pt x="141" y="755"/>
                  <a:pt x="73" y="1511"/>
                  <a:pt x="0" y="2266"/>
                </a:cubicBezTo>
                <a:cubicBezTo>
                  <a:pt x="73" y="1511"/>
                  <a:pt x="141" y="755"/>
                  <a:pt x="2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31"/>
          <p:cNvSpPr/>
          <p:nvPr/>
        </p:nvSpPr>
        <p:spPr>
          <a:xfrm>
            <a:off x="3778487" y="2798694"/>
            <a:ext cx="332" cy="2075"/>
          </a:xfrm>
          <a:custGeom>
            <a:rect b="b" l="l" r="r" t="t"/>
            <a:pathLst>
              <a:path extrusionOk="0" h="2923" w="467">
                <a:moveTo>
                  <a:pt x="468" y="0"/>
                </a:moveTo>
                <a:cubicBezTo>
                  <a:pt x="308" y="974"/>
                  <a:pt x="156" y="1950"/>
                  <a:pt x="0" y="2924"/>
                </a:cubicBezTo>
                <a:cubicBezTo>
                  <a:pt x="156" y="1950"/>
                  <a:pt x="308" y="974"/>
                  <a:pt x="4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31"/>
          <p:cNvSpPr/>
          <p:nvPr/>
        </p:nvSpPr>
        <p:spPr>
          <a:xfrm>
            <a:off x="3802713" y="2698939"/>
            <a:ext cx="792" cy="2382"/>
          </a:xfrm>
          <a:custGeom>
            <a:rect b="b" l="l" r="r" t="t"/>
            <a:pathLst>
              <a:path extrusionOk="0" h="3355" w="1115">
                <a:moveTo>
                  <a:pt x="1115" y="0"/>
                </a:moveTo>
                <a:cubicBezTo>
                  <a:pt x="741" y="1117"/>
                  <a:pt x="369" y="2236"/>
                  <a:pt x="0" y="3355"/>
                </a:cubicBezTo>
                <a:cubicBezTo>
                  <a:pt x="371" y="2237"/>
                  <a:pt x="742" y="1118"/>
                  <a:pt x="111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31"/>
          <p:cNvSpPr/>
          <p:nvPr/>
        </p:nvSpPr>
        <p:spPr>
          <a:xfrm>
            <a:off x="3776166" y="2814553"/>
            <a:ext cx="260" cy="1940"/>
          </a:xfrm>
          <a:custGeom>
            <a:rect b="b" l="l" r="r" t="t"/>
            <a:pathLst>
              <a:path extrusionOk="0" h="2733" w="366">
                <a:moveTo>
                  <a:pt x="366" y="0"/>
                </a:moveTo>
                <a:cubicBezTo>
                  <a:pt x="241" y="911"/>
                  <a:pt x="124" y="1822"/>
                  <a:pt x="0" y="2733"/>
                </a:cubicBezTo>
                <a:cubicBezTo>
                  <a:pt x="124" y="1822"/>
                  <a:pt x="241" y="911"/>
                  <a:pt x="3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31"/>
          <p:cNvSpPr/>
          <p:nvPr/>
        </p:nvSpPr>
        <p:spPr>
          <a:xfrm>
            <a:off x="3816071" y="2662304"/>
            <a:ext cx="955" cy="2374"/>
          </a:xfrm>
          <a:custGeom>
            <a:rect b="b" l="l" r="r" t="t"/>
            <a:pathLst>
              <a:path extrusionOk="0" h="3343" w="1345">
                <a:moveTo>
                  <a:pt x="1345" y="0"/>
                </a:moveTo>
                <a:cubicBezTo>
                  <a:pt x="895" y="1114"/>
                  <a:pt x="447" y="2228"/>
                  <a:pt x="0" y="3343"/>
                </a:cubicBezTo>
                <a:cubicBezTo>
                  <a:pt x="447" y="2229"/>
                  <a:pt x="895" y="1114"/>
                  <a:pt x="13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31"/>
          <p:cNvSpPr/>
          <p:nvPr/>
        </p:nvSpPr>
        <p:spPr>
          <a:xfrm>
            <a:off x="3774235" y="2830545"/>
            <a:ext cx="187" cy="1728"/>
          </a:xfrm>
          <a:custGeom>
            <a:rect b="b" l="l" r="r" t="t"/>
            <a:pathLst>
              <a:path extrusionOk="0" h="2434" w="263">
                <a:moveTo>
                  <a:pt x="264" y="0"/>
                </a:moveTo>
                <a:cubicBezTo>
                  <a:pt x="173" y="810"/>
                  <a:pt x="89" y="1624"/>
                  <a:pt x="0" y="2435"/>
                </a:cubicBezTo>
                <a:cubicBezTo>
                  <a:pt x="89" y="1624"/>
                  <a:pt x="173" y="810"/>
                  <a:pt x="2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31"/>
          <p:cNvSpPr/>
          <p:nvPr/>
        </p:nvSpPr>
        <p:spPr>
          <a:xfrm>
            <a:off x="3789600" y="2744221"/>
            <a:ext cx="582" cy="2317"/>
          </a:xfrm>
          <a:custGeom>
            <a:rect b="b" l="l" r="r" t="t"/>
            <a:pathLst>
              <a:path extrusionOk="0" h="3263" w="820">
                <a:moveTo>
                  <a:pt x="821" y="0"/>
                </a:moveTo>
                <a:cubicBezTo>
                  <a:pt x="543" y="1087"/>
                  <a:pt x="273" y="2175"/>
                  <a:pt x="0" y="3264"/>
                </a:cubicBezTo>
                <a:cubicBezTo>
                  <a:pt x="273" y="2175"/>
                  <a:pt x="543" y="1087"/>
                  <a:pt x="8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31"/>
          <p:cNvSpPr/>
          <p:nvPr/>
        </p:nvSpPr>
        <p:spPr>
          <a:xfrm>
            <a:off x="3852848" y="2585689"/>
            <a:ext cx="1231" cy="2168"/>
          </a:xfrm>
          <a:custGeom>
            <a:rect b="b" l="l" r="r" t="t"/>
            <a:pathLst>
              <a:path extrusionOk="0" h="3053" w="1734">
                <a:moveTo>
                  <a:pt x="1734" y="0"/>
                </a:moveTo>
                <a:cubicBezTo>
                  <a:pt x="1156" y="1018"/>
                  <a:pt x="575" y="2033"/>
                  <a:pt x="0" y="3053"/>
                </a:cubicBezTo>
                <a:cubicBezTo>
                  <a:pt x="575" y="2033"/>
                  <a:pt x="1156" y="1018"/>
                  <a:pt x="173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31"/>
          <p:cNvSpPr/>
          <p:nvPr/>
        </p:nvSpPr>
        <p:spPr>
          <a:xfrm>
            <a:off x="3784278" y="2767369"/>
            <a:ext cx="470" cy="2220"/>
          </a:xfrm>
          <a:custGeom>
            <a:rect b="b" l="l" r="r" t="t"/>
            <a:pathLst>
              <a:path extrusionOk="0" h="3127" w="662">
                <a:moveTo>
                  <a:pt x="662" y="0"/>
                </a:moveTo>
                <a:cubicBezTo>
                  <a:pt x="437" y="1042"/>
                  <a:pt x="220" y="2085"/>
                  <a:pt x="0" y="3128"/>
                </a:cubicBezTo>
                <a:cubicBezTo>
                  <a:pt x="220" y="2085"/>
                  <a:pt x="437" y="1042"/>
                  <a:pt x="66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31"/>
          <p:cNvSpPr/>
          <p:nvPr/>
        </p:nvSpPr>
        <p:spPr>
          <a:xfrm>
            <a:off x="3849101" y="2592412"/>
            <a:ext cx="1211" cy="2194"/>
          </a:xfrm>
          <a:custGeom>
            <a:rect b="b" l="l" r="r" t="t"/>
            <a:pathLst>
              <a:path extrusionOk="0" h="3090" w="1705">
                <a:moveTo>
                  <a:pt x="1705" y="0"/>
                </a:moveTo>
                <a:cubicBezTo>
                  <a:pt x="1138" y="1030"/>
                  <a:pt x="565" y="2058"/>
                  <a:pt x="0" y="3090"/>
                </a:cubicBezTo>
                <a:cubicBezTo>
                  <a:pt x="565" y="2058"/>
                  <a:pt x="1138" y="1030"/>
                  <a:pt x="170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31"/>
          <p:cNvSpPr/>
          <p:nvPr/>
        </p:nvSpPr>
        <p:spPr>
          <a:xfrm>
            <a:off x="3785959" y="2759614"/>
            <a:ext cx="508" cy="2265"/>
          </a:xfrm>
          <a:custGeom>
            <a:rect b="b" l="l" r="r" t="t"/>
            <a:pathLst>
              <a:path extrusionOk="0" h="3190" w="716">
                <a:moveTo>
                  <a:pt x="717" y="0"/>
                </a:moveTo>
                <a:cubicBezTo>
                  <a:pt x="474" y="1062"/>
                  <a:pt x="238" y="2127"/>
                  <a:pt x="0" y="3190"/>
                </a:cubicBezTo>
                <a:cubicBezTo>
                  <a:pt x="238" y="2127"/>
                  <a:pt x="474" y="1062"/>
                  <a:pt x="7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31"/>
          <p:cNvSpPr/>
          <p:nvPr/>
        </p:nvSpPr>
        <p:spPr>
          <a:xfrm>
            <a:off x="3787734" y="2751900"/>
            <a:ext cx="544" cy="2286"/>
          </a:xfrm>
          <a:custGeom>
            <a:rect b="b" l="l" r="r" t="t"/>
            <a:pathLst>
              <a:path extrusionOk="0" h="3220" w="766">
                <a:moveTo>
                  <a:pt x="766" y="0"/>
                </a:moveTo>
                <a:cubicBezTo>
                  <a:pt x="509" y="1072"/>
                  <a:pt x="253" y="2146"/>
                  <a:pt x="0" y="3221"/>
                </a:cubicBezTo>
                <a:cubicBezTo>
                  <a:pt x="254" y="2147"/>
                  <a:pt x="510" y="1074"/>
                  <a:pt x="7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31"/>
          <p:cNvSpPr/>
          <p:nvPr/>
        </p:nvSpPr>
        <p:spPr>
          <a:xfrm>
            <a:off x="3860577" y="2572402"/>
            <a:ext cx="1261" cy="2101"/>
          </a:xfrm>
          <a:custGeom>
            <a:rect b="b" l="l" r="r" t="t"/>
            <a:pathLst>
              <a:path extrusionOk="0" h="2959" w="1776">
                <a:moveTo>
                  <a:pt x="1777" y="0"/>
                </a:moveTo>
                <a:cubicBezTo>
                  <a:pt x="1184" y="986"/>
                  <a:pt x="589" y="1971"/>
                  <a:pt x="0" y="2960"/>
                </a:cubicBezTo>
                <a:cubicBezTo>
                  <a:pt x="589" y="1971"/>
                  <a:pt x="1184" y="986"/>
                  <a:pt x="177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31"/>
          <p:cNvSpPr/>
          <p:nvPr/>
        </p:nvSpPr>
        <p:spPr>
          <a:xfrm>
            <a:off x="3856674" y="2579018"/>
            <a:ext cx="1247" cy="2136"/>
          </a:xfrm>
          <a:custGeom>
            <a:rect b="b" l="l" r="r" t="t"/>
            <a:pathLst>
              <a:path extrusionOk="0" h="3008" w="1757">
                <a:moveTo>
                  <a:pt x="1757" y="0"/>
                </a:moveTo>
                <a:cubicBezTo>
                  <a:pt x="1171" y="1003"/>
                  <a:pt x="582" y="2005"/>
                  <a:pt x="0" y="3009"/>
                </a:cubicBezTo>
                <a:cubicBezTo>
                  <a:pt x="582" y="2005"/>
                  <a:pt x="1171" y="1003"/>
                  <a:pt x="175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31"/>
          <p:cNvSpPr/>
          <p:nvPr/>
        </p:nvSpPr>
        <p:spPr>
          <a:xfrm>
            <a:off x="3841844" y="2606012"/>
            <a:ext cx="1167" cy="2242"/>
          </a:xfrm>
          <a:custGeom>
            <a:rect b="b" l="l" r="r" t="t"/>
            <a:pathLst>
              <a:path extrusionOk="0" h="3158" w="1644">
                <a:moveTo>
                  <a:pt x="1645" y="0"/>
                </a:moveTo>
                <a:cubicBezTo>
                  <a:pt x="1094" y="1052"/>
                  <a:pt x="546" y="2105"/>
                  <a:pt x="0" y="3158"/>
                </a:cubicBezTo>
                <a:cubicBezTo>
                  <a:pt x="545" y="2103"/>
                  <a:pt x="1093" y="1051"/>
                  <a:pt x="16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31"/>
          <p:cNvSpPr/>
          <p:nvPr/>
        </p:nvSpPr>
        <p:spPr>
          <a:xfrm>
            <a:off x="3782685" y="2775141"/>
            <a:ext cx="440" cy="2217"/>
          </a:xfrm>
          <a:custGeom>
            <a:rect b="b" l="l" r="r" t="t"/>
            <a:pathLst>
              <a:path extrusionOk="0" h="3122" w="620">
                <a:moveTo>
                  <a:pt x="621" y="0"/>
                </a:moveTo>
                <a:cubicBezTo>
                  <a:pt x="412" y="1039"/>
                  <a:pt x="208" y="2082"/>
                  <a:pt x="0" y="3122"/>
                </a:cubicBezTo>
                <a:cubicBezTo>
                  <a:pt x="208" y="2082"/>
                  <a:pt x="412" y="1039"/>
                  <a:pt x="6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31"/>
          <p:cNvSpPr/>
          <p:nvPr/>
        </p:nvSpPr>
        <p:spPr>
          <a:xfrm>
            <a:off x="3845437" y="2599195"/>
            <a:ext cx="1182" cy="2205"/>
          </a:xfrm>
          <a:custGeom>
            <a:rect b="b" l="l" r="r" t="t"/>
            <a:pathLst>
              <a:path extrusionOk="0" h="3106" w="1665">
                <a:moveTo>
                  <a:pt x="1665" y="0"/>
                </a:moveTo>
                <a:cubicBezTo>
                  <a:pt x="1108" y="1035"/>
                  <a:pt x="553" y="2071"/>
                  <a:pt x="0" y="3106"/>
                </a:cubicBezTo>
                <a:cubicBezTo>
                  <a:pt x="551" y="2069"/>
                  <a:pt x="1107" y="1033"/>
                  <a:pt x="166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31"/>
          <p:cNvSpPr/>
          <p:nvPr/>
        </p:nvSpPr>
        <p:spPr>
          <a:xfrm>
            <a:off x="3770785" y="2879193"/>
            <a:ext cx="13" cy="422"/>
          </a:xfrm>
          <a:custGeom>
            <a:rect b="b" l="l" r="r" t="t"/>
            <a:pathLst>
              <a:path extrusionOk="0" h="595" w="18">
                <a:moveTo>
                  <a:pt x="18" y="0"/>
                </a:moveTo>
                <a:lnTo>
                  <a:pt x="0" y="595"/>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31"/>
          <p:cNvSpPr/>
          <p:nvPr/>
        </p:nvSpPr>
        <p:spPr>
          <a:xfrm>
            <a:off x="3791560" y="2736576"/>
            <a:ext cx="618" cy="2339"/>
          </a:xfrm>
          <a:custGeom>
            <a:rect b="b" l="l" r="r" t="t"/>
            <a:pathLst>
              <a:path extrusionOk="0" h="3294" w="871">
                <a:moveTo>
                  <a:pt x="871" y="0"/>
                </a:moveTo>
                <a:cubicBezTo>
                  <a:pt x="578" y="1096"/>
                  <a:pt x="288" y="2194"/>
                  <a:pt x="0" y="3294"/>
                </a:cubicBezTo>
                <a:cubicBezTo>
                  <a:pt x="289" y="2195"/>
                  <a:pt x="579" y="1097"/>
                  <a:pt x="87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31"/>
          <p:cNvSpPr/>
          <p:nvPr/>
        </p:nvSpPr>
        <p:spPr>
          <a:xfrm>
            <a:off x="4337865" y="2262592"/>
            <a:ext cx="3806" cy="454"/>
          </a:xfrm>
          <a:custGeom>
            <a:rect b="b" l="l" r="r" t="t"/>
            <a:pathLst>
              <a:path extrusionOk="0" h="639" w="5361">
                <a:moveTo>
                  <a:pt x="5361" y="0"/>
                </a:moveTo>
                <a:cubicBezTo>
                  <a:pt x="3573" y="204"/>
                  <a:pt x="1786" y="425"/>
                  <a:pt x="0" y="639"/>
                </a:cubicBezTo>
                <a:cubicBezTo>
                  <a:pt x="1786" y="425"/>
                  <a:pt x="3573" y="204"/>
                  <a:pt x="536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31"/>
          <p:cNvSpPr/>
          <p:nvPr/>
        </p:nvSpPr>
        <p:spPr>
          <a:xfrm>
            <a:off x="4243865" y="2280490"/>
            <a:ext cx="3764" cy="1029"/>
          </a:xfrm>
          <a:custGeom>
            <a:rect b="b" l="l" r="r" t="t"/>
            <a:pathLst>
              <a:path extrusionOk="0" h="1450" w="5301">
                <a:moveTo>
                  <a:pt x="5301" y="0"/>
                </a:moveTo>
                <a:cubicBezTo>
                  <a:pt x="3531" y="477"/>
                  <a:pt x="1766" y="964"/>
                  <a:pt x="0" y="1451"/>
                </a:cubicBezTo>
                <a:cubicBezTo>
                  <a:pt x="1766" y="964"/>
                  <a:pt x="3531" y="477"/>
                  <a:pt x="530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31"/>
          <p:cNvSpPr/>
          <p:nvPr/>
        </p:nvSpPr>
        <p:spPr>
          <a:xfrm>
            <a:off x="4274654" y="2273013"/>
            <a:ext cx="3775" cy="835"/>
          </a:xfrm>
          <a:custGeom>
            <a:rect b="b" l="l" r="r" t="t"/>
            <a:pathLst>
              <a:path extrusionOk="0" h="1176" w="5317">
                <a:moveTo>
                  <a:pt x="5317" y="0"/>
                </a:moveTo>
                <a:cubicBezTo>
                  <a:pt x="3542" y="384"/>
                  <a:pt x="1772" y="782"/>
                  <a:pt x="0" y="1176"/>
                </a:cubicBezTo>
                <a:cubicBezTo>
                  <a:pt x="1772" y="782"/>
                  <a:pt x="3542" y="384"/>
                  <a:pt x="531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31"/>
          <p:cNvSpPr/>
          <p:nvPr/>
        </p:nvSpPr>
        <p:spPr>
          <a:xfrm>
            <a:off x="4329853" y="2263555"/>
            <a:ext cx="3801" cy="501"/>
          </a:xfrm>
          <a:custGeom>
            <a:rect b="b" l="l" r="r" t="t"/>
            <a:pathLst>
              <a:path extrusionOk="0" h="705" w="5353">
                <a:moveTo>
                  <a:pt x="5353" y="0"/>
                </a:moveTo>
                <a:cubicBezTo>
                  <a:pt x="3566" y="226"/>
                  <a:pt x="1785" y="470"/>
                  <a:pt x="0" y="706"/>
                </a:cubicBezTo>
                <a:cubicBezTo>
                  <a:pt x="1785" y="470"/>
                  <a:pt x="3566" y="226"/>
                  <a:pt x="53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31"/>
          <p:cNvSpPr/>
          <p:nvPr/>
        </p:nvSpPr>
        <p:spPr>
          <a:xfrm>
            <a:off x="3783125" y="2769589"/>
            <a:ext cx="1154" cy="5556"/>
          </a:xfrm>
          <a:custGeom>
            <a:rect b="b" l="l" r="r" t="t"/>
            <a:pathLst>
              <a:path extrusionOk="0" h="7825" w="1625">
                <a:moveTo>
                  <a:pt x="1625" y="0"/>
                </a:moveTo>
                <a:cubicBezTo>
                  <a:pt x="1072" y="2605"/>
                  <a:pt x="531" y="5214"/>
                  <a:pt x="0" y="7826"/>
                </a:cubicBezTo>
                <a:cubicBezTo>
                  <a:pt x="529" y="5212"/>
                  <a:pt x="1071" y="2604"/>
                  <a:pt x="162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31"/>
          <p:cNvSpPr/>
          <p:nvPr/>
        </p:nvSpPr>
        <p:spPr>
          <a:xfrm>
            <a:off x="4345903" y="2261727"/>
            <a:ext cx="3816" cy="407"/>
          </a:xfrm>
          <a:custGeom>
            <a:rect b="b" l="l" r="r" t="t"/>
            <a:pathLst>
              <a:path extrusionOk="0" h="573" w="5374">
                <a:moveTo>
                  <a:pt x="5375" y="0"/>
                </a:moveTo>
                <a:cubicBezTo>
                  <a:pt x="3580" y="182"/>
                  <a:pt x="1792" y="382"/>
                  <a:pt x="0" y="574"/>
                </a:cubicBezTo>
                <a:cubicBezTo>
                  <a:pt x="1792" y="382"/>
                  <a:pt x="3580" y="182"/>
                  <a:pt x="537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31"/>
          <p:cNvSpPr/>
          <p:nvPr/>
        </p:nvSpPr>
        <p:spPr>
          <a:xfrm>
            <a:off x="3781595" y="2777357"/>
            <a:ext cx="1090" cy="5605"/>
          </a:xfrm>
          <a:custGeom>
            <a:rect b="b" l="l" r="r" t="t"/>
            <a:pathLst>
              <a:path extrusionOk="0" h="7894" w="1535">
                <a:moveTo>
                  <a:pt x="1536" y="0"/>
                </a:moveTo>
                <a:cubicBezTo>
                  <a:pt x="1015" y="2628"/>
                  <a:pt x="503" y="5260"/>
                  <a:pt x="0" y="7895"/>
                </a:cubicBezTo>
                <a:cubicBezTo>
                  <a:pt x="498" y="5259"/>
                  <a:pt x="1010" y="2627"/>
                  <a:pt x="153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31"/>
          <p:cNvSpPr/>
          <p:nvPr/>
        </p:nvSpPr>
        <p:spPr>
          <a:xfrm>
            <a:off x="3784748" y="2761877"/>
            <a:ext cx="1211" cy="5495"/>
          </a:xfrm>
          <a:custGeom>
            <a:rect b="b" l="l" r="r" t="t"/>
            <a:pathLst>
              <a:path extrusionOk="0" h="7739" w="1706">
                <a:moveTo>
                  <a:pt x="1706" y="0"/>
                </a:moveTo>
                <a:cubicBezTo>
                  <a:pt x="1127" y="2576"/>
                  <a:pt x="558" y="5156"/>
                  <a:pt x="0" y="7739"/>
                </a:cubicBezTo>
                <a:cubicBezTo>
                  <a:pt x="555" y="5155"/>
                  <a:pt x="1124" y="2575"/>
                  <a:pt x="170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31"/>
          <p:cNvSpPr/>
          <p:nvPr/>
        </p:nvSpPr>
        <p:spPr>
          <a:xfrm>
            <a:off x="4282430" y="2271375"/>
            <a:ext cx="3792" cy="790"/>
          </a:xfrm>
          <a:custGeom>
            <a:rect b="b" l="l" r="r" t="t"/>
            <a:pathLst>
              <a:path extrusionOk="0" h="1113" w="5341">
                <a:moveTo>
                  <a:pt x="5341" y="0"/>
                </a:moveTo>
                <a:cubicBezTo>
                  <a:pt x="3559" y="364"/>
                  <a:pt x="1780" y="741"/>
                  <a:pt x="0" y="1114"/>
                </a:cubicBezTo>
                <a:cubicBezTo>
                  <a:pt x="1780" y="741"/>
                  <a:pt x="3559" y="364"/>
                  <a:pt x="53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31"/>
          <p:cNvSpPr/>
          <p:nvPr/>
        </p:nvSpPr>
        <p:spPr>
          <a:xfrm>
            <a:off x="3776427" y="2808630"/>
            <a:ext cx="851" cy="5926"/>
          </a:xfrm>
          <a:custGeom>
            <a:rect b="b" l="l" r="r" t="t"/>
            <a:pathLst>
              <a:path extrusionOk="0" h="8346" w="1198">
                <a:moveTo>
                  <a:pt x="1199" y="0"/>
                </a:moveTo>
                <a:cubicBezTo>
                  <a:pt x="790" y="2779"/>
                  <a:pt x="385" y="5560"/>
                  <a:pt x="0" y="8347"/>
                </a:cubicBezTo>
                <a:cubicBezTo>
                  <a:pt x="385" y="5560"/>
                  <a:pt x="790" y="2780"/>
                  <a:pt x="11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31"/>
          <p:cNvSpPr/>
          <p:nvPr/>
        </p:nvSpPr>
        <p:spPr>
          <a:xfrm>
            <a:off x="4266881" y="2274743"/>
            <a:ext cx="3795" cy="890"/>
          </a:xfrm>
          <a:custGeom>
            <a:rect b="b" l="l" r="r" t="t"/>
            <a:pathLst>
              <a:path extrusionOk="0" h="1253" w="5345">
                <a:moveTo>
                  <a:pt x="5346" y="0"/>
                </a:moveTo>
                <a:cubicBezTo>
                  <a:pt x="3561" y="410"/>
                  <a:pt x="1781" y="833"/>
                  <a:pt x="0" y="1253"/>
                </a:cubicBezTo>
                <a:cubicBezTo>
                  <a:pt x="1781" y="833"/>
                  <a:pt x="3561" y="410"/>
                  <a:pt x="534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31"/>
          <p:cNvSpPr/>
          <p:nvPr/>
        </p:nvSpPr>
        <p:spPr>
          <a:xfrm>
            <a:off x="3778819" y="2792927"/>
            <a:ext cx="975" cy="5769"/>
          </a:xfrm>
          <a:custGeom>
            <a:rect b="b" l="l" r="r" t="t"/>
            <a:pathLst>
              <a:path extrusionOk="0" h="8125" w="1373">
                <a:moveTo>
                  <a:pt x="1373" y="0"/>
                </a:moveTo>
                <a:cubicBezTo>
                  <a:pt x="906" y="2705"/>
                  <a:pt x="448" y="5414"/>
                  <a:pt x="0" y="8125"/>
                </a:cubicBezTo>
                <a:cubicBezTo>
                  <a:pt x="443" y="5412"/>
                  <a:pt x="901" y="2704"/>
                  <a:pt x="137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31"/>
          <p:cNvSpPr/>
          <p:nvPr/>
        </p:nvSpPr>
        <p:spPr>
          <a:xfrm>
            <a:off x="3780158" y="2785130"/>
            <a:ext cx="1034" cy="5687"/>
          </a:xfrm>
          <a:custGeom>
            <a:rect b="b" l="l" r="r" t="t"/>
            <a:pathLst>
              <a:path extrusionOk="0" h="8010" w="1457">
                <a:moveTo>
                  <a:pt x="1457" y="0"/>
                </a:moveTo>
                <a:cubicBezTo>
                  <a:pt x="962" y="2667"/>
                  <a:pt x="476" y="5337"/>
                  <a:pt x="0" y="8011"/>
                </a:cubicBezTo>
                <a:cubicBezTo>
                  <a:pt x="471" y="5336"/>
                  <a:pt x="957" y="2666"/>
                  <a:pt x="145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31"/>
          <p:cNvSpPr/>
          <p:nvPr/>
        </p:nvSpPr>
        <p:spPr>
          <a:xfrm>
            <a:off x="4259167" y="2276563"/>
            <a:ext cx="3801" cy="941"/>
          </a:xfrm>
          <a:custGeom>
            <a:rect b="b" l="l" r="r" t="t"/>
            <a:pathLst>
              <a:path extrusionOk="0" h="1325" w="5353">
                <a:moveTo>
                  <a:pt x="5353" y="0"/>
                </a:moveTo>
                <a:cubicBezTo>
                  <a:pt x="3566" y="434"/>
                  <a:pt x="1784" y="880"/>
                  <a:pt x="0" y="1325"/>
                </a:cubicBezTo>
                <a:cubicBezTo>
                  <a:pt x="1784" y="880"/>
                  <a:pt x="3566" y="434"/>
                  <a:pt x="53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31"/>
          <p:cNvSpPr/>
          <p:nvPr/>
        </p:nvSpPr>
        <p:spPr>
          <a:xfrm>
            <a:off x="4313883" y="2265775"/>
            <a:ext cx="3843" cy="604"/>
          </a:xfrm>
          <a:custGeom>
            <a:rect b="b" l="l" r="r" t="t"/>
            <a:pathLst>
              <a:path extrusionOk="0" h="851" w="5412">
                <a:moveTo>
                  <a:pt x="5412" y="0"/>
                </a:moveTo>
                <a:cubicBezTo>
                  <a:pt x="3604" y="276"/>
                  <a:pt x="1803" y="566"/>
                  <a:pt x="0" y="851"/>
                </a:cubicBezTo>
                <a:cubicBezTo>
                  <a:pt x="1803" y="566"/>
                  <a:pt x="3604" y="276"/>
                  <a:pt x="541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31"/>
          <p:cNvSpPr/>
          <p:nvPr/>
        </p:nvSpPr>
        <p:spPr>
          <a:xfrm>
            <a:off x="4298088" y="2268383"/>
            <a:ext cx="3823" cy="699"/>
          </a:xfrm>
          <a:custGeom>
            <a:rect b="b" l="l" r="r" t="t"/>
            <a:pathLst>
              <a:path extrusionOk="0" h="984" w="5384">
                <a:moveTo>
                  <a:pt x="5384" y="0"/>
                </a:moveTo>
                <a:cubicBezTo>
                  <a:pt x="3586" y="320"/>
                  <a:pt x="1794" y="654"/>
                  <a:pt x="0" y="984"/>
                </a:cubicBezTo>
                <a:cubicBezTo>
                  <a:pt x="1794" y="654"/>
                  <a:pt x="3586" y="320"/>
                  <a:pt x="538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31"/>
          <p:cNvSpPr/>
          <p:nvPr/>
        </p:nvSpPr>
        <p:spPr>
          <a:xfrm>
            <a:off x="4321840" y="2264617"/>
            <a:ext cx="3830" cy="554"/>
          </a:xfrm>
          <a:custGeom>
            <a:rect b="b" l="l" r="r" t="t"/>
            <a:pathLst>
              <a:path extrusionOk="0" h="780" w="5394">
                <a:moveTo>
                  <a:pt x="5395" y="0"/>
                </a:moveTo>
                <a:cubicBezTo>
                  <a:pt x="3592" y="252"/>
                  <a:pt x="1797" y="520"/>
                  <a:pt x="0" y="781"/>
                </a:cubicBezTo>
                <a:cubicBezTo>
                  <a:pt x="1797" y="520"/>
                  <a:pt x="3594" y="252"/>
                  <a:pt x="539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31"/>
          <p:cNvSpPr/>
          <p:nvPr/>
        </p:nvSpPr>
        <p:spPr>
          <a:xfrm>
            <a:off x="4290252" y="2269832"/>
            <a:ext cx="3792" cy="742"/>
          </a:xfrm>
          <a:custGeom>
            <a:rect b="b" l="l" r="r" t="t"/>
            <a:pathLst>
              <a:path extrusionOk="0" h="1045" w="5341">
                <a:moveTo>
                  <a:pt x="5341" y="0"/>
                </a:moveTo>
                <a:cubicBezTo>
                  <a:pt x="3558" y="340"/>
                  <a:pt x="1779" y="695"/>
                  <a:pt x="0" y="1046"/>
                </a:cubicBezTo>
                <a:cubicBezTo>
                  <a:pt x="1779" y="694"/>
                  <a:pt x="3557" y="341"/>
                  <a:pt x="53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31"/>
          <p:cNvSpPr/>
          <p:nvPr/>
        </p:nvSpPr>
        <p:spPr>
          <a:xfrm>
            <a:off x="3777574" y="2800768"/>
            <a:ext cx="913" cy="5840"/>
          </a:xfrm>
          <a:custGeom>
            <a:rect b="b" l="l" r="r" t="t"/>
            <a:pathLst>
              <a:path extrusionOk="0" h="8225" w="1286">
                <a:moveTo>
                  <a:pt x="1287" y="0"/>
                </a:moveTo>
                <a:cubicBezTo>
                  <a:pt x="848" y="2739"/>
                  <a:pt x="414" y="5480"/>
                  <a:pt x="0" y="8225"/>
                </a:cubicBezTo>
                <a:cubicBezTo>
                  <a:pt x="414" y="5480"/>
                  <a:pt x="848" y="2739"/>
                  <a:pt x="128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31"/>
          <p:cNvSpPr/>
          <p:nvPr/>
        </p:nvSpPr>
        <p:spPr>
          <a:xfrm>
            <a:off x="4251501" y="2278482"/>
            <a:ext cx="3776" cy="983"/>
          </a:xfrm>
          <a:custGeom>
            <a:rect b="b" l="l" r="r" t="t"/>
            <a:pathLst>
              <a:path extrusionOk="0" h="1385" w="5318">
                <a:moveTo>
                  <a:pt x="5319" y="0"/>
                </a:moveTo>
                <a:cubicBezTo>
                  <a:pt x="3543" y="454"/>
                  <a:pt x="1772" y="921"/>
                  <a:pt x="0" y="1385"/>
                </a:cubicBezTo>
                <a:cubicBezTo>
                  <a:pt x="1772" y="921"/>
                  <a:pt x="3543" y="454"/>
                  <a:pt x="531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31"/>
          <p:cNvSpPr/>
          <p:nvPr/>
        </p:nvSpPr>
        <p:spPr>
          <a:xfrm>
            <a:off x="4305972" y="2267032"/>
            <a:ext cx="3823" cy="650"/>
          </a:xfrm>
          <a:custGeom>
            <a:rect b="b" l="l" r="r" t="t"/>
            <a:pathLst>
              <a:path extrusionOk="0" h="916" w="5384">
                <a:moveTo>
                  <a:pt x="5384" y="0"/>
                </a:moveTo>
                <a:cubicBezTo>
                  <a:pt x="3587" y="297"/>
                  <a:pt x="1794" y="609"/>
                  <a:pt x="0" y="916"/>
                </a:cubicBezTo>
                <a:cubicBezTo>
                  <a:pt x="1794" y="609"/>
                  <a:pt x="3587" y="297"/>
                  <a:pt x="538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31"/>
          <p:cNvSpPr/>
          <p:nvPr/>
        </p:nvSpPr>
        <p:spPr>
          <a:xfrm>
            <a:off x="3491377" y="2887364"/>
            <a:ext cx="9457" cy="28"/>
          </a:xfrm>
          <a:custGeom>
            <a:rect b="b" l="l" r="r" t="t"/>
            <a:pathLst>
              <a:path extrusionOk="0" h="39" w="13320">
                <a:moveTo>
                  <a:pt x="0" y="40"/>
                </a:moveTo>
                <a:lnTo>
                  <a:pt x="0" y="40"/>
                </a:lnTo>
                <a:lnTo>
                  <a:pt x="0" y="0"/>
                </a:lnTo>
                <a:lnTo>
                  <a:pt x="0" y="40"/>
                </a:ln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31"/>
          <p:cNvSpPr/>
          <p:nvPr/>
        </p:nvSpPr>
        <p:spPr>
          <a:xfrm>
            <a:off x="3770549" y="2879615"/>
            <a:ext cx="236" cy="7777"/>
          </a:xfrm>
          <a:custGeom>
            <a:rect b="b" l="l" r="r" t="t"/>
            <a:pathLst>
              <a:path extrusionOk="0" h="10953" w="333">
                <a:moveTo>
                  <a:pt x="333" y="0"/>
                </a:moveTo>
                <a:cubicBezTo>
                  <a:pt x="201" y="3646"/>
                  <a:pt x="90" y="7297"/>
                  <a:pt x="0" y="10953"/>
                </a:cubicBezTo>
                <a:cubicBezTo>
                  <a:pt x="88" y="7297"/>
                  <a:pt x="199" y="3646"/>
                  <a:pt x="33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31"/>
          <p:cNvSpPr/>
          <p:nvPr/>
        </p:nvSpPr>
        <p:spPr>
          <a:xfrm>
            <a:off x="3517935" y="2677780"/>
            <a:ext cx="967" cy="3898"/>
          </a:xfrm>
          <a:custGeom>
            <a:rect b="b" l="l" r="r" t="t"/>
            <a:pathLst>
              <a:path extrusionOk="0" h="5490" w="1362">
                <a:moveTo>
                  <a:pt x="0" y="5491"/>
                </a:moveTo>
                <a:cubicBezTo>
                  <a:pt x="450" y="3660"/>
                  <a:pt x="904" y="1830"/>
                  <a:pt x="1363" y="0"/>
                </a:cubicBezTo>
                <a:cubicBezTo>
                  <a:pt x="903" y="1830"/>
                  <a:pt x="449" y="3660"/>
                  <a:pt x="0" y="5491"/>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31"/>
          <p:cNvSpPr/>
          <p:nvPr/>
        </p:nvSpPr>
        <p:spPr>
          <a:xfrm>
            <a:off x="4354011" y="2260962"/>
            <a:ext cx="3774" cy="355"/>
          </a:xfrm>
          <a:custGeom>
            <a:rect b="b" l="l" r="r" t="t"/>
            <a:pathLst>
              <a:path extrusionOk="0" h="500" w="5316">
                <a:moveTo>
                  <a:pt x="5316" y="0"/>
                </a:moveTo>
                <a:cubicBezTo>
                  <a:pt x="3542" y="157"/>
                  <a:pt x="1772" y="333"/>
                  <a:pt x="0" y="501"/>
                </a:cubicBezTo>
                <a:cubicBezTo>
                  <a:pt x="1772" y="333"/>
                  <a:pt x="3542" y="157"/>
                  <a:pt x="531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31"/>
          <p:cNvSpPr/>
          <p:nvPr/>
        </p:nvSpPr>
        <p:spPr>
          <a:xfrm>
            <a:off x="3520644" y="2666830"/>
            <a:ext cx="1081" cy="4128"/>
          </a:xfrm>
          <a:custGeom>
            <a:rect b="b" l="l" r="r" t="t"/>
            <a:pathLst>
              <a:path extrusionOk="0" h="5814" w="1522">
                <a:moveTo>
                  <a:pt x="0" y="5814"/>
                </a:moveTo>
                <a:cubicBezTo>
                  <a:pt x="503" y="3875"/>
                  <a:pt x="1011" y="1937"/>
                  <a:pt x="1523" y="0"/>
                </a:cubicBezTo>
                <a:cubicBezTo>
                  <a:pt x="1010" y="1937"/>
                  <a:pt x="502" y="3875"/>
                  <a:pt x="0" y="581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31"/>
          <p:cNvSpPr/>
          <p:nvPr/>
        </p:nvSpPr>
        <p:spPr>
          <a:xfrm>
            <a:off x="3526476" y="2644989"/>
            <a:ext cx="1314" cy="4549"/>
          </a:xfrm>
          <a:custGeom>
            <a:rect b="b" l="l" r="r" t="t"/>
            <a:pathLst>
              <a:path extrusionOk="0" h="6407" w="1850">
                <a:moveTo>
                  <a:pt x="0" y="6407"/>
                </a:moveTo>
                <a:cubicBezTo>
                  <a:pt x="610" y="4269"/>
                  <a:pt x="1227" y="2134"/>
                  <a:pt x="1850" y="0"/>
                </a:cubicBezTo>
                <a:cubicBezTo>
                  <a:pt x="1229" y="2134"/>
                  <a:pt x="613" y="4270"/>
                  <a:pt x="0" y="640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31"/>
          <p:cNvSpPr/>
          <p:nvPr/>
        </p:nvSpPr>
        <p:spPr>
          <a:xfrm>
            <a:off x="3771150" y="2863924"/>
            <a:ext cx="393" cy="7097"/>
          </a:xfrm>
          <a:custGeom>
            <a:rect b="b" l="l" r="r" t="t"/>
            <a:pathLst>
              <a:path extrusionOk="0" h="9996" w="554">
                <a:moveTo>
                  <a:pt x="554" y="0"/>
                </a:moveTo>
                <a:cubicBezTo>
                  <a:pt x="354" y="3329"/>
                  <a:pt x="170" y="6661"/>
                  <a:pt x="0" y="9997"/>
                </a:cubicBezTo>
                <a:cubicBezTo>
                  <a:pt x="165" y="6660"/>
                  <a:pt x="350" y="3328"/>
                  <a:pt x="55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31"/>
          <p:cNvSpPr/>
          <p:nvPr/>
        </p:nvSpPr>
        <p:spPr>
          <a:xfrm>
            <a:off x="3536261" y="2612387"/>
            <a:ext cx="1682" cy="5096"/>
          </a:xfrm>
          <a:custGeom>
            <a:rect b="b" l="l" r="r" t="t"/>
            <a:pathLst>
              <a:path extrusionOk="0" h="7178" w="2369">
                <a:moveTo>
                  <a:pt x="0" y="7178"/>
                </a:moveTo>
                <a:cubicBezTo>
                  <a:pt x="779" y="4783"/>
                  <a:pt x="1576" y="2392"/>
                  <a:pt x="2370" y="0"/>
                </a:cubicBezTo>
                <a:cubicBezTo>
                  <a:pt x="1576" y="2392"/>
                  <a:pt x="779" y="4782"/>
                  <a:pt x="0" y="717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31"/>
          <p:cNvSpPr/>
          <p:nvPr/>
        </p:nvSpPr>
        <p:spPr>
          <a:xfrm>
            <a:off x="3770799" y="2871786"/>
            <a:ext cx="317" cy="7410"/>
          </a:xfrm>
          <a:custGeom>
            <a:rect b="b" l="l" r="r" t="t"/>
            <a:pathLst>
              <a:path extrusionOk="0" h="10437" w="447">
                <a:moveTo>
                  <a:pt x="448" y="0"/>
                </a:moveTo>
                <a:cubicBezTo>
                  <a:pt x="280" y="3475"/>
                  <a:pt x="131" y="6954"/>
                  <a:pt x="0" y="10438"/>
                </a:cubicBezTo>
                <a:cubicBezTo>
                  <a:pt x="128" y="6953"/>
                  <a:pt x="277" y="3474"/>
                  <a:pt x="44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31"/>
          <p:cNvSpPr/>
          <p:nvPr/>
        </p:nvSpPr>
        <p:spPr>
          <a:xfrm>
            <a:off x="3529602" y="2634109"/>
            <a:ext cx="1428" cy="4720"/>
          </a:xfrm>
          <a:custGeom>
            <a:rect b="b" l="l" r="r" t="t"/>
            <a:pathLst>
              <a:path extrusionOk="0" h="6648" w="2011">
                <a:moveTo>
                  <a:pt x="0" y="6648"/>
                </a:moveTo>
                <a:cubicBezTo>
                  <a:pt x="663" y="4430"/>
                  <a:pt x="1334" y="2214"/>
                  <a:pt x="2011" y="0"/>
                </a:cubicBezTo>
                <a:cubicBezTo>
                  <a:pt x="1337" y="2215"/>
                  <a:pt x="667" y="4431"/>
                  <a:pt x="0" y="664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31"/>
          <p:cNvSpPr/>
          <p:nvPr/>
        </p:nvSpPr>
        <p:spPr>
          <a:xfrm>
            <a:off x="3532864" y="2623244"/>
            <a:ext cx="1551" cy="4903"/>
          </a:xfrm>
          <a:custGeom>
            <a:rect b="b" l="l" r="r" t="t"/>
            <a:pathLst>
              <a:path extrusionOk="0" h="6905" w="2184">
                <a:moveTo>
                  <a:pt x="0" y="6905"/>
                </a:moveTo>
                <a:cubicBezTo>
                  <a:pt x="719" y="4601"/>
                  <a:pt x="1448" y="2299"/>
                  <a:pt x="2185" y="0"/>
                </a:cubicBezTo>
                <a:cubicBezTo>
                  <a:pt x="1452" y="2300"/>
                  <a:pt x="724" y="4602"/>
                  <a:pt x="0" y="690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31"/>
          <p:cNvSpPr/>
          <p:nvPr/>
        </p:nvSpPr>
        <p:spPr>
          <a:xfrm>
            <a:off x="3506557" y="2732948"/>
            <a:ext cx="290" cy="1596"/>
          </a:xfrm>
          <a:custGeom>
            <a:rect b="b" l="l" r="r" t="t"/>
            <a:pathLst>
              <a:path extrusionOk="0" h="2248" w="408">
                <a:moveTo>
                  <a:pt x="0" y="2248"/>
                </a:moveTo>
                <a:cubicBezTo>
                  <a:pt x="137" y="1498"/>
                  <a:pt x="270" y="749"/>
                  <a:pt x="409" y="0"/>
                </a:cubicBezTo>
                <a:cubicBezTo>
                  <a:pt x="270" y="749"/>
                  <a:pt x="137" y="1500"/>
                  <a:pt x="0" y="224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31"/>
          <p:cNvSpPr/>
          <p:nvPr/>
        </p:nvSpPr>
        <p:spPr>
          <a:xfrm>
            <a:off x="3504756" y="2744062"/>
            <a:ext cx="89" cy="533"/>
          </a:xfrm>
          <a:custGeom>
            <a:rect b="b" l="l" r="r" t="t"/>
            <a:pathLst>
              <a:path extrusionOk="0" h="751" w="126">
                <a:moveTo>
                  <a:pt x="0" y="751"/>
                </a:moveTo>
                <a:lnTo>
                  <a:pt x="127" y="0"/>
                </a:ln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31"/>
          <p:cNvSpPr/>
          <p:nvPr/>
        </p:nvSpPr>
        <p:spPr>
          <a:xfrm>
            <a:off x="3515366" y="2688759"/>
            <a:ext cx="851" cy="3618"/>
          </a:xfrm>
          <a:custGeom>
            <a:rect b="b" l="l" r="r" t="t"/>
            <a:pathLst>
              <a:path extrusionOk="0" h="5096" w="1198">
                <a:moveTo>
                  <a:pt x="0" y="5096"/>
                </a:moveTo>
                <a:cubicBezTo>
                  <a:pt x="398" y="3397"/>
                  <a:pt x="794" y="1697"/>
                  <a:pt x="1199" y="0"/>
                </a:cubicBezTo>
                <a:cubicBezTo>
                  <a:pt x="794" y="1697"/>
                  <a:pt x="398" y="3397"/>
                  <a:pt x="0" y="5096"/>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31"/>
          <p:cNvSpPr/>
          <p:nvPr/>
        </p:nvSpPr>
        <p:spPr>
          <a:xfrm>
            <a:off x="3508533" y="2721870"/>
            <a:ext cx="449" cy="2296"/>
          </a:xfrm>
          <a:custGeom>
            <a:rect b="b" l="l" r="r" t="t"/>
            <a:pathLst>
              <a:path extrusionOk="0" h="3234" w="632">
                <a:moveTo>
                  <a:pt x="0" y="3234"/>
                </a:moveTo>
                <a:cubicBezTo>
                  <a:pt x="213" y="2157"/>
                  <a:pt x="418" y="1078"/>
                  <a:pt x="633" y="0"/>
                </a:cubicBezTo>
                <a:cubicBezTo>
                  <a:pt x="418" y="1078"/>
                  <a:pt x="212" y="2157"/>
                  <a:pt x="0" y="323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31"/>
          <p:cNvSpPr/>
          <p:nvPr/>
        </p:nvSpPr>
        <p:spPr>
          <a:xfrm>
            <a:off x="4236260" y="2282588"/>
            <a:ext cx="3761" cy="1078"/>
          </a:xfrm>
          <a:custGeom>
            <a:rect b="b" l="l" r="r" t="t"/>
            <a:pathLst>
              <a:path extrusionOk="0" h="1519" w="5297">
                <a:moveTo>
                  <a:pt x="5297" y="0"/>
                </a:moveTo>
                <a:cubicBezTo>
                  <a:pt x="3528" y="500"/>
                  <a:pt x="1763" y="1006"/>
                  <a:pt x="0" y="1520"/>
                </a:cubicBezTo>
                <a:cubicBezTo>
                  <a:pt x="1765" y="1011"/>
                  <a:pt x="3528" y="500"/>
                  <a:pt x="529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31"/>
          <p:cNvSpPr/>
          <p:nvPr/>
        </p:nvSpPr>
        <p:spPr>
          <a:xfrm>
            <a:off x="3512943" y="2699774"/>
            <a:ext cx="723" cy="3262"/>
          </a:xfrm>
          <a:custGeom>
            <a:rect b="b" l="l" r="r" t="t"/>
            <a:pathLst>
              <a:path extrusionOk="0" h="4594" w="1019">
                <a:moveTo>
                  <a:pt x="0" y="4594"/>
                </a:moveTo>
                <a:cubicBezTo>
                  <a:pt x="340" y="3064"/>
                  <a:pt x="675" y="1531"/>
                  <a:pt x="1019" y="0"/>
                </a:cubicBezTo>
                <a:cubicBezTo>
                  <a:pt x="675" y="1531"/>
                  <a:pt x="340" y="3062"/>
                  <a:pt x="0" y="459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31"/>
          <p:cNvSpPr/>
          <p:nvPr/>
        </p:nvSpPr>
        <p:spPr>
          <a:xfrm>
            <a:off x="3923241" y="2442569"/>
            <a:ext cx="41150" cy="44196"/>
          </a:xfrm>
          <a:custGeom>
            <a:rect b="b" l="l" r="r" t="t"/>
            <a:pathLst>
              <a:path extrusionOk="0" h="62248" w="57958">
                <a:moveTo>
                  <a:pt x="0" y="62249"/>
                </a:moveTo>
                <a:cubicBezTo>
                  <a:pt x="18350" y="40608"/>
                  <a:pt x="37669" y="19859"/>
                  <a:pt x="57958" y="0"/>
                </a:cubicBezTo>
                <a:cubicBezTo>
                  <a:pt x="37693" y="19836"/>
                  <a:pt x="18373" y="40585"/>
                  <a:pt x="0" y="62249"/>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31"/>
          <p:cNvSpPr/>
          <p:nvPr/>
        </p:nvSpPr>
        <p:spPr>
          <a:xfrm>
            <a:off x="3510664" y="2710810"/>
            <a:ext cx="591" cy="2836"/>
          </a:xfrm>
          <a:custGeom>
            <a:rect b="b" l="l" r="r" t="t"/>
            <a:pathLst>
              <a:path extrusionOk="0" h="3995" w="833">
                <a:moveTo>
                  <a:pt x="0" y="3996"/>
                </a:moveTo>
                <a:cubicBezTo>
                  <a:pt x="277" y="2665"/>
                  <a:pt x="551" y="1332"/>
                  <a:pt x="834" y="0"/>
                </a:cubicBezTo>
                <a:cubicBezTo>
                  <a:pt x="551" y="1332"/>
                  <a:pt x="277" y="2664"/>
                  <a:pt x="0" y="3996"/>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31"/>
          <p:cNvSpPr/>
          <p:nvPr/>
        </p:nvSpPr>
        <p:spPr>
          <a:xfrm>
            <a:off x="3523493" y="2655894"/>
            <a:ext cx="1196" cy="4348"/>
          </a:xfrm>
          <a:custGeom>
            <a:rect b="b" l="l" r="r" t="t"/>
            <a:pathLst>
              <a:path extrusionOk="0" h="6124" w="1684">
                <a:moveTo>
                  <a:pt x="0" y="6125"/>
                </a:moveTo>
                <a:cubicBezTo>
                  <a:pt x="555" y="4081"/>
                  <a:pt x="1117" y="2040"/>
                  <a:pt x="1685" y="0"/>
                </a:cubicBezTo>
                <a:cubicBezTo>
                  <a:pt x="1119" y="2041"/>
                  <a:pt x="557" y="4082"/>
                  <a:pt x="0" y="612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31"/>
          <p:cNvSpPr/>
          <p:nvPr/>
        </p:nvSpPr>
        <p:spPr>
          <a:xfrm>
            <a:off x="4378555" y="2259268"/>
            <a:ext cx="3621" cy="204"/>
          </a:xfrm>
          <a:custGeom>
            <a:rect b="b" l="l" r="r" t="t"/>
            <a:pathLst>
              <a:path extrusionOk="0" h="287" w="5100">
                <a:moveTo>
                  <a:pt x="5100" y="0"/>
                </a:moveTo>
                <a:cubicBezTo>
                  <a:pt x="3398" y="85"/>
                  <a:pt x="1701" y="192"/>
                  <a:pt x="0" y="288"/>
                </a:cubicBezTo>
                <a:cubicBezTo>
                  <a:pt x="1701" y="192"/>
                  <a:pt x="3398" y="85"/>
                  <a:pt x="510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31"/>
          <p:cNvSpPr/>
          <p:nvPr/>
        </p:nvSpPr>
        <p:spPr>
          <a:xfrm>
            <a:off x="4386819" y="2258906"/>
            <a:ext cx="3544" cy="155"/>
          </a:xfrm>
          <a:custGeom>
            <a:rect b="b" l="l" r="r" t="t"/>
            <a:pathLst>
              <a:path extrusionOk="0" h="218" w="4991">
                <a:moveTo>
                  <a:pt x="4991" y="0"/>
                </a:moveTo>
                <a:cubicBezTo>
                  <a:pt x="3325" y="63"/>
                  <a:pt x="1664" y="147"/>
                  <a:pt x="0" y="218"/>
                </a:cubicBezTo>
                <a:cubicBezTo>
                  <a:pt x="1664" y="147"/>
                  <a:pt x="3325" y="63"/>
                  <a:pt x="499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31"/>
          <p:cNvSpPr/>
          <p:nvPr/>
        </p:nvSpPr>
        <p:spPr>
          <a:xfrm>
            <a:off x="3773569" y="2832273"/>
            <a:ext cx="667" cy="6313"/>
          </a:xfrm>
          <a:custGeom>
            <a:rect b="b" l="l" r="r" t="t"/>
            <a:pathLst>
              <a:path extrusionOk="0" h="8891" w="939">
                <a:moveTo>
                  <a:pt x="939" y="0"/>
                </a:moveTo>
                <a:cubicBezTo>
                  <a:pt x="614" y="2961"/>
                  <a:pt x="296" y="5923"/>
                  <a:pt x="0" y="8891"/>
                </a:cubicBezTo>
                <a:cubicBezTo>
                  <a:pt x="296" y="5923"/>
                  <a:pt x="614" y="2961"/>
                  <a:pt x="93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31"/>
          <p:cNvSpPr/>
          <p:nvPr/>
        </p:nvSpPr>
        <p:spPr>
          <a:xfrm>
            <a:off x="4395198" y="2258647"/>
            <a:ext cx="3372" cy="104"/>
          </a:xfrm>
          <a:custGeom>
            <a:rect b="b" l="l" r="r" t="t"/>
            <a:pathLst>
              <a:path extrusionOk="0" h="147" w="4749">
                <a:moveTo>
                  <a:pt x="4750" y="0"/>
                </a:moveTo>
                <a:cubicBezTo>
                  <a:pt x="3163" y="40"/>
                  <a:pt x="1584" y="100"/>
                  <a:pt x="0" y="148"/>
                </a:cubicBezTo>
                <a:cubicBezTo>
                  <a:pt x="1584" y="100"/>
                  <a:pt x="3163" y="40"/>
                  <a:pt x="475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31"/>
          <p:cNvSpPr/>
          <p:nvPr/>
        </p:nvSpPr>
        <p:spPr>
          <a:xfrm>
            <a:off x="4370314" y="2259731"/>
            <a:ext cx="3704" cy="255"/>
          </a:xfrm>
          <a:custGeom>
            <a:rect b="b" l="l" r="r" t="t"/>
            <a:pathLst>
              <a:path extrusionOk="0" h="359" w="5217">
                <a:moveTo>
                  <a:pt x="5218" y="0"/>
                </a:moveTo>
                <a:cubicBezTo>
                  <a:pt x="3476" y="111"/>
                  <a:pt x="1740" y="240"/>
                  <a:pt x="0" y="360"/>
                </a:cubicBezTo>
                <a:cubicBezTo>
                  <a:pt x="1740" y="240"/>
                  <a:pt x="3476" y="111"/>
                  <a:pt x="521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31"/>
          <p:cNvSpPr/>
          <p:nvPr/>
        </p:nvSpPr>
        <p:spPr>
          <a:xfrm>
            <a:off x="4362133" y="2260296"/>
            <a:ext cx="3760" cy="306"/>
          </a:xfrm>
          <a:custGeom>
            <a:rect b="b" l="l" r="r" t="t"/>
            <a:pathLst>
              <a:path extrusionOk="0" h="431" w="5296">
                <a:moveTo>
                  <a:pt x="5296" y="0"/>
                </a:moveTo>
                <a:cubicBezTo>
                  <a:pt x="3528" y="133"/>
                  <a:pt x="1765" y="286"/>
                  <a:pt x="0" y="432"/>
                </a:cubicBezTo>
                <a:cubicBezTo>
                  <a:pt x="1765" y="286"/>
                  <a:pt x="3528" y="133"/>
                  <a:pt x="529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31"/>
          <p:cNvSpPr/>
          <p:nvPr/>
        </p:nvSpPr>
        <p:spPr>
          <a:xfrm>
            <a:off x="3775376" y="2816493"/>
            <a:ext cx="791" cy="6048"/>
          </a:xfrm>
          <a:custGeom>
            <a:rect b="b" l="l" r="r" t="t"/>
            <a:pathLst>
              <a:path extrusionOk="0" h="8519" w="1114">
                <a:moveTo>
                  <a:pt x="1115" y="0"/>
                </a:moveTo>
                <a:cubicBezTo>
                  <a:pt x="733" y="2837"/>
                  <a:pt x="355" y="5674"/>
                  <a:pt x="0" y="8520"/>
                </a:cubicBezTo>
                <a:cubicBezTo>
                  <a:pt x="355" y="5674"/>
                  <a:pt x="733" y="2837"/>
                  <a:pt x="1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31"/>
          <p:cNvSpPr/>
          <p:nvPr/>
        </p:nvSpPr>
        <p:spPr>
          <a:xfrm>
            <a:off x="4403977" y="2258491"/>
            <a:ext cx="2824" cy="52"/>
          </a:xfrm>
          <a:custGeom>
            <a:rect b="b" l="l" r="r" t="t"/>
            <a:pathLst>
              <a:path extrusionOk="0" h="73" w="3978">
                <a:moveTo>
                  <a:pt x="3979" y="0"/>
                </a:moveTo>
                <a:cubicBezTo>
                  <a:pt x="2651" y="16"/>
                  <a:pt x="1327" y="52"/>
                  <a:pt x="0" y="73"/>
                </a:cubicBezTo>
                <a:cubicBezTo>
                  <a:pt x="1327" y="52"/>
                  <a:pt x="2651" y="16"/>
                  <a:pt x="39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31"/>
          <p:cNvSpPr/>
          <p:nvPr/>
        </p:nvSpPr>
        <p:spPr>
          <a:xfrm>
            <a:off x="3774423" y="2824368"/>
            <a:ext cx="731" cy="6180"/>
          </a:xfrm>
          <a:custGeom>
            <a:rect b="b" l="l" r="r" t="t"/>
            <a:pathLst>
              <a:path extrusionOk="0" h="8704" w="1029">
                <a:moveTo>
                  <a:pt x="1030" y="0"/>
                </a:moveTo>
                <a:cubicBezTo>
                  <a:pt x="675" y="2898"/>
                  <a:pt x="332" y="5800"/>
                  <a:pt x="0" y="8705"/>
                </a:cubicBezTo>
                <a:cubicBezTo>
                  <a:pt x="328" y="5798"/>
                  <a:pt x="671" y="2897"/>
                  <a:pt x="103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31"/>
          <p:cNvSpPr/>
          <p:nvPr/>
        </p:nvSpPr>
        <p:spPr>
          <a:xfrm>
            <a:off x="3771604" y="2856047"/>
            <a:ext cx="463" cy="6822"/>
          </a:xfrm>
          <a:custGeom>
            <a:rect b="b" l="l" r="r" t="t"/>
            <a:pathLst>
              <a:path extrusionOk="0" h="9609" w="652">
                <a:moveTo>
                  <a:pt x="653" y="0"/>
                </a:moveTo>
                <a:cubicBezTo>
                  <a:pt x="421" y="3198"/>
                  <a:pt x="203" y="6401"/>
                  <a:pt x="0" y="9609"/>
                </a:cubicBezTo>
                <a:cubicBezTo>
                  <a:pt x="198" y="6400"/>
                  <a:pt x="416" y="3197"/>
                  <a:pt x="6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1"/>
          <p:cNvSpPr/>
          <p:nvPr/>
        </p:nvSpPr>
        <p:spPr>
          <a:xfrm>
            <a:off x="3547282" y="2579879"/>
            <a:ext cx="2135" cy="5733"/>
          </a:xfrm>
          <a:custGeom>
            <a:rect b="b" l="l" r="r" t="t"/>
            <a:pathLst>
              <a:path extrusionOk="0" h="8074" w="3007">
                <a:moveTo>
                  <a:pt x="0" y="8075"/>
                </a:moveTo>
                <a:cubicBezTo>
                  <a:pt x="990" y="5379"/>
                  <a:pt x="2002" y="2689"/>
                  <a:pt x="3008" y="0"/>
                </a:cubicBezTo>
                <a:cubicBezTo>
                  <a:pt x="2002" y="2691"/>
                  <a:pt x="988" y="5379"/>
                  <a:pt x="0" y="807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31"/>
          <p:cNvSpPr/>
          <p:nvPr/>
        </p:nvSpPr>
        <p:spPr>
          <a:xfrm>
            <a:off x="3539796" y="2601573"/>
            <a:ext cx="1813" cy="5265"/>
          </a:xfrm>
          <a:custGeom>
            <a:rect b="b" l="l" r="r" t="t"/>
            <a:pathLst>
              <a:path extrusionOk="0" h="7416" w="2553">
                <a:moveTo>
                  <a:pt x="0" y="7417"/>
                </a:moveTo>
                <a:cubicBezTo>
                  <a:pt x="840" y="4941"/>
                  <a:pt x="1698" y="2471"/>
                  <a:pt x="2553" y="0"/>
                </a:cubicBezTo>
                <a:cubicBezTo>
                  <a:pt x="1698" y="2471"/>
                  <a:pt x="840" y="4941"/>
                  <a:pt x="0" y="741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31"/>
          <p:cNvSpPr/>
          <p:nvPr/>
        </p:nvSpPr>
        <p:spPr>
          <a:xfrm>
            <a:off x="3543473" y="2590757"/>
            <a:ext cx="1952" cy="5448"/>
          </a:xfrm>
          <a:custGeom>
            <a:rect b="b" l="l" r="r" t="t"/>
            <a:pathLst>
              <a:path extrusionOk="0" h="7673" w="2749">
                <a:moveTo>
                  <a:pt x="0" y="7674"/>
                </a:moveTo>
                <a:cubicBezTo>
                  <a:pt x="904" y="5112"/>
                  <a:pt x="1829" y="2558"/>
                  <a:pt x="2749" y="0"/>
                </a:cubicBezTo>
                <a:cubicBezTo>
                  <a:pt x="1829" y="2558"/>
                  <a:pt x="903" y="5112"/>
                  <a:pt x="0" y="767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31"/>
          <p:cNvSpPr/>
          <p:nvPr/>
        </p:nvSpPr>
        <p:spPr>
          <a:xfrm>
            <a:off x="3551228" y="2568927"/>
            <a:ext cx="2365" cy="6116"/>
          </a:xfrm>
          <a:custGeom>
            <a:rect b="b" l="l" r="r" t="t"/>
            <a:pathLst>
              <a:path extrusionOk="0" h="8614" w="3331">
                <a:moveTo>
                  <a:pt x="0" y="8614"/>
                </a:moveTo>
                <a:cubicBezTo>
                  <a:pt x="1095" y="5738"/>
                  <a:pt x="2216" y="2871"/>
                  <a:pt x="3331" y="0"/>
                </a:cubicBezTo>
                <a:cubicBezTo>
                  <a:pt x="2216" y="2871"/>
                  <a:pt x="1095" y="5738"/>
                  <a:pt x="0" y="861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31"/>
          <p:cNvSpPr/>
          <p:nvPr/>
        </p:nvSpPr>
        <p:spPr>
          <a:xfrm>
            <a:off x="3559533" y="2543500"/>
            <a:ext cx="4358" cy="10484"/>
          </a:xfrm>
          <a:custGeom>
            <a:rect b="b" l="l" r="r" t="t"/>
            <a:pathLst>
              <a:path extrusionOk="0" h="14766" w="6138">
                <a:moveTo>
                  <a:pt x="0" y="14767"/>
                </a:moveTo>
                <a:cubicBezTo>
                  <a:pt x="2016" y="9836"/>
                  <a:pt x="4062" y="4913"/>
                  <a:pt x="6138" y="0"/>
                </a:cubicBezTo>
                <a:cubicBezTo>
                  <a:pt x="4060" y="4912"/>
                  <a:pt x="2014" y="9835"/>
                  <a:pt x="0" y="1476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31"/>
          <p:cNvSpPr/>
          <p:nvPr/>
        </p:nvSpPr>
        <p:spPr>
          <a:xfrm>
            <a:off x="3772814" y="2840190"/>
            <a:ext cx="601" cy="6459"/>
          </a:xfrm>
          <a:custGeom>
            <a:rect b="b" l="l" r="r" t="t"/>
            <a:pathLst>
              <a:path extrusionOk="0" h="9097" w="847">
                <a:moveTo>
                  <a:pt x="847" y="0"/>
                </a:moveTo>
                <a:cubicBezTo>
                  <a:pt x="553" y="3029"/>
                  <a:pt x="270" y="6062"/>
                  <a:pt x="0" y="9098"/>
                </a:cubicBezTo>
                <a:cubicBezTo>
                  <a:pt x="265" y="6061"/>
                  <a:pt x="547" y="3028"/>
                  <a:pt x="8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31"/>
          <p:cNvSpPr/>
          <p:nvPr/>
        </p:nvSpPr>
        <p:spPr>
          <a:xfrm>
            <a:off x="3555312" y="2557635"/>
            <a:ext cx="2753" cy="6863"/>
          </a:xfrm>
          <a:custGeom>
            <a:rect b="b" l="l" r="r" t="t"/>
            <a:pathLst>
              <a:path extrusionOk="0" h="9666" w="3877">
                <a:moveTo>
                  <a:pt x="0" y="9667"/>
                </a:moveTo>
                <a:cubicBezTo>
                  <a:pt x="1274" y="6439"/>
                  <a:pt x="2578" y="3221"/>
                  <a:pt x="3878" y="0"/>
                </a:cubicBezTo>
                <a:cubicBezTo>
                  <a:pt x="2578" y="3221"/>
                  <a:pt x="1274" y="6439"/>
                  <a:pt x="0" y="966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31"/>
          <p:cNvSpPr/>
          <p:nvPr/>
        </p:nvSpPr>
        <p:spPr>
          <a:xfrm>
            <a:off x="3772159" y="2848122"/>
            <a:ext cx="533" cy="6620"/>
          </a:xfrm>
          <a:custGeom>
            <a:rect b="b" l="l" r="r" t="t"/>
            <a:pathLst>
              <a:path extrusionOk="0" h="9324" w="751">
                <a:moveTo>
                  <a:pt x="751" y="0"/>
                </a:moveTo>
                <a:cubicBezTo>
                  <a:pt x="488" y="3105"/>
                  <a:pt x="237" y="6213"/>
                  <a:pt x="0" y="9324"/>
                </a:cubicBezTo>
                <a:cubicBezTo>
                  <a:pt x="232" y="6211"/>
                  <a:pt x="482" y="3103"/>
                  <a:pt x="75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31"/>
          <p:cNvSpPr/>
          <p:nvPr/>
        </p:nvSpPr>
        <p:spPr>
          <a:xfrm>
            <a:off x="4184166" y="2299780"/>
            <a:ext cx="3683" cy="1406"/>
          </a:xfrm>
          <a:custGeom>
            <a:rect b="b" l="l" r="r" t="t"/>
            <a:pathLst>
              <a:path extrusionOk="0" h="1980" w="5188">
                <a:moveTo>
                  <a:pt x="5188" y="0"/>
                </a:moveTo>
                <a:cubicBezTo>
                  <a:pt x="3455" y="654"/>
                  <a:pt x="1726" y="1314"/>
                  <a:pt x="0" y="1981"/>
                </a:cubicBezTo>
                <a:cubicBezTo>
                  <a:pt x="1726" y="1316"/>
                  <a:pt x="3456" y="656"/>
                  <a:pt x="518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31"/>
          <p:cNvSpPr/>
          <p:nvPr/>
        </p:nvSpPr>
        <p:spPr>
          <a:xfrm>
            <a:off x="3832656" y="2622084"/>
            <a:ext cx="2254" cy="4687"/>
          </a:xfrm>
          <a:custGeom>
            <a:rect b="b" l="l" r="r" t="t"/>
            <a:pathLst>
              <a:path extrusionOk="0" h="6601" w="3175">
                <a:moveTo>
                  <a:pt x="3176" y="0"/>
                </a:moveTo>
                <a:cubicBezTo>
                  <a:pt x="2107" y="2195"/>
                  <a:pt x="1049" y="4396"/>
                  <a:pt x="0" y="6602"/>
                </a:cubicBezTo>
                <a:cubicBezTo>
                  <a:pt x="1051" y="4397"/>
                  <a:pt x="2110" y="2197"/>
                  <a:pt x="31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31"/>
          <p:cNvSpPr/>
          <p:nvPr/>
        </p:nvSpPr>
        <p:spPr>
          <a:xfrm>
            <a:off x="4004616" y="2403380"/>
            <a:ext cx="3606" cy="2952"/>
          </a:xfrm>
          <a:custGeom>
            <a:rect b="b" l="l" r="r" t="t"/>
            <a:pathLst>
              <a:path extrusionOk="0" h="4158" w="5079">
                <a:moveTo>
                  <a:pt x="5079" y="0"/>
                </a:moveTo>
                <a:cubicBezTo>
                  <a:pt x="3383" y="1383"/>
                  <a:pt x="1685" y="2764"/>
                  <a:pt x="0" y="4159"/>
                </a:cubicBezTo>
                <a:cubicBezTo>
                  <a:pt x="1685" y="2764"/>
                  <a:pt x="3383" y="1383"/>
                  <a:pt x="50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31"/>
          <p:cNvSpPr/>
          <p:nvPr/>
        </p:nvSpPr>
        <p:spPr>
          <a:xfrm>
            <a:off x="3992892" y="2413108"/>
            <a:ext cx="3684" cy="3164"/>
          </a:xfrm>
          <a:custGeom>
            <a:rect b="b" l="l" r="r" t="t"/>
            <a:pathLst>
              <a:path extrusionOk="0" h="4456" w="5189">
                <a:moveTo>
                  <a:pt x="5190" y="0"/>
                </a:moveTo>
                <a:cubicBezTo>
                  <a:pt x="3457" y="1483"/>
                  <a:pt x="1721" y="2962"/>
                  <a:pt x="0" y="4457"/>
                </a:cubicBezTo>
                <a:cubicBezTo>
                  <a:pt x="1721" y="2962"/>
                  <a:pt x="3457" y="1483"/>
                  <a:pt x="519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31"/>
          <p:cNvSpPr/>
          <p:nvPr/>
        </p:nvSpPr>
        <p:spPr>
          <a:xfrm>
            <a:off x="3998727" y="2408199"/>
            <a:ext cx="3656" cy="3068"/>
          </a:xfrm>
          <a:custGeom>
            <a:rect b="b" l="l" r="r" t="t"/>
            <a:pathLst>
              <a:path extrusionOk="0" h="4321" w="5149">
                <a:moveTo>
                  <a:pt x="5150" y="0"/>
                </a:moveTo>
                <a:cubicBezTo>
                  <a:pt x="3430" y="1437"/>
                  <a:pt x="1708" y="2872"/>
                  <a:pt x="0" y="4321"/>
                </a:cubicBezTo>
                <a:cubicBezTo>
                  <a:pt x="1708" y="2872"/>
                  <a:pt x="3430" y="1437"/>
                  <a:pt x="515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31"/>
          <p:cNvSpPr/>
          <p:nvPr/>
        </p:nvSpPr>
        <p:spPr>
          <a:xfrm>
            <a:off x="3839476" y="2608253"/>
            <a:ext cx="2369" cy="4638"/>
          </a:xfrm>
          <a:custGeom>
            <a:rect b="b" l="l" r="r" t="t"/>
            <a:pathLst>
              <a:path extrusionOk="0" h="6532" w="3336">
                <a:moveTo>
                  <a:pt x="3337" y="0"/>
                </a:moveTo>
                <a:cubicBezTo>
                  <a:pt x="2215" y="2171"/>
                  <a:pt x="1103" y="4349"/>
                  <a:pt x="0" y="6532"/>
                </a:cubicBezTo>
                <a:cubicBezTo>
                  <a:pt x="1104" y="4350"/>
                  <a:pt x="2216" y="2173"/>
                  <a:pt x="333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31"/>
          <p:cNvSpPr/>
          <p:nvPr/>
        </p:nvSpPr>
        <p:spPr>
          <a:xfrm>
            <a:off x="3987110" y="2418023"/>
            <a:ext cx="3784" cy="3330"/>
          </a:xfrm>
          <a:custGeom>
            <a:rect b="b" l="l" r="r" t="t"/>
            <a:pathLst>
              <a:path extrusionOk="0" h="4690" w="5330">
                <a:moveTo>
                  <a:pt x="5331" y="0"/>
                </a:moveTo>
                <a:cubicBezTo>
                  <a:pt x="3550" y="1560"/>
                  <a:pt x="1773" y="3123"/>
                  <a:pt x="0" y="4690"/>
                </a:cubicBezTo>
                <a:cubicBezTo>
                  <a:pt x="1767" y="3117"/>
                  <a:pt x="3550" y="1560"/>
                  <a:pt x="533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31"/>
          <p:cNvSpPr/>
          <p:nvPr/>
        </p:nvSpPr>
        <p:spPr>
          <a:xfrm>
            <a:off x="3975750" y="2427970"/>
            <a:ext cx="4042" cy="3727"/>
          </a:xfrm>
          <a:custGeom>
            <a:rect b="b" l="l" r="r" t="t"/>
            <a:pathLst>
              <a:path extrusionOk="0" h="5249" w="5693">
                <a:moveTo>
                  <a:pt x="5693" y="0"/>
                </a:moveTo>
                <a:cubicBezTo>
                  <a:pt x="3790" y="1745"/>
                  <a:pt x="1888" y="3489"/>
                  <a:pt x="0" y="5249"/>
                </a:cubicBezTo>
                <a:cubicBezTo>
                  <a:pt x="1886" y="3489"/>
                  <a:pt x="3790" y="1745"/>
                  <a:pt x="569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31"/>
          <p:cNvSpPr/>
          <p:nvPr/>
        </p:nvSpPr>
        <p:spPr>
          <a:xfrm>
            <a:off x="3981398" y="2422965"/>
            <a:ext cx="3917" cy="3527"/>
          </a:xfrm>
          <a:custGeom>
            <a:rect b="b" l="l" r="r" t="t"/>
            <a:pathLst>
              <a:path extrusionOk="0" h="4967" w="5517">
                <a:moveTo>
                  <a:pt x="5517" y="0"/>
                </a:moveTo>
                <a:cubicBezTo>
                  <a:pt x="3673" y="1652"/>
                  <a:pt x="1833" y="3308"/>
                  <a:pt x="0" y="4967"/>
                </a:cubicBezTo>
                <a:cubicBezTo>
                  <a:pt x="1829" y="3302"/>
                  <a:pt x="3668" y="1647"/>
                  <a:pt x="551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31"/>
          <p:cNvSpPr/>
          <p:nvPr/>
        </p:nvSpPr>
        <p:spPr>
          <a:xfrm>
            <a:off x="3970151" y="2432953"/>
            <a:ext cx="4264" cy="4026"/>
          </a:xfrm>
          <a:custGeom>
            <a:rect b="b" l="l" r="r" t="t"/>
            <a:pathLst>
              <a:path extrusionOk="0" h="5670" w="6006">
                <a:moveTo>
                  <a:pt x="6006" y="0"/>
                </a:moveTo>
                <a:cubicBezTo>
                  <a:pt x="3999" y="1884"/>
                  <a:pt x="1997" y="3774"/>
                  <a:pt x="0" y="5671"/>
                </a:cubicBezTo>
                <a:cubicBezTo>
                  <a:pt x="1991" y="3770"/>
                  <a:pt x="3994" y="1879"/>
                  <a:pt x="600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31"/>
          <p:cNvSpPr/>
          <p:nvPr/>
        </p:nvSpPr>
        <p:spPr>
          <a:xfrm>
            <a:off x="3836022" y="2615140"/>
            <a:ext cx="2317" cy="4675"/>
          </a:xfrm>
          <a:custGeom>
            <a:rect b="b" l="l" r="r" t="t"/>
            <a:pathLst>
              <a:path extrusionOk="0" h="6585" w="3264">
                <a:moveTo>
                  <a:pt x="3265" y="0"/>
                </a:moveTo>
                <a:cubicBezTo>
                  <a:pt x="2167" y="2189"/>
                  <a:pt x="1079" y="4384"/>
                  <a:pt x="0" y="6586"/>
                </a:cubicBezTo>
                <a:cubicBezTo>
                  <a:pt x="1082" y="4386"/>
                  <a:pt x="2170" y="2191"/>
                  <a:pt x="326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31"/>
          <p:cNvSpPr/>
          <p:nvPr/>
        </p:nvSpPr>
        <p:spPr>
          <a:xfrm>
            <a:off x="3829365" y="2629078"/>
            <a:ext cx="2196" cy="4712"/>
          </a:xfrm>
          <a:custGeom>
            <a:rect b="b" l="l" r="r" t="t"/>
            <a:pathLst>
              <a:path extrusionOk="0" h="6636" w="3093">
                <a:moveTo>
                  <a:pt x="3093" y="0"/>
                </a:moveTo>
                <a:cubicBezTo>
                  <a:pt x="2051" y="2207"/>
                  <a:pt x="1020" y="4419"/>
                  <a:pt x="0" y="6636"/>
                </a:cubicBezTo>
                <a:cubicBezTo>
                  <a:pt x="1023" y="4420"/>
                  <a:pt x="2054" y="2208"/>
                  <a:pt x="309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31"/>
          <p:cNvSpPr/>
          <p:nvPr/>
        </p:nvSpPr>
        <p:spPr>
          <a:xfrm>
            <a:off x="3819988" y="2650315"/>
            <a:ext cx="2025" cy="4787"/>
          </a:xfrm>
          <a:custGeom>
            <a:rect b="b" l="l" r="r" t="t"/>
            <a:pathLst>
              <a:path extrusionOk="0" h="6742" w="2852">
                <a:moveTo>
                  <a:pt x="2852" y="0"/>
                </a:moveTo>
                <a:cubicBezTo>
                  <a:pt x="1893" y="2242"/>
                  <a:pt x="942" y="4489"/>
                  <a:pt x="0" y="6743"/>
                </a:cubicBezTo>
                <a:cubicBezTo>
                  <a:pt x="943" y="4490"/>
                  <a:pt x="1894" y="2243"/>
                  <a:pt x="285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31"/>
          <p:cNvSpPr/>
          <p:nvPr/>
        </p:nvSpPr>
        <p:spPr>
          <a:xfrm>
            <a:off x="4034981" y="2380148"/>
            <a:ext cx="3499" cy="2538"/>
          </a:xfrm>
          <a:custGeom>
            <a:rect b="b" l="l" r="r" t="t"/>
            <a:pathLst>
              <a:path extrusionOk="0" h="3575" w="4928">
                <a:moveTo>
                  <a:pt x="4928" y="0"/>
                </a:moveTo>
                <a:cubicBezTo>
                  <a:pt x="3283" y="1188"/>
                  <a:pt x="1641" y="2380"/>
                  <a:pt x="0" y="3575"/>
                </a:cubicBezTo>
                <a:cubicBezTo>
                  <a:pt x="1637" y="2376"/>
                  <a:pt x="3280" y="1185"/>
                  <a:pt x="49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31"/>
          <p:cNvSpPr/>
          <p:nvPr/>
        </p:nvSpPr>
        <p:spPr>
          <a:xfrm>
            <a:off x="4028790" y="2384671"/>
            <a:ext cx="3506" cy="2604"/>
          </a:xfrm>
          <a:custGeom>
            <a:rect b="b" l="l" r="r" t="t"/>
            <a:pathLst>
              <a:path extrusionOk="0" h="3668" w="4938">
                <a:moveTo>
                  <a:pt x="4938" y="0"/>
                </a:moveTo>
                <a:cubicBezTo>
                  <a:pt x="3289" y="1220"/>
                  <a:pt x="1640" y="2438"/>
                  <a:pt x="0" y="3669"/>
                </a:cubicBezTo>
                <a:cubicBezTo>
                  <a:pt x="1640" y="2438"/>
                  <a:pt x="3290" y="1220"/>
                  <a:pt x="49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31"/>
          <p:cNvSpPr/>
          <p:nvPr/>
        </p:nvSpPr>
        <p:spPr>
          <a:xfrm>
            <a:off x="4041216" y="2375694"/>
            <a:ext cx="3509" cy="2481"/>
          </a:xfrm>
          <a:custGeom>
            <a:rect b="b" l="l" r="r" t="t"/>
            <a:pathLst>
              <a:path extrusionOk="0" h="3495" w="4942">
                <a:moveTo>
                  <a:pt x="4943" y="0"/>
                </a:moveTo>
                <a:cubicBezTo>
                  <a:pt x="3294" y="1163"/>
                  <a:pt x="1642" y="2323"/>
                  <a:pt x="0" y="3495"/>
                </a:cubicBezTo>
                <a:cubicBezTo>
                  <a:pt x="1642" y="2323"/>
                  <a:pt x="3294" y="1163"/>
                  <a:pt x="494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31"/>
          <p:cNvSpPr/>
          <p:nvPr/>
        </p:nvSpPr>
        <p:spPr>
          <a:xfrm>
            <a:off x="4022662" y="2389244"/>
            <a:ext cx="3530" cy="2688"/>
          </a:xfrm>
          <a:custGeom>
            <a:rect b="b" l="l" r="r" t="t"/>
            <a:pathLst>
              <a:path extrusionOk="0" h="3786" w="4972">
                <a:moveTo>
                  <a:pt x="4972" y="0"/>
                </a:moveTo>
                <a:cubicBezTo>
                  <a:pt x="3311" y="1260"/>
                  <a:pt x="1650" y="2518"/>
                  <a:pt x="0" y="3787"/>
                </a:cubicBezTo>
                <a:cubicBezTo>
                  <a:pt x="1650" y="2518"/>
                  <a:pt x="3311" y="1260"/>
                  <a:pt x="497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31"/>
          <p:cNvSpPr/>
          <p:nvPr/>
        </p:nvSpPr>
        <p:spPr>
          <a:xfrm>
            <a:off x="4016588" y="2393893"/>
            <a:ext cx="3549" cy="2770"/>
          </a:xfrm>
          <a:custGeom>
            <a:rect b="b" l="l" r="r" t="t"/>
            <a:pathLst>
              <a:path extrusionOk="0" h="3901" w="4999">
                <a:moveTo>
                  <a:pt x="4999" y="0"/>
                </a:moveTo>
                <a:cubicBezTo>
                  <a:pt x="3329" y="1298"/>
                  <a:pt x="1660" y="2592"/>
                  <a:pt x="0" y="3902"/>
                </a:cubicBezTo>
                <a:cubicBezTo>
                  <a:pt x="1660" y="2592"/>
                  <a:pt x="3330" y="1298"/>
                  <a:pt x="49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31"/>
          <p:cNvSpPr/>
          <p:nvPr/>
        </p:nvSpPr>
        <p:spPr>
          <a:xfrm>
            <a:off x="4047516" y="2371324"/>
            <a:ext cx="3494" cy="2410"/>
          </a:xfrm>
          <a:custGeom>
            <a:rect b="b" l="l" r="r" t="t"/>
            <a:pathLst>
              <a:path extrusionOk="0" h="3395" w="4921">
                <a:moveTo>
                  <a:pt x="4922" y="0"/>
                </a:moveTo>
                <a:cubicBezTo>
                  <a:pt x="3278" y="1128"/>
                  <a:pt x="1637" y="2260"/>
                  <a:pt x="0" y="3395"/>
                </a:cubicBezTo>
                <a:cubicBezTo>
                  <a:pt x="1636" y="2256"/>
                  <a:pt x="3276" y="1125"/>
                  <a:pt x="492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31"/>
          <p:cNvSpPr/>
          <p:nvPr/>
        </p:nvSpPr>
        <p:spPr>
          <a:xfrm>
            <a:off x="3823033" y="2643188"/>
            <a:ext cx="2081" cy="4761"/>
          </a:xfrm>
          <a:custGeom>
            <a:rect b="b" l="l" r="r" t="t"/>
            <a:pathLst>
              <a:path extrusionOk="0" h="6705" w="2931">
                <a:moveTo>
                  <a:pt x="2932" y="0"/>
                </a:moveTo>
                <a:cubicBezTo>
                  <a:pt x="1945" y="2230"/>
                  <a:pt x="968" y="4465"/>
                  <a:pt x="0" y="6705"/>
                </a:cubicBezTo>
                <a:cubicBezTo>
                  <a:pt x="970" y="4466"/>
                  <a:pt x="1947" y="2231"/>
                  <a:pt x="293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31"/>
          <p:cNvSpPr/>
          <p:nvPr/>
        </p:nvSpPr>
        <p:spPr>
          <a:xfrm>
            <a:off x="4010578" y="2398608"/>
            <a:ext cx="3565" cy="2851"/>
          </a:xfrm>
          <a:custGeom>
            <a:rect b="b" l="l" r="r" t="t"/>
            <a:pathLst>
              <a:path extrusionOk="0" h="4016" w="5021">
                <a:moveTo>
                  <a:pt x="5022" y="0"/>
                </a:moveTo>
                <a:cubicBezTo>
                  <a:pt x="3345" y="1336"/>
                  <a:pt x="1668" y="2669"/>
                  <a:pt x="0" y="4016"/>
                </a:cubicBezTo>
                <a:cubicBezTo>
                  <a:pt x="1666" y="2669"/>
                  <a:pt x="3345" y="1336"/>
                  <a:pt x="502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31"/>
          <p:cNvSpPr/>
          <p:nvPr/>
        </p:nvSpPr>
        <p:spPr>
          <a:xfrm>
            <a:off x="3826155" y="2636106"/>
            <a:ext cx="2143" cy="4748"/>
          </a:xfrm>
          <a:custGeom>
            <a:rect b="b" l="l" r="r" t="t"/>
            <a:pathLst>
              <a:path extrusionOk="0" h="6687" w="3018">
                <a:moveTo>
                  <a:pt x="3019" y="0"/>
                </a:moveTo>
                <a:cubicBezTo>
                  <a:pt x="2003" y="2225"/>
                  <a:pt x="997" y="4453"/>
                  <a:pt x="0" y="6687"/>
                </a:cubicBezTo>
                <a:cubicBezTo>
                  <a:pt x="998" y="4453"/>
                  <a:pt x="2004" y="2224"/>
                  <a:pt x="301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31"/>
          <p:cNvSpPr/>
          <p:nvPr/>
        </p:nvSpPr>
        <p:spPr>
          <a:xfrm>
            <a:off x="3964630" y="2437784"/>
            <a:ext cx="4687" cy="4529"/>
          </a:xfrm>
          <a:custGeom>
            <a:rect b="b" l="l" r="r" t="t"/>
            <a:pathLst>
              <a:path extrusionOk="0" h="6379" w="6601">
                <a:moveTo>
                  <a:pt x="6602" y="0"/>
                </a:moveTo>
                <a:cubicBezTo>
                  <a:pt x="4393" y="2118"/>
                  <a:pt x="2192" y="4244"/>
                  <a:pt x="0" y="6379"/>
                </a:cubicBezTo>
                <a:cubicBezTo>
                  <a:pt x="2189" y="4240"/>
                  <a:pt x="4389" y="2113"/>
                  <a:pt x="660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31"/>
          <p:cNvSpPr/>
          <p:nvPr/>
        </p:nvSpPr>
        <p:spPr>
          <a:xfrm>
            <a:off x="3886845" y="2529386"/>
            <a:ext cx="3185" cy="4513"/>
          </a:xfrm>
          <a:custGeom>
            <a:rect b="b" l="l" r="r" t="t"/>
            <a:pathLst>
              <a:path extrusionOk="0" h="6356" w="4486">
                <a:moveTo>
                  <a:pt x="4486" y="0"/>
                </a:moveTo>
                <a:cubicBezTo>
                  <a:pt x="2980" y="2111"/>
                  <a:pt x="1484" y="4230"/>
                  <a:pt x="0" y="6357"/>
                </a:cubicBezTo>
                <a:cubicBezTo>
                  <a:pt x="1489" y="4233"/>
                  <a:pt x="2985" y="2114"/>
                  <a:pt x="44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31"/>
          <p:cNvSpPr/>
          <p:nvPr/>
        </p:nvSpPr>
        <p:spPr>
          <a:xfrm>
            <a:off x="3857921" y="2574503"/>
            <a:ext cx="2657" cy="4518"/>
          </a:xfrm>
          <a:custGeom>
            <a:rect b="b" l="l" r="r" t="t"/>
            <a:pathLst>
              <a:path extrusionOk="0" h="6363" w="3742">
                <a:moveTo>
                  <a:pt x="3743" y="0"/>
                </a:moveTo>
                <a:cubicBezTo>
                  <a:pt x="2485" y="2114"/>
                  <a:pt x="1238" y="4235"/>
                  <a:pt x="0" y="6363"/>
                </a:cubicBezTo>
                <a:cubicBezTo>
                  <a:pt x="1241" y="4239"/>
                  <a:pt x="2489" y="2117"/>
                  <a:pt x="374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31"/>
          <p:cNvSpPr/>
          <p:nvPr/>
        </p:nvSpPr>
        <p:spPr>
          <a:xfrm>
            <a:off x="3891256" y="2523152"/>
            <a:ext cx="3282" cy="4535"/>
          </a:xfrm>
          <a:custGeom>
            <a:rect b="b" l="l" r="r" t="t"/>
            <a:pathLst>
              <a:path extrusionOk="0" h="6388" w="4623">
                <a:moveTo>
                  <a:pt x="4623" y="0"/>
                </a:moveTo>
                <a:cubicBezTo>
                  <a:pt x="3072" y="2121"/>
                  <a:pt x="1530" y="4250"/>
                  <a:pt x="0" y="6388"/>
                </a:cubicBezTo>
                <a:cubicBezTo>
                  <a:pt x="1535" y="4253"/>
                  <a:pt x="3076" y="2124"/>
                  <a:pt x="462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31"/>
          <p:cNvSpPr/>
          <p:nvPr/>
        </p:nvSpPr>
        <p:spPr>
          <a:xfrm>
            <a:off x="3874027" y="2548407"/>
            <a:ext cx="2932" cy="4482"/>
          </a:xfrm>
          <a:custGeom>
            <a:rect b="b" l="l" r="r" t="t"/>
            <a:pathLst>
              <a:path extrusionOk="0" h="6312" w="4129">
                <a:moveTo>
                  <a:pt x="4129" y="0"/>
                </a:moveTo>
                <a:cubicBezTo>
                  <a:pt x="2741" y="2097"/>
                  <a:pt x="1365" y="4201"/>
                  <a:pt x="0" y="6313"/>
                </a:cubicBezTo>
                <a:cubicBezTo>
                  <a:pt x="1369" y="4204"/>
                  <a:pt x="2746" y="2100"/>
                  <a:pt x="412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31"/>
          <p:cNvSpPr/>
          <p:nvPr/>
        </p:nvSpPr>
        <p:spPr>
          <a:xfrm>
            <a:off x="3878242" y="2542011"/>
            <a:ext cx="3000" cy="4472"/>
          </a:xfrm>
          <a:custGeom>
            <a:rect b="b" l="l" r="r" t="t"/>
            <a:pathLst>
              <a:path extrusionOk="0" h="6299" w="4226">
                <a:moveTo>
                  <a:pt x="4226" y="0"/>
                </a:moveTo>
                <a:cubicBezTo>
                  <a:pt x="2807" y="2091"/>
                  <a:pt x="1398" y="4191"/>
                  <a:pt x="0" y="6299"/>
                </a:cubicBezTo>
                <a:cubicBezTo>
                  <a:pt x="1403" y="4195"/>
                  <a:pt x="2811" y="2095"/>
                  <a:pt x="422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31"/>
          <p:cNvSpPr/>
          <p:nvPr/>
        </p:nvSpPr>
        <p:spPr>
          <a:xfrm>
            <a:off x="3865832" y="2561352"/>
            <a:ext cx="2783" cy="4484"/>
          </a:xfrm>
          <a:custGeom>
            <a:rect b="b" l="l" r="r" t="t"/>
            <a:pathLst>
              <a:path extrusionOk="0" h="6316" w="3920">
                <a:moveTo>
                  <a:pt x="3920" y="0"/>
                </a:moveTo>
                <a:cubicBezTo>
                  <a:pt x="2603" y="2099"/>
                  <a:pt x="1296" y="4205"/>
                  <a:pt x="0" y="6317"/>
                </a:cubicBezTo>
                <a:cubicBezTo>
                  <a:pt x="1300" y="4207"/>
                  <a:pt x="2607" y="2101"/>
                  <a:pt x="392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31"/>
          <p:cNvSpPr/>
          <p:nvPr/>
        </p:nvSpPr>
        <p:spPr>
          <a:xfrm>
            <a:off x="3854078" y="2581153"/>
            <a:ext cx="2596" cy="4538"/>
          </a:xfrm>
          <a:custGeom>
            <a:rect b="b" l="l" r="r" t="t"/>
            <a:pathLst>
              <a:path extrusionOk="0" h="6392" w="3657">
                <a:moveTo>
                  <a:pt x="3658" y="0"/>
                </a:moveTo>
                <a:cubicBezTo>
                  <a:pt x="2428" y="2125"/>
                  <a:pt x="1209" y="4255"/>
                  <a:pt x="0" y="6392"/>
                </a:cubicBezTo>
                <a:cubicBezTo>
                  <a:pt x="1212" y="4259"/>
                  <a:pt x="2431" y="2128"/>
                  <a:pt x="365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31"/>
          <p:cNvSpPr/>
          <p:nvPr/>
        </p:nvSpPr>
        <p:spPr>
          <a:xfrm>
            <a:off x="3861838" y="2567900"/>
            <a:ext cx="2722" cy="4504"/>
          </a:xfrm>
          <a:custGeom>
            <a:rect b="b" l="l" r="r" t="t"/>
            <a:pathLst>
              <a:path extrusionOk="0" h="6344" w="3834">
                <a:moveTo>
                  <a:pt x="3835" y="0"/>
                </a:moveTo>
                <a:cubicBezTo>
                  <a:pt x="2546" y="2107"/>
                  <a:pt x="1267" y="4222"/>
                  <a:pt x="0" y="6345"/>
                </a:cubicBezTo>
                <a:cubicBezTo>
                  <a:pt x="1272" y="4225"/>
                  <a:pt x="2550" y="2110"/>
                  <a:pt x="383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1"/>
          <p:cNvSpPr/>
          <p:nvPr/>
        </p:nvSpPr>
        <p:spPr>
          <a:xfrm>
            <a:off x="3882510" y="2535668"/>
            <a:ext cx="3092" cy="4494"/>
          </a:xfrm>
          <a:custGeom>
            <a:rect b="b" l="l" r="r" t="t"/>
            <a:pathLst>
              <a:path extrusionOk="0" h="6329" w="4355">
                <a:moveTo>
                  <a:pt x="4356" y="0"/>
                </a:moveTo>
                <a:cubicBezTo>
                  <a:pt x="2893" y="2102"/>
                  <a:pt x="1441" y="4212"/>
                  <a:pt x="0" y="6330"/>
                </a:cubicBezTo>
                <a:cubicBezTo>
                  <a:pt x="1445" y="4215"/>
                  <a:pt x="2897" y="2105"/>
                  <a:pt x="435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31"/>
          <p:cNvSpPr/>
          <p:nvPr/>
        </p:nvSpPr>
        <p:spPr>
          <a:xfrm>
            <a:off x="3846618" y="2594605"/>
            <a:ext cx="2484" cy="4592"/>
          </a:xfrm>
          <a:custGeom>
            <a:rect b="b" l="l" r="r" t="t"/>
            <a:pathLst>
              <a:path extrusionOk="0" h="6468" w="3499">
                <a:moveTo>
                  <a:pt x="3499" y="0"/>
                </a:moveTo>
                <a:cubicBezTo>
                  <a:pt x="2323" y="2150"/>
                  <a:pt x="1157" y="4306"/>
                  <a:pt x="0" y="6468"/>
                </a:cubicBezTo>
                <a:cubicBezTo>
                  <a:pt x="1159" y="4308"/>
                  <a:pt x="2325" y="2152"/>
                  <a:pt x="34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31"/>
          <p:cNvSpPr/>
          <p:nvPr/>
        </p:nvSpPr>
        <p:spPr>
          <a:xfrm>
            <a:off x="3914061" y="2492848"/>
            <a:ext cx="4066" cy="4974"/>
          </a:xfrm>
          <a:custGeom>
            <a:rect b="b" l="l" r="r" t="t"/>
            <a:pathLst>
              <a:path extrusionOk="0" h="7006" w="5727">
                <a:moveTo>
                  <a:pt x="5728" y="0"/>
                </a:moveTo>
                <a:cubicBezTo>
                  <a:pt x="3806" y="2324"/>
                  <a:pt x="1897" y="4660"/>
                  <a:pt x="0" y="7007"/>
                </a:cubicBezTo>
                <a:cubicBezTo>
                  <a:pt x="1901" y="4663"/>
                  <a:pt x="3810" y="2328"/>
                  <a:pt x="57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31"/>
          <p:cNvSpPr/>
          <p:nvPr/>
        </p:nvSpPr>
        <p:spPr>
          <a:xfrm>
            <a:off x="3918642" y="2486964"/>
            <a:ext cx="4408" cy="5267"/>
          </a:xfrm>
          <a:custGeom>
            <a:rect b="b" l="l" r="r" t="t"/>
            <a:pathLst>
              <a:path extrusionOk="0" h="7419" w="6209">
                <a:moveTo>
                  <a:pt x="6210" y="0"/>
                </a:moveTo>
                <a:cubicBezTo>
                  <a:pt x="4125" y="2462"/>
                  <a:pt x="2055" y="4935"/>
                  <a:pt x="0" y="7420"/>
                </a:cubicBezTo>
                <a:cubicBezTo>
                  <a:pt x="2059" y="4937"/>
                  <a:pt x="4129" y="2463"/>
                  <a:pt x="621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31"/>
          <p:cNvSpPr/>
          <p:nvPr/>
        </p:nvSpPr>
        <p:spPr>
          <a:xfrm>
            <a:off x="3843011" y="2601399"/>
            <a:ext cx="2427" cy="4615"/>
          </a:xfrm>
          <a:custGeom>
            <a:rect b="b" l="l" r="r" t="t"/>
            <a:pathLst>
              <a:path extrusionOk="0" h="6500" w="3418">
                <a:moveTo>
                  <a:pt x="3418" y="0"/>
                </a:moveTo>
                <a:cubicBezTo>
                  <a:pt x="2268" y="2161"/>
                  <a:pt x="1129" y="4327"/>
                  <a:pt x="0" y="6500"/>
                </a:cubicBezTo>
                <a:cubicBezTo>
                  <a:pt x="1131" y="4328"/>
                  <a:pt x="2270" y="2161"/>
                  <a:pt x="341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31"/>
          <p:cNvSpPr/>
          <p:nvPr/>
        </p:nvSpPr>
        <p:spPr>
          <a:xfrm>
            <a:off x="3909452" y="2498800"/>
            <a:ext cx="3812" cy="4777"/>
          </a:xfrm>
          <a:custGeom>
            <a:rect b="b" l="l" r="r" t="t"/>
            <a:pathLst>
              <a:path extrusionOk="0" h="6728" w="5369">
                <a:moveTo>
                  <a:pt x="5370" y="0"/>
                </a:moveTo>
                <a:cubicBezTo>
                  <a:pt x="3567" y="2233"/>
                  <a:pt x="1777" y="4475"/>
                  <a:pt x="0" y="6728"/>
                </a:cubicBezTo>
                <a:cubicBezTo>
                  <a:pt x="1782" y="4478"/>
                  <a:pt x="3572" y="2236"/>
                  <a:pt x="537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31"/>
          <p:cNvSpPr/>
          <p:nvPr/>
        </p:nvSpPr>
        <p:spPr>
          <a:xfrm>
            <a:off x="3900252" y="2510864"/>
            <a:ext cx="3505" cy="4611"/>
          </a:xfrm>
          <a:custGeom>
            <a:rect b="b" l="l" r="r" t="t"/>
            <a:pathLst>
              <a:path extrusionOk="0" h="6494" w="4937">
                <a:moveTo>
                  <a:pt x="4938" y="0"/>
                </a:moveTo>
                <a:cubicBezTo>
                  <a:pt x="3279" y="2155"/>
                  <a:pt x="1634" y="4320"/>
                  <a:pt x="0" y="6495"/>
                </a:cubicBezTo>
                <a:cubicBezTo>
                  <a:pt x="1638" y="4326"/>
                  <a:pt x="3284" y="2161"/>
                  <a:pt x="49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31"/>
          <p:cNvSpPr/>
          <p:nvPr/>
        </p:nvSpPr>
        <p:spPr>
          <a:xfrm>
            <a:off x="3850311" y="2587855"/>
            <a:ext cx="2538" cy="4559"/>
          </a:xfrm>
          <a:custGeom>
            <a:rect b="b" l="l" r="r" t="t"/>
            <a:pathLst>
              <a:path extrusionOk="0" h="6421" w="3575">
                <a:moveTo>
                  <a:pt x="3575" y="0"/>
                </a:moveTo>
                <a:cubicBezTo>
                  <a:pt x="2375" y="2134"/>
                  <a:pt x="1183" y="4274"/>
                  <a:pt x="0" y="6422"/>
                </a:cubicBezTo>
                <a:cubicBezTo>
                  <a:pt x="1186" y="4276"/>
                  <a:pt x="2377" y="2135"/>
                  <a:pt x="357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31"/>
          <p:cNvSpPr/>
          <p:nvPr/>
        </p:nvSpPr>
        <p:spPr>
          <a:xfrm>
            <a:off x="3895712" y="2516982"/>
            <a:ext cx="3397" cy="4580"/>
          </a:xfrm>
          <a:custGeom>
            <a:rect b="b" l="l" r="r" t="t"/>
            <a:pathLst>
              <a:path extrusionOk="0" h="6451" w="4785">
                <a:moveTo>
                  <a:pt x="4786" y="0"/>
                </a:moveTo>
                <a:cubicBezTo>
                  <a:pt x="3179" y="2142"/>
                  <a:pt x="1584" y="4292"/>
                  <a:pt x="0" y="6451"/>
                </a:cubicBezTo>
                <a:cubicBezTo>
                  <a:pt x="1589" y="4296"/>
                  <a:pt x="3184" y="2146"/>
                  <a:pt x="47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31"/>
          <p:cNvSpPr/>
          <p:nvPr/>
        </p:nvSpPr>
        <p:spPr>
          <a:xfrm>
            <a:off x="3904826" y="2504805"/>
            <a:ext cx="3647" cy="4682"/>
          </a:xfrm>
          <a:custGeom>
            <a:rect b="b" l="l" r="r" t="t"/>
            <a:pathLst>
              <a:path extrusionOk="0" h="6594" w="5137">
                <a:moveTo>
                  <a:pt x="5138" y="0"/>
                </a:moveTo>
                <a:cubicBezTo>
                  <a:pt x="3413" y="2189"/>
                  <a:pt x="1700" y="4387"/>
                  <a:pt x="0" y="6595"/>
                </a:cubicBezTo>
                <a:cubicBezTo>
                  <a:pt x="1706" y="4390"/>
                  <a:pt x="3419" y="2192"/>
                  <a:pt x="51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31"/>
          <p:cNvSpPr/>
          <p:nvPr/>
        </p:nvSpPr>
        <p:spPr>
          <a:xfrm>
            <a:off x="3814146" y="2664676"/>
            <a:ext cx="1926" cy="4883"/>
          </a:xfrm>
          <a:custGeom>
            <a:rect b="b" l="l" r="r" t="t"/>
            <a:pathLst>
              <a:path extrusionOk="0" h="6878" w="2713">
                <a:moveTo>
                  <a:pt x="2713" y="0"/>
                </a:moveTo>
                <a:cubicBezTo>
                  <a:pt x="1799" y="2288"/>
                  <a:pt x="895" y="4581"/>
                  <a:pt x="0" y="6879"/>
                </a:cubicBezTo>
                <a:cubicBezTo>
                  <a:pt x="895" y="4582"/>
                  <a:pt x="1800" y="2289"/>
                  <a:pt x="271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31"/>
          <p:cNvSpPr/>
          <p:nvPr/>
        </p:nvSpPr>
        <p:spPr>
          <a:xfrm>
            <a:off x="4176889" y="2302584"/>
            <a:ext cx="3671" cy="1452"/>
          </a:xfrm>
          <a:custGeom>
            <a:rect b="b" l="l" r="r" t="t"/>
            <a:pathLst>
              <a:path extrusionOk="0" h="2045" w="5170">
                <a:moveTo>
                  <a:pt x="5171" y="0"/>
                </a:moveTo>
                <a:cubicBezTo>
                  <a:pt x="3445" y="677"/>
                  <a:pt x="1721" y="1359"/>
                  <a:pt x="0" y="2046"/>
                </a:cubicBezTo>
                <a:cubicBezTo>
                  <a:pt x="1723" y="1360"/>
                  <a:pt x="3446" y="678"/>
                  <a:pt x="517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31"/>
          <p:cNvSpPr/>
          <p:nvPr/>
        </p:nvSpPr>
        <p:spPr>
          <a:xfrm>
            <a:off x="4169659" y="2305474"/>
            <a:ext cx="3654" cy="1497"/>
          </a:xfrm>
          <a:custGeom>
            <a:rect b="b" l="l" r="r" t="t"/>
            <a:pathLst>
              <a:path extrusionOk="0" h="2109" w="5146">
                <a:moveTo>
                  <a:pt x="5147" y="0"/>
                </a:moveTo>
                <a:cubicBezTo>
                  <a:pt x="3429" y="698"/>
                  <a:pt x="1713" y="1401"/>
                  <a:pt x="0" y="2110"/>
                </a:cubicBezTo>
                <a:cubicBezTo>
                  <a:pt x="1713" y="1401"/>
                  <a:pt x="3429" y="698"/>
                  <a:pt x="51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31"/>
          <p:cNvSpPr/>
          <p:nvPr/>
        </p:nvSpPr>
        <p:spPr>
          <a:xfrm>
            <a:off x="3796437" y="2716245"/>
            <a:ext cx="1546" cy="5169"/>
          </a:xfrm>
          <a:custGeom>
            <a:rect b="b" l="l" r="r" t="t"/>
            <a:pathLst>
              <a:path extrusionOk="0" h="7280" w="2177">
                <a:moveTo>
                  <a:pt x="2178" y="0"/>
                </a:moveTo>
                <a:cubicBezTo>
                  <a:pt x="1442" y="2423"/>
                  <a:pt x="717" y="4850"/>
                  <a:pt x="0" y="7281"/>
                </a:cubicBezTo>
                <a:cubicBezTo>
                  <a:pt x="715" y="4850"/>
                  <a:pt x="1441" y="2423"/>
                  <a:pt x="217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31"/>
          <p:cNvSpPr/>
          <p:nvPr/>
        </p:nvSpPr>
        <p:spPr>
          <a:xfrm>
            <a:off x="4134147" y="2321184"/>
            <a:ext cx="3604" cy="1737"/>
          </a:xfrm>
          <a:custGeom>
            <a:rect b="b" l="l" r="r" t="t"/>
            <a:pathLst>
              <a:path extrusionOk="0" h="2446" w="5076">
                <a:moveTo>
                  <a:pt x="5076" y="0"/>
                </a:moveTo>
                <a:cubicBezTo>
                  <a:pt x="3382" y="811"/>
                  <a:pt x="1690" y="1627"/>
                  <a:pt x="0" y="2447"/>
                </a:cubicBezTo>
                <a:cubicBezTo>
                  <a:pt x="1689" y="1626"/>
                  <a:pt x="3381" y="811"/>
                  <a:pt x="50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31"/>
          <p:cNvSpPr/>
          <p:nvPr/>
        </p:nvSpPr>
        <p:spPr>
          <a:xfrm>
            <a:off x="4162472" y="2308453"/>
            <a:ext cx="3632" cy="1539"/>
          </a:xfrm>
          <a:custGeom>
            <a:rect b="b" l="l" r="r" t="t"/>
            <a:pathLst>
              <a:path extrusionOk="0" h="2168" w="5115">
                <a:moveTo>
                  <a:pt x="5115" y="0"/>
                </a:moveTo>
                <a:cubicBezTo>
                  <a:pt x="3407" y="718"/>
                  <a:pt x="1702" y="1441"/>
                  <a:pt x="0" y="2168"/>
                </a:cubicBezTo>
                <a:cubicBezTo>
                  <a:pt x="1704" y="1441"/>
                  <a:pt x="3409" y="718"/>
                  <a:pt x="5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31"/>
          <p:cNvSpPr/>
          <p:nvPr/>
        </p:nvSpPr>
        <p:spPr>
          <a:xfrm>
            <a:off x="4141167" y="2317877"/>
            <a:ext cx="3604" cy="1684"/>
          </a:xfrm>
          <a:custGeom>
            <a:rect b="b" l="l" r="r" t="t"/>
            <a:pathLst>
              <a:path extrusionOk="0" h="2372" w="5076">
                <a:moveTo>
                  <a:pt x="5076" y="0"/>
                </a:moveTo>
                <a:cubicBezTo>
                  <a:pt x="3382" y="786"/>
                  <a:pt x="1690" y="1577"/>
                  <a:pt x="0" y="2372"/>
                </a:cubicBezTo>
                <a:cubicBezTo>
                  <a:pt x="1689" y="1576"/>
                  <a:pt x="3381" y="785"/>
                  <a:pt x="50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31"/>
          <p:cNvSpPr/>
          <p:nvPr/>
        </p:nvSpPr>
        <p:spPr>
          <a:xfrm>
            <a:off x="3798705" y="2708762"/>
            <a:ext cx="1600" cy="5119"/>
          </a:xfrm>
          <a:custGeom>
            <a:rect b="b" l="l" r="r" t="t"/>
            <a:pathLst>
              <a:path extrusionOk="0" h="7210" w="2253">
                <a:moveTo>
                  <a:pt x="2254" y="0"/>
                </a:moveTo>
                <a:cubicBezTo>
                  <a:pt x="1493" y="2399"/>
                  <a:pt x="742" y="4802"/>
                  <a:pt x="0" y="7210"/>
                </a:cubicBezTo>
                <a:cubicBezTo>
                  <a:pt x="741" y="4802"/>
                  <a:pt x="1492" y="2398"/>
                  <a:pt x="225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31"/>
          <p:cNvSpPr/>
          <p:nvPr/>
        </p:nvSpPr>
        <p:spPr>
          <a:xfrm>
            <a:off x="4155319" y="2311509"/>
            <a:ext cx="3632" cy="1591"/>
          </a:xfrm>
          <a:custGeom>
            <a:rect b="b" l="l" r="r" t="t"/>
            <a:pathLst>
              <a:path extrusionOk="0" h="2241" w="5115">
                <a:moveTo>
                  <a:pt x="5115" y="0"/>
                </a:moveTo>
                <a:cubicBezTo>
                  <a:pt x="3407" y="743"/>
                  <a:pt x="1702" y="1491"/>
                  <a:pt x="0" y="2242"/>
                </a:cubicBezTo>
                <a:cubicBezTo>
                  <a:pt x="1702" y="1489"/>
                  <a:pt x="3407" y="742"/>
                  <a:pt x="5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31"/>
          <p:cNvSpPr/>
          <p:nvPr/>
        </p:nvSpPr>
        <p:spPr>
          <a:xfrm>
            <a:off x="4148214" y="2314649"/>
            <a:ext cx="3628" cy="1644"/>
          </a:xfrm>
          <a:custGeom>
            <a:rect b="b" l="l" r="r" t="t"/>
            <a:pathLst>
              <a:path extrusionOk="0" h="2315" w="5110">
                <a:moveTo>
                  <a:pt x="5111" y="0"/>
                </a:moveTo>
                <a:cubicBezTo>
                  <a:pt x="3405" y="767"/>
                  <a:pt x="1701" y="1539"/>
                  <a:pt x="0" y="2315"/>
                </a:cubicBezTo>
                <a:cubicBezTo>
                  <a:pt x="1701" y="1538"/>
                  <a:pt x="3404" y="767"/>
                  <a:pt x="511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31"/>
          <p:cNvSpPr/>
          <p:nvPr/>
        </p:nvSpPr>
        <p:spPr>
          <a:xfrm>
            <a:off x="3794264" y="2723763"/>
            <a:ext cx="1489" cy="5209"/>
          </a:xfrm>
          <a:custGeom>
            <a:rect b="b" l="l" r="r" t="t"/>
            <a:pathLst>
              <a:path extrusionOk="0" h="7336" w="2097">
                <a:moveTo>
                  <a:pt x="2098" y="0"/>
                </a:moveTo>
                <a:cubicBezTo>
                  <a:pt x="1391" y="2442"/>
                  <a:pt x="691" y="4887"/>
                  <a:pt x="0" y="7337"/>
                </a:cubicBezTo>
                <a:cubicBezTo>
                  <a:pt x="689" y="4887"/>
                  <a:pt x="1388" y="2442"/>
                  <a:pt x="209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31"/>
          <p:cNvSpPr/>
          <p:nvPr/>
        </p:nvSpPr>
        <p:spPr>
          <a:xfrm>
            <a:off x="3790182" y="2738913"/>
            <a:ext cx="1377" cy="5310"/>
          </a:xfrm>
          <a:custGeom>
            <a:rect b="b" l="l" r="r" t="t"/>
            <a:pathLst>
              <a:path extrusionOk="0" h="7479" w="1940">
                <a:moveTo>
                  <a:pt x="1941" y="0"/>
                </a:moveTo>
                <a:cubicBezTo>
                  <a:pt x="1286" y="2490"/>
                  <a:pt x="639" y="4983"/>
                  <a:pt x="0" y="7479"/>
                </a:cubicBezTo>
                <a:cubicBezTo>
                  <a:pt x="634" y="4982"/>
                  <a:pt x="1281" y="2489"/>
                  <a:pt x="19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31"/>
          <p:cNvSpPr/>
          <p:nvPr/>
        </p:nvSpPr>
        <p:spPr>
          <a:xfrm>
            <a:off x="3788278" y="2746537"/>
            <a:ext cx="1323" cy="5367"/>
          </a:xfrm>
          <a:custGeom>
            <a:rect b="b" l="l" r="r" t="t"/>
            <a:pathLst>
              <a:path extrusionOk="0" h="7559" w="1863">
                <a:moveTo>
                  <a:pt x="1863" y="0"/>
                </a:moveTo>
                <a:cubicBezTo>
                  <a:pt x="1233" y="2516"/>
                  <a:pt x="612" y="5036"/>
                  <a:pt x="0" y="7559"/>
                </a:cubicBezTo>
                <a:cubicBezTo>
                  <a:pt x="610" y="5035"/>
                  <a:pt x="1231" y="2515"/>
                  <a:pt x="186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31"/>
          <p:cNvSpPr/>
          <p:nvPr/>
        </p:nvSpPr>
        <p:spPr>
          <a:xfrm>
            <a:off x="3869897" y="2554849"/>
            <a:ext cx="2856" cy="4482"/>
          </a:xfrm>
          <a:custGeom>
            <a:rect b="b" l="l" r="r" t="t"/>
            <a:pathLst>
              <a:path extrusionOk="0" h="6312" w="4022">
                <a:moveTo>
                  <a:pt x="4023" y="0"/>
                </a:moveTo>
                <a:cubicBezTo>
                  <a:pt x="2672" y="2097"/>
                  <a:pt x="1331" y="4201"/>
                  <a:pt x="0" y="6313"/>
                </a:cubicBezTo>
                <a:cubicBezTo>
                  <a:pt x="1333" y="4204"/>
                  <a:pt x="2674" y="2100"/>
                  <a:pt x="402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31"/>
          <p:cNvSpPr/>
          <p:nvPr/>
        </p:nvSpPr>
        <p:spPr>
          <a:xfrm>
            <a:off x="4213686" y="2289426"/>
            <a:ext cx="3736" cy="1221"/>
          </a:xfrm>
          <a:custGeom>
            <a:rect b="b" l="l" r="r" t="t"/>
            <a:pathLst>
              <a:path extrusionOk="0" h="1720" w="5262">
                <a:moveTo>
                  <a:pt x="5263" y="0"/>
                </a:moveTo>
                <a:cubicBezTo>
                  <a:pt x="3506" y="566"/>
                  <a:pt x="1752" y="1140"/>
                  <a:pt x="0" y="1721"/>
                </a:cubicBezTo>
                <a:cubicBezTo>
                  <a:pt x="1753" y="1143"/>
                  <a:pt x="3507" y="569"/>
                  <a:pt x="526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31"/>
          <p:cNvSpPr/>
          <p:nvPr/>
        </p:nvSpPr>
        <p:spPr>
          <a:xfrm>
            <a:off x="4221173" y="2287055"/>
            <a:ext cx="3747" cy="1175"/>
          </a:xfrm>
          <a:custGeom>
            <a:rect b="b" l="l" r="r" t="t"/>
            <a:pathLst>
              <a:path extrusionOk="0" h="1655" w="5277">
                <a:moveTo>
                  <a:pt x="5278" y="0"/>
                </a:moveTo>
                <a:cubicBezTo>
                  <a:pt x="3517" y="546"/>
                  <a:pt x="1757" y="1098"/>
                  <a:pt x="0" y="1656"/>
                </a:cubicBezTo>
                <a:cubicBezTo>
                  <a:pt x="1758" y="1100"/>
                  <a:pt x="3517" y="548"/>
                  <a:pt x="527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31"/>
          <p:cNvSpPr/>
          <p:nvPr/>
        </p:nvSpPr>
        <p:spPr>
          <a:xfrm>
            <a:off x="4191487" y="2297061"/>
            <a:ext cx="3690" cy="1358"/>
          </a:xfrm>
          <a:custGeom>
            <a:rect b="b" l="l" r="r" t="t"/>
            <a:pathLst>
              <a:path extrusionOk="0" h="1912" w="5197">
                <a:moveTo>
                  <a:pt x="5198" y="0"/>
                </a:moveTo>
                <a:cubicBezTo>
                  <a:pt x="3462" y="631"/>
                  <a:pt x="1729" y="1269"/>
                  <a:pt x="0" y="1913"/>
                </a:cubicBezTo>
                <a:cubicBezTo>
                  <a:pt x="1731" y="1271"/>
                  <a:pt x="3463" y="633"/>
                  <a:pt x="519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31"/>
          <p:cNvSpPr/>
          <p:nvPr/>
        </p:nvSpPr>
        <p:spPr>
          <a:xfrm>
            <a:off x="3817026" y="2657479"/>
            <a:ext cx="1972" cy="4828"/>
          </a:xfrm>
          <a:custGeom>
            <a:rect b="b" l="l" r="r" t="t"/>
            <a:pathLst>
              <a:path extrusionOk="0" h="6800" w="2778">
                <a:moveTo>
                  <a:pt x="2779" y="0"/>
                </a:moveTo>
                <a:cubicBezTo>
                  <a:pt x="1844" y="2262"/>
                  <a:pt x="917" y="4529"/>
                  <a:pt x="0" y="6800"/>
                </a:cubicBezTo>
                <a:cubicBezTo>
                  <a:pt x="918" y="4529"/>
                  <a:pt x="1844" y="2262"/>
                  <a:pt x="27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31"/>
          <p:cNvSpPr/>
          <p:nvPr/>
        </p:nvSpPr>
        <p:spPr>
          <a:xfrm>
            <a:off x="3792178" y="2731331"/>
            <a:ext cx="1431" cy="5248"/>
          </a:xfrm>
          <a:custGeom>
            <a:rect b="b" l="l" r="r" t="t"/>
            <a:pathLst>
              <a:path extrusionOk="0" h="7391" w="2015">
                <a:moveTo>
                  <a:pt x="2015" y="0"/>
                </a:moveTo>
                <a:cubicBezTo>
                  <a:pt x="1335" y="2460"/>
                  <a:pt x="663" y="4924"/>
                  <a:pt x="0" y="7391"/>
                </a:cubicBezTo>
                <a:cubicBezTo>
                  <a:pt x="661" y="4923"/>
                  <a:pt x="1333" y="2459"/>
                  <a:pt x="20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31"/>
          <p:cNvSpPr/>
          <p:nvPr/>
        </p:nvSpPr>
        <p:spPr>
          <a:xfrm>
            <a:off x="4198850" y="2294428"/>
            <a:ext cx="3701" cy="1311"/>
          </a:xfrm>
          <a:custGeom>
            <a:rect b="b" l="l" r="r" t="t"/>
            <a:pathLst>
              <a:path extrusionOk="0" h="1846" w="5212">
                <a:moveTo>
                  <a:pt x="5212" y="0"/>
                </a:moveTo>
                <a:cubicBezTo>
                  <a:pt x="3473" y="609"/>
                  <a:pt x="1735" y="1224"/>
                  <a:pt x="0" y="1846"/>
                </a:cubicBezTo>
                <a:cubicBezTo>
                  <a:pt x="1736" y="1227"/>
                  <a:pt x="3473" y="611"/>
                  <a:pt x="521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31"/>
          <p:cNvSpPr/>
          <p:nvPr/>
        </p:nvSpPr>
        <p:spPr>
          <a:xfrm>
            <a:off x="4206251" y="2291881"/>
            <a:ext cx="3718" cy="1267"/>
          </a:xfrm>
          <a:custGeom>
            <a:rect b="b" l="l" r="r" t="t"/>
            <a:pathLst>
              <a:path extrusionOk="0" h="1784" w="5236">
                <a:moveTo>
                  <a:pt x="5236" y="0"/>
                </a:moveTo>
                <a:cubicBezTo>
                  <a:pt x="3490" y="589"/>
                  <a:pt x="1745" y="1184"/>
                  <a:pt x="0" y="1785"/>
                </a:cubicBezTo>
                <a:cubicBezTo>
                  <a:pt x="1744" y="1186"/>
                  <a:pt x="3489" y="591"/>
                  <a:pt x="523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31"/>
          <p:cNvSpPr/>
          <p:nvPr/>
        </p:nvSpPr>
        <p:spPr>
          <a:xfrm>
            <a:off x="4073250" y="2354527"/>
            <a:ext cx="3512" cy="2185"/>
          </a:xfrm>
          <a:custGeom>
            <a:rect b="b" l="l" r="r" t="t"/>
            <a:pathLst>
              <a:path extrusionOk="0" h="3077" w="4947">
                <a:moveTo>
                  <a:pt x="4947" y="0"/>
                </a:moveTo>
                <a:cubicBezTo>
                  <a:pt x="3295" y="1021"/>
                  <a:pt x="1646" y="2047"/>
                  <a:pt x="0" y="3077"/>
                </a:cubicBezTo>
                <a:cubicBezTo>
                  <a:pt x="1644" y="2043"/>
                  <a:pt x="3293" y="1018"/>
                  <a:pt x="49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31"/>
          <p:cNvSpPr/>
          <p:nvPr/>
        </p:nvSpPr>
        <p:spPr>
          <a:xfrm>
            <a:off x="3801058" y="2701319"/>
            <a:ext cx="1655" cy="5075"/>
          </a:xfrm>
          <a:custGeom>
            <a:rect b="b" l="l" r="r" t="t"/>
            <a:pathLst>
              <a:path extrusionOk="0" h="7148" w="2331">
                <a:moveTo>
                  <a:pt x="2331" y="0"/>
                </a:moveTo>
                <a:cubicBezTo>
                  <a:pt x="1545" y="2379"/>
                  <a:pt x="768" y="4762"/>
                  <a:pt x="0" y="7149"/>
                </a:cubicBezTo>
                <a:cubicBezTo>
                  <a:pt x="767" y="4761"/>
                  <a:pt x="1544" y="2378"/>
                  <a:pt x="233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31"/>
          <p:cNvSpPr/>
          <p:nvPr/>
        </p:nvSpPr>
        <p:spPr>
          <a:xfrm>
            <a:off x="4066740" y="2358618"/>
            <a:ext cx="3498" cy="2234"/>
          </a:xfrm>
          <a:custGeom>
            <a:rect b="b" l="l" r="r" t="t"/>
            <a:pathLst>
              <a:path extrusionOk="0" h="3146" w="4927">
                <a:moveTo>
                  <a:pt x="4927" y="0"/>
                </a:moveTo>
                <a:cubicBezTo>
                  <a:pt x="3282" y="1044"/>
                  <a:pt x="1640" y="2093"/>
                  <a:pt x="0" y="3146"/>
                </a:cubicBezTo>
                <a:cubicBezTo>
                  <a:pt x="1637" y="2090"/>
                  <a:pt x="3279" y="1041"/>
                  <a:pt x="492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31"/>
          <p:cNvSpPr/>
          <p:nvPr/>
        </p:nvSpPr>
        <p:spPr>
          <a:xfrm>
            <a:off x="4086430" y="2346568"/>
            <a:ext cx="3539" cy="2087"/>
          </a:xfrm>
          <a:custGeom>
            <a:rect b="b" l="l" r="r" t="t"/>
            <a:pathLst>
              <a:path extrusionOk="0" h="2939" w="4985">
                <a:moveTo>
                  <a:pt x="4986" y="0"/>
                </a:moveTo>
                <a:cubicBezTo>
                  <a:pt x="3321" y="977"/>
                  <a:pt x="1659" y="1957"/>
                  <a:pt x="0" y="2940"/>
                </a:cubicBezTo>
                <a:cubicBezTo>
                  <a:pt x="1657" y="1954"/>
                  <a:pt x="3319" y="974"/>
                  <a:pt x="49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31"/>
          <p:cNvSpPr/>
          <p:nvPr/>
        </p:nvSpPr>
        <p:spPr>
          <a:xfrm>
            <a:off x="4079815" y="2350513"/>
            <a:ext cx="3518" cy="2131"/>
          </a:xfrm>
          <a:custGeom>
            <a:rect b="b" l="l" r="r" t="t"/>
            <a:pathLst>
              <a:path extrusionOk="0" h="3001" w="4955">
                <a:moveTo>
                  <a:pt x="4955" y="0"/>
                </a:moveTo>
                <a:cubicBezTo>
                  <a:pt x="3301" y="996"/>
                  <a:pt x="1649" y="1997"/>
                  <a:pt x="0" y="3001"/>
                </a:cubicBezTo>
                <a:cubicBezTo>
                  <a:pt x="1648" y="1994"/>
                  <a:pt x="3300" y="994"/>
                  <a:pt x="495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31"/>
          <p:cNvSpPr/>
          <p:nvPr/>
        </p:nvSpPr>
        <p:spPr>
          <a:xfrm>
            <a:off x="4053871" y="2367013"/>
            <a:ext cx="3497" cy="2352"/>
          </a:xfrm>
          <a:custGeom>
            <a:rect b="b" l="l" r="r" t="t"/>
            <a:pathLst>
              <a:path extrusionOk="0" h="3312" w="4925">
                <a:moveTo>
                  <a:pt x="4926" y="0"/>
                </a:moveTo>
                <a:cubicBezTo>
                  <a:pt x="3282" y="1100"/>
                  <a:pt x="1640" y="2204"/>
                  <a:pt x="0" y="3313"/>
                </a:cubicBezTo>
                <a:cubicBezTo>
                  <a:pt x="1636" y="2201"/>
                  <a:pt x="3278" y="1096"/>
                  <a:pt x="492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31"/>
          <p:cNvSpPr/>
          <p:nvPr/>
        </p:nvSpPr>
        <p:spPr>
          <a:xfrm>
            <a:off x="4228694" y="2284777"/>
            <a:ext cx="3755" cy="1127"/>
          </a:xfrm>
          <a:custGeom>
            <a:rect b="b" l="l" r="r" t="t"/>
            <a:pathLst>
              <a:path extrusionOk="0" h="1587" w="5289">
                <a:moveTo>
                  <a:pt x="5289" y="0"/>
                </a:moveTo>
                <a:cubicBezTo>
                  <a:pt x="3523" y="524"/>
                  <a:pt x="1760" y="1053"/>
                  <a:pt x="0" y="1588"/>
                </a:cubicBezTo>
                <a:cubicBezTo>
                  <a:pt x="1762" y="1055"/>
                  <a:pt x="3525" y="526"/>
                  <a:pt x="528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31"/>
          <p:cNvSpPr/>
          <p:nvPr/>
        </p:nvSpPr>
        <p:spPr>
          <a:xfrm>
            <a:off x="4060274" y="2362781"/>
            <a:ext cx="3498" cy="2292"/>
          </a:xfrm>
          <a:custGeom>
            <a:rect b="b" l="l" r="r" t="t"/>
            <a:pathLst>
              <a:path extrusionOk="0" h="3228" w="4927">
                <a:moveTo>
                  <a:pt x="4927" y="0"/>
                </a:moveTo>
                <a:cubicBezTo>
                  <a:pt x="3282" y="1074"/>
                  <a:pt x="1640" y="2150"/>
                  <a:pt x="0" y="3229"/>
                </a:cubicBezTo>
                <a:cubicBezTo>
                  <a:pt x="1638" y="2146"/>
                  <a:pt x="3281" y="1070"/>
                  <a:pt x="492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31"/>
          <p:cNvSpPr/>
          <p:nvPr/>
        </p:nvSpPr>
        <p:spPr>
          <a:xfrm>
            <a:off x="3786468" y="2754186"/>
            <a:ext cx="1267" cy="5430"/>
          </a:xfrm>
          <a:custGeom>
            <a:rect b="b" l="l" r="r" t="t"/>
            <a:pathLst>
              <a:path extrusionOk="0" h="7648" w="1784">
                <a:moveTo>
                  <a:pt x="1785" y="0"/>
                </a:moveTo>
                <a:cubicBezTo>
                  <a:pt x="1180" y="2546"/>
                  <a:pt x="585" y="5095"/>
                  <a:pt x="0" y="7649"/>
                </a:cubicBezTo>
                <a:cubicBezTo>
                  <a:pt x="582" y="5096"/>
                  <a:pt x="1177" y="2546"/>
                  <a:pt x="178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31"/>
          <p:cNvSpPr/>
          <p:nvPr/>
        </p:nvSpPr>
        <p:spPr>
          <a:xfrm>
            <a:off x="3811357" y="2671916"/>
            <a:ext cx="1873" cy="4923"/>
          </a:xfrm>
          <a:custGeom>
            <a:rect b="b" l="l" r="r" t="t"/>
            <a:pathLst>
              <a:path extrusionOk="0" h="6934" w="2638">
                <a:moveTo>
                  <a:pt x="2639" y="0"/>
                </a:moveTo>
                <a:cubicBezTo>
                  <a:pt x="1750" y="2307"/>
                  <a:pt x="871" y="4619"/>
                  <a:pt x="0" y="6935"/>
                </a:cubicBezTo>
                <a:cubicBezTo>
                  <a:pt x="870" y="4618"/>
                  <a:pt x="1750" y="2307"/>
                  <a:pt x="263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31"/>
          <p:cNvSpPr/>
          <p:nvPr/>
        </p:nvSpPr>
        <p:spPr>
          <a:xfrm>
            <a:off x="4120270" y="2328037"/>
            <a:ext cx="3590" cy="1837"/>
          </a:xfrm>
          <a:custGeom>
            <a:rect b="b" l="l" r="r" t="t"/>
            <a:pathLst>
              <a:path extrusionOk="0" h="2588" w="5057">
                <a:moveTo>
                  <a:pt x="5058" y="0"/>
                </a:moveTo>
                <a:cubicBezTo>
                  <a:pt x="3370" y="859"/>
                  <a:pt x="1684" y="1722"/>
                  <a:pt x="0" y="2588"/>
                </a:cubicBezTo>
                <a:cubicBezTo>
                  <a:pt x="1683" y="1720"/>
                  <a:pt x="3369" y="857"/>
                  <a:pt x="505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31"/>
          <p:cNvSpPr/>
          <p:nvPr/>
        </p:nvSpPr>
        <p:spPr>
          <a:xfrm>
            <a:off x="3803504" y="2693912"/>
            <a:ext cx="1708" cy="5029"/>
          </a:xfrm>
          <a:custGeom>
            <a:rect b="b" l="l" r="r" t="t"/>
            <a:pathLst>
              <a:path extrusionOk="0" h="7083" w="2405">
                <a:moveTo>
                  <a:pt x="2405" y="0"/>
                </a:moveTo>
                <a:cubicBezTo>
                  <a:pt x="1594" y="2358"/>
                  <a:pt x="792" y="4719"/>
                  <a:pt x="0" y="7084"/>
                </a:cubicBezTo>
                <a:cubicBezTo>
                  <a:pt x="792" y="4718"/>
                  <a:pt x="1594" y="2357"/>
                  <a:pt x="240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31"/>
          <p:cNvSpPr/>
          <p:nvPr/>
        </p:nvSpPr>
        <p:spPr>
          <a:xfrm>
            <a:off x="3808652" y="2679214"/>
            <a:ext cx="1816" cy="4954"/>
          </a:xfrm>
          <a:custGeom>
            <a:rect b="b" l="l" r="r" t="t"/>
            <a:pathLst>
              <a:path extrusionOk="0" h="6977" w="2558">
                <a:moveTo>
                  <a:pt x="2559" y="0"/>
                </a:moveTo>
                <a:cubicBezTo>
                  <a:pt x="1698" y="2322"/>
                  <a:pt x="845" y="4647"/>
                  <a:pt x="0" y="6977"/>
                </a:cubicBezTo>
                <a:cubicBezTo>
                  <a:pt x="843" y="4646"/>
                  <a:pt x="1696" y="2320"/>
                  <a:pt x="255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31"/>
          <p:cNvSpPr/>
          <p:nvPr/>
        </p:nvSpPr>
        <p:spPr>
          <a:xfrm>
            <a:off x="4127181" y="2324568"/>
            <a:ext cx="3607" cy="1792"/>
          </a:xfrm>
          <a:custGeom>
            <a:rect b="b" l="l" r="r" t="t"/>
            <a:pathLst>
              <a:path extrusionOk="0" h="2524" w="5080">
                <a:moveTo>
                  <a:pt x="5080" y="0"/>
                </a:moveTo>
                <a:cubicBezTo>
                  <a:pt x="3383" y="837"/>
                  <a:pt x="1690" y="1678"/>
                  <a:pt x="0" y="2524"/>
                </a:cubicBezTo>
                <a:cubicBezTo>
                  <a:pt x="1689" y="1677"/>
                  <a:pt x="3383" y="836"/>
                  <a:pt x="508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31"/>
          <p:cNvSpPr/>
          <p:nvPr/>
        </p:nvSpPr>
        <p:spPr>
          <a:xfrm>
            <a:off x="4113404" y="2331589"/>
            <a:ext cx="3574" cy="1884"/>
          </a:xfrm>
          <a:custGeom>
            <a:rect b="b" l="l" r="r" t="t"/>
            <a:pathLst>
              <a:path extrusionOk="0" h="2653" w="5034">
                <a:moveTo>
                  <a:pt x="5035" y="0"/>
                </a:moveTo>
                <a:cubicBezTo>
                  <a:pt x="3354" y="880"/>
                  <a:pt x="1676" y="1765"/>
                  <a:pt x="0" y="2653"/>
                </a:cubicBezTo>
                <a:cubicBezTo>
                  <a:pt x="1674" y="1764"/>
                  <a:pt x="3353" y="879"/>
                  <a:pt x="503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31"/>
          <p:cNvSpPr/>
          <p:nvPr/>
        </p:nvSpPr>
        <p:spPr>
          <a:xfrm>
            <a:off x="4099822" y="2338925"/>
            <a:ext cx="3545" cy="1978"/>
          </a:xfrm>
          <a:custGeom>
            <a:rect b="b" l="l" r="r" t="t"/>
            <a:pathLst>
              <a:path extrusionOk="0" h="2786" w="4993">
                <a:moveTo>
                  <a:pt x="4994" y="0"/>
                </a:moveTo>
                <a:cubicBezTo>
                  <a:pt x="3327" y="926"/>
                  <a:pt x="1663" y="1855"/>
                  <a:pt x="0" y="2787"/>
                </a:cubicBezTo>
                <a:cubicBezTo>
                  <a:pt x="1661" y="1852"/>
                  <a:pt x="3326" y="923"/>
                  <a:pt x="499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31"/>
          <p:cNvSpPr/>
          <p:nvPr/>
        </p:nvSpPr>
        <p:spPr>
          <a:xfrm>
            <a:off x="4106584" y="2335215"/>
            <a:ext cx="3570" cy="1935"/>
          </a:xfrm>
          <a:custGeom>
            <a:rect b="b" l="l" r="r" t="t"/>
            <a:pathLst>
              <a:path extrusionOk="0" h="2726" w="5028">
                <a:moveTo>
                  <a:pt x="5028" y="0"/>
                </a:moveTo>
                <a:cubicBezTo>
                  <a:pt x="3350" y="904"/>
                  <a:pt x="1674" y="1813"/>
                  <a:pt x="0" y="2727"/>
                </a:cubicBezTo>
                <a:cubicBezTo>
                  <a:pt x="1673" y="1812"/>
                  <a:pt x="3349" y="903"/>
                  <a:pt x="50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31"/>
          <p:cNvSpPr/>
          <p:nvPr/>
        </p:nvSpPr>
        <p:spPr>
          <a:xfrm>
            <a:off x="4093096" y="2342711"/>
            <a:ext cx="3542" cy="2032"/>
          </a:xfrm>
          <a:custGeom>
            <a:rect b="b" l="l" r="r" t="t"/>
            <a:pathLst>
              <a:path extrusionOk="0" h="2862" w="4989">
                <a:moveTo>
                  <a:pt x="4990" y="0"/>
                </a:moveTo>
                <a:cubicBezTo>
                  <a:pt x="3324" y="950"/>
                  <a:pt x="1660" y="1904"/>
                  <a:pt x="0" y="2863"/>
                </a:cubicBezTo>
                <a:cubicBezTo>
                  <a:pt x="1659" y="1902"/>
                  <a:pt x="3322" y="948"/>
                  <a:pt x="499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31"/>
          <p:cNvSpPr/>
          <p:nvPr/>
        </p:nvSpPr>
        <p:spPr>
          <a:xfrm>
            <a:off x="3806034" y="2686539"/>
            <a:ext cx="1764" cy="4995"/>
          </a:xfrm>
          <a:custGeom>
            <a:rect b="b" l="l" r="r" t="t"/>
            <a:pathLst>
              <a:path extrusionOk="0" h="7035" w="2485">
                <a:moveTo>
                  <a:pt x="2486" y="0"/>
                </a:moveTo>
                <a:cubicBezTo>
                  <a:pt x="1648" y="2340"/>
                  <a:pt x="819" y="4686"/>
                  <a:pt x="0" y="7036"/>
                </a:cubicBezTo>
                <a:cubicBezTo>
                  <a:pt x="819" y="4686"/>
                  <a:pt x="1648" y="2341"/>
                  <a:pt x="24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31"/>
          <p:cNvSpPr/>
          <p:nvPr/>
        </p:nvSpPr>
        <p:spPr>
          <a:xfrm>
            <a:off x="5032854" y="1979314"/>
            <a:ext cx="9457" cy="673"/>
          </a:xfrm>
          <a:custGeom>
            <a:rect b="b" l="l" r="r" t="t"/>
            <a:pathLst>
              <a:path extrusionOk="0" h="948" w="13320">
                <a:moveTo>
                  <a:pt x="0" y="948"/>
                </a:moveTo>
                <a:lnTo>
                  <a:pt x="0" y="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31"/>
          <p:cNvSpPr/>
          <p:nvPr/>
        </p:nvSpPr>
        <p:spPr>
          <a:xfrm>
            <a:off x="4464151" y="2258438"/>
            <a:ext cx="9457" cy="386"/>
          </a:xfrm>
          <a:custGeom>
            <a:rect b="b" l="l" r="r" t="t"/>
            <a:pathLst>
              <a:path extrusionOk="0" h="544" w="13320">
                <a:moveTo>
                  <a:pt x="0" y="0"/>
                </a:moveTo>
                <a:lnTo>
                  <a:pt x="0" y="545"/>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31"/>
          <p:cNvSpPr/>
          <p:nvPr/>
        </p:nvSpPr>
        <p:spPr>
          <a:xfrm>
            <a:off x="5032854" y="2258438"/>
            <a:ext cx="9457" cy="386"/>
          </a:xfrm>
          <a:custGeom>
            <a:rect b="b" l="l" r="r" t="t"/>
            <a:pathLst>
              <a:path extrusionOk="0" h="544" w="13320">
                <a:moveTo>
                  <a:pt x="0" y="545"/>
                </a:moveTo>
                <a:lnTo>
                  <a:pt x="0" y="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5" name="Google Shape;1065;p31"/>
          <p:cNvGrpSpPr/>
          <p:nvPr/>
        </p:nvGrpSpPr>
        <p:grpSpPr>
          <a:xfrm>
            <a:off x="3491231" y="1971442"/>
            <a:ext cx="2154132" cy="1941555"/>
            <a:chOff x="3523468" y="1979314"/>
            <a:chExt cx="2154132" cy="1941555"/>
          </a:xfrm>
        </p:grpSpPr>
        <p:sp>
          <p:nvSpPr>
            <p:cNvPr id="1066" name="Google Shape;1066;p31"/>
            <p:cNvSpPr/>
            <p:nvPr/>
          </p:nvSpPr>
          <p:spPr>
            <a:xfrm>
              <a:off x="3523468" y="2887387"/>
              <a:ext cx="973469" cy="940115"/>
            </a:xfrm>
            <a:custGeom>
              <a:rect b="b" l="l" r="r" t="t"/>
              <a:pathLst>
                <a:path extrusionOk="0" h="1324105" w="1371083">
                  <a:moveTo>
                    <a:pt x="1301900" y="930751"/>
                  </a:moveTo>
                  <a:cubicBezTo>
                    <a:pt x="800125" y="930752"/>
                    <a:pt x="393355" y="523983"/>
                    <a:pt x="393354" y="22208"/>
                  </a:cubicBezTo>
                  <a:cubicBezTo>
                    <a:pt x="393354" y="22204"/>
                    <a:pt x="393354" y="22201"/>
                    <a:pt x="393354" y="22197"/>
                  </a:cubicBezTo>
                  <a:cubicBezTo>
                    <a:pt x="393354" y="14776"/>
                    <a:pt x="393445" y="7377"/>
                    <a:pt x="393628" y="0"/>
                  </a:cubicBezTo>
                  <a:lnTo>
                    <a:pt x="393628" y="4"/>
                  </a:lnTo>
                  <a:lnTo>
                    <a:pt x="207" y="4"/>
                  </a:lnTo>
                  <a:cubicBezTo>
                    <a:pt x="84" y="7393"/>
                    <a:pt x="0" y="14788"/>
                    <a:pt x="0" y="22196"/>
                  </a:cubicBezTo>
                  <a:cubicBezTo>
                    <a:pt x="-515" y="740705"/>
                    <a:pt x="581534" y="1323590"/>
                    <a:pt x="1300044" y="1324105"/>
                  </a:cubicBezTo>
                  <a:cubicBezTo>
                    <a:pt x="1300663" y="1324106"/>
                    <a:pt x="1301282" y="1324106"/>
                    <a:pt x="1301900" y="1324105"/>
                  </a:cubicBezTo>
                  <a:lnTo>
                    <a:pt x="1371084" y="1324105"/>
                  </a:lnTo>
                  <a:lnTo>
                    <a:pt x="1371084" y="931155"/>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31"/>
            <p:cNvSpPr/>
            <p:nvPr/>
          </p:nvSpPr>
          <p:spPr>
            <a:xfrm>
              <a:off x="3523614" y="1979314"/>
              <a:ext cx="973593" cy="908076"/>
            </a:xfrm>
            <a:custGeom>
              <a:rect b="b" l="l" r="r" t="t"/>
              <a:pathLst>
                <a:path extrusionOk="0" h="1279701" w="1372031">
                  <a:moveTo>
                    <a:pt x="1372031" y="0"/>
                  </a:moveTo>
                  <a:cubicBezTo>
                    <a:pt x="1158462" y="0"/>
                    <a:pt x="952514" y="28944"/>
                    <a:pt x="756445" y="119373"/>
                  </a:cubicBezTo>
                  <a:cubicBezTo>
                    <a:pt x="475401" y="249835"/>
                    <a:pt x="249634" y="475603"/>
                    <a:pt x="119171" y="756646"/>
                  </a:cubicBezTo>
                  <a:cubicBezTo>
                    <a:pt x="42614" y="922638"/>
                    <a:pt x="7014" y="1097348"/>
                    <a:pt x="0" y="1279702"/>
                  </a:cubicBezTo>
                  <a:lnTo>
                    <a:pt x="393422" y="1279702"/>
                  </a:lnTo>
                  <a:lnTo>
                    <a:pt x="393422" y="1279698"/>
                  </a:lnTo>
                  <a:cubicBezTo>
                    <a:pt x="405979" y="888424"/>
                    <a:pt x="665185" y="548121"/>
                    <a:pt x="1039060" y="432060"/>
                  </a:cubicBezTo>
                  <a:cubicBezTo>
                    <a:pt x="1148266" y="399028"/>
                    <a:pt x="1257528" y="393354"/>
                    <a:pt x="1370877" y="393354"/>
                  </a:cubicBezTo>
                  <a:lnTo>
                    <a:pt x="1370877" y="948"/>
                  </a:lnTo>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31"/>
            <p:cNvSpPr/>
            <p:nvPr/>
          </p:nvSpPr>
          <p:spPr>
            <a:xfrm>
              <a:off x="4496389" y="1979987"/>
              <a:ext cx="568703" cy="278451"/>
            </a:xfrm>
            <a:custGeom>
              <a:rect b="b" l="l" r="r" t="t"/>
              <a:pathLst>
                <a:path extrusionOk="0" h="392405" w="801441">
                  <a:moveTo>
                    <a:pt x="0" y="0"/>
                  </a:moveTo>
                  <a:lnTo>
                    <a:pt x="801441" y="0"/>
                  </a:lnTo>
                  <a:lnTo>
                    <a:pt x="801441" y="392405"/>
                  </a:lnTo>
                  <a:lnTo>
                    <a:pt x="0" y="392405"/>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9" name="Google Shape;1069;p31"/>
            <p:cNvGrpSpPr/>
            <p:nvPr/>
          </p:nvGrpSpPr>
          <p:grpSpPr>
            <a:xfrm>
              <a:off x="4496389" y="3453773"/>
              <a:ext cx="1178997" cy="467096"/>
              <a:chOff x="4496389" y="3453773"/>
              <a:chExt cx="1178997" cy="467096"/>
            </a:xfrm>
          </p:grpSpPr>
          <p:sp>
            <p:nvSpPr>
              <p:cNvPr id="1070" name="Google Shape;1070;p31"/>
              <p:cNvSpPr/>
              <p:nvPr/>
            </p:nvSpPr>
            <p:spPr>
              <a:xfrm>
                <a:off x="4496389" y="3548135"/>
                <a:ext cx="568703" cy="278837"/>
              </a:xfrm>
              <a:custGeom>
                <a:rect b="b" l="l" r="r" t="t"/>
                <a:pathLst>
                  <a:path extrusionOk="0" h="392950" w="801441">
                    <a:moveTo>
                      <a:pt x="0" y="0"/>
                    </a:moveTo>
                    <a:lnTo>
                      <a:pt x="801441" y="0"/>
                    </a:lnTo>
                    <a:lnTo>
                      <a:pt x="801441" y="392950"/>
                    </a:lnTo>
                    <a:lnTo>
                      <a:pt x="0" y="392950"/>
                    </a:ln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31"/>
              <p:cNvSpPr/>
              <p:nvPr/>
            </p:nvSpPr>
            <p:spPr>
              <a:xfrm>
                <a:off x="5065091" y="3453773"/>
                <a:ext cx="610294" cy="467096"/>
              </a:xfrm>
              <a:custGeom>
                <a:rect b="b" l="l" r="r" t="t"/>
                <a:pathLst>
                  <a:path extrusionOk="0" h="657882" w="859569">
                    <a:moveTo>
                      <a:pt x="851652" y="317204"/>
                    </a:moveTo>
                    <a:lnTo>
                      <a:pt x="465450" y="4750"/>
                    </a:lnTo>
                    <a:cubicBezTo>
                      <a:pt x="456289" y="-2662"/>
                      <a:pt x="442853" y="-1244"/>
                      <a:pt x="435441" y="7917"/>
                    </a:cubicBezTo>
                    <a:cubicBezTo>
                      <a:pt x="432367" y="11716"/>
                      <a:pt x="430691" y="16454"/>
                      <a:pt x="430691" y="21340"/>
                    </a:cubicBezTo>
                    <a:lnTo>
                      <a:pt x="430691" y="132575"/>
                    </a:lnTo>
                    <a:lnTo>
                      <a:pt x="0" y="132575"/>
                    </a:lnTo>
                    <a:lnTo>
                      <a:pt x="0" y="525929"/>
                    </a:lnTo>
                    <a:lnTo>
                      <a:pt x="430691" y="525929"/>
                    </a:lnTo>
                    <a:lnTo>
                      <a:pt x="430691" y="636544"/>
                    </a:lnTo>
                    <a:cubicBezTo>
                      <a:pt x="430691" y="648329"/>
                      <a:pt x="440245" y="657883"/>
                      <a:pt x="452030" y="657882"/>
                    </a:cubicBezTo>
                    <a:cubicBezTo>
                      <a:pt x="456803" y="657882"/>
                      <a:pt x="461438" y="656282"/>
                      <a:pt x="465194" y="653338"/>
                    </a:cubicBezTo>
                    <a:lnTo>
                      <a:pt x="851396" y="350586"/>
                    </a:lnTo>
                    <a:cubicBezTo>
                      <a:pt x="860671" y="343315"/>
                      <a:pt x="862294" y="329901"/>
                      <a:pt x="855023" y="320627"/>
                    </a:cubicBezTo>
                    <a:cubicBezTo>
                      <a:pt x="854032" y="319363"/>
                      <a:pt x="852901" y="318215"/>
                      <a:pt x="851652" y="317204"/>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2" name="Google Shape;1072;p31"/>
            <p:cNvSpPr/>
            <p:nvPr/>
          </p:nvSpPr>
          <p:spPr>
            <a:xfrm>
              <a:off x="5065091" y="1979314"/>
              <a:ext cx="612508" cy="279281"/>
            </a:xfrm>
            <a:custGeom>
              <a:rect b="b" l="l" r="r" t="t"/>
              <a:pathLst>
                <a:path extrusionOk="0" h="393353" w="862688">
                  <a:moveTo>
                    <a:pt x="0" y="393354"/>
                  </a:moveTo>
                  <a:lnTo>
                    <a:pt x="666012" y="393354"/>
                  </a:lnTo>
                  <a:cubicBezTo>
                    <a:pt x="774634" y="393354"/>
                    <a:pt x="862689" y="305299"/>
                    <a:pt x="862689" y="196677"/>
                  </a:cubicBezTo>
                  <a:cubicBezTo>
                    <a:pt x="862689" y="88055"/>
                    <a:pt x="774633" y="0"/>
                    <a:pt x="666012" y="0"/>
                  </a:cubicBezTo>
                  <a:lnTo>
                    <a:pt x="0" y="0"/>
                  </a:lnTo>
                  <a:lnTo>
                    <a:pt x="0" y="39335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3" name="Google Shape;1073;p31"/>
          <p:cNvGrpSpPr/>
          <p:nvPr/>
        </p:nvGrpSpPr>
        <p:grpSpPr>
          <a:xfrm>
            <a:off x="3809766" y="1180894"/>
            <a:ext cx="1212221" cy="613892"/>
            <a:chOff x="4070150" y="1169200"/>
            <a:chExt cx="1212221" cy="613892"/>
          </a:xfrm>
        </p:grpSpPr>
        <p:sp>
          <p:nvSpPr>
            <p:cNvPr id="1074" name="Google Shape;1074;p31"/>
            <p:cNvSpPr/>
            <p:nvPr/>
          </p:nvSpPr>
          <p:spPr>
            <a:xfrm>
              <a:off x="4070165" y="1491352"/>
              <a:ext cx="86307" cy="55171"/>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 name="Google Shape;1075;p31"/>
            <p:cNvSpPr/>
            <p:nvPr/>
          </p:nvSpPr>
          <p:spPr>
            <a:xfrm>
              <a:off x="4156100" y="1263550"/>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 name="Google Shape;1076;p31"/>
            <p:cNvSpPr/>
            <p:nvPr/>
          </p:nvSpPr>
          <p:spPr>
            <a:xfrm>
              <a:off x="4070150" y="1169200"/>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2</a:t>
              </a:r>
              <a:endParaRPr sz="900">
                <a:solidFill>
                  <a:schemeClr val="dk1"/>
                </a:solidFill>
                <a:latin typeface="Calibri"/>
                <a:ea typeface="Calibri"/>
                <a:cs typeface="Calibri"/>
                <a:sym typeface="Calibri"/>
              </a:endParaRPr>
            </a:p>
          </p:txBody>
        </p:sp>
      </p:grpSp>
      <p:sp>
        <p:nvSpPr>
          <p:cNvPr id="1077" name="Google Shape;1077;p31"/>
          <p:cNvSpPr txBox="1"/>
          <p:nvPr/>
        </p:nvSpPr>
        <p:spPr>
          <a:xfrm>
            <a:off x="2639199" y="1180940"/>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1078" name="Google Shape;1078;p31"/>
          <p:cNvSpPr/>
          <p:nvPr/>
        </p:nvSpPr>
        <p:spPr>
          <a:xfrm>
            <a:off x="4050627" y="2516733"/>
            <a:ext cx="764629" cy="762777"/>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31"/>
          <p:cNvSpPr/>
          <p:nvPr/>
        </p:nvSpPr>
        <p:spPr>
          <a:xfrm>
            <a:off x="4261606" y="2731361"/>
            <a:ext cx="350615" cy="350615"/>
          </a:xfrm>
          <a:custGeom>
            <a:rect b="b" l="l" r="r" t="t"/>
            <a:pathLst>
              <a:path extrusionOk="0" h="509986" w="509986">
                <a:moveTo>
                  <a:pt x="404403" y="60760"/>
                </a:moveTo>
                <a:lnTo>
                  <a:pt x="329698" y="60760"/>
                </a:lnTo>
                <a:lnTo>
                  <a:pt x="329698" y="0"/>
                </a:lnTo>
                <a:lnTo>
                  <a:pt x="180288" y="0"/>
                </a:lnTo>
                <a:lnTo>
                  <a:pt x="180288" y="69515"/>
                </a:lnTo>
                <a:lnTo>
                  <a:pt x="131088" y="20314"/>
                </a:lnTo>
                <a:lnTo>
                  <a:pt x="109960" y="41442"/>
                </a:lnTo>
                <a:lnTo>
                  <a:pt x="129279" y="60760"/>
                </a:lnTo>
                <a:lnTo>
                  <a:pt x="14941" y="60760"/>
                </a:lnTo>
                <a:lnTo>
                  <a:pt x="14941" y="90642"/>
                </a:lnTo>
                <a:lnTo>
                  <a:pt x="129279" y="90642"/>
                </a:lnTo>
                <a:lnTo>
                  <a:pt x="109960" y="109960"/>
                </a:lnTo>
                <a:lnTo>
                  <a:pt x="131088" y="131088"/>
                </a:lnTo>
                <a:lnTo>
                  <a:pt x="180288" y="81888"/>
                </a:lnTo>
                <a:lnTo>
                  <a:pt x="180288" y="150406"/>
                </a:lnTo>
                <a:lnTo>
                  <a:pt x="329698" y="150406"/>
                </a:lnTo>
                <a:lnTo>
                  <a:pt x="329698" y="90642"/>
                </a:lnTo>
                <a:lnTo>
                  <a:pt x="404403" y="90642"/>
                </a:lnTo>
                <a:cubicBezTo>
                  <a:pt x="445592" y="90642"/>
                  <a:pt x="480104" y="124158"/>
                  <a:pt x="480104" y="165347"/>
                </a:cubicBezTo>
                <a:cubicBezTo>
                  <a:pt x="480104" y="206536"/>
                  <a:pt x="445592" y="240052"/>
                  <a:pt x="404403" y="240052"/>
                </a:cubicBezTo>
                <a:lnTo>
                  <a:pt x="380707" y="240052"/>
                </a:lnTo>
                <a:lnTo>
                  <a:pt x="400026" y="220734"/>
                </a:lnTo>
                <a:lnTo>
                  <a:pt x="378898" y="199606"/>
                </a:lnTo>
                <a:lnTo>
                  <a:pt x="329698" y="248807"/>
                </a:lnTo>
                <a:lnTo>
                  <a:pt x="329698" y="180288"/>
                </a:lnTo>
                <a:lnTo>
                  <a:pt x="180288" y="180288"/>
                </a:lnTo>
                <a:lnTo>
                  <a:pt x="180288" y="240052"/>
                </a:lnTo>
                <a:lnTo>
                  <a:pt x="105583" y="240052"/>
                </a:lnTo>
                <a:cubicBezTo>
                  <a:pt x="47920" y="240052"/>
                  <a:pt x="0" y="286976"/>
                  <a:pt x="0" y="344639"/>
                </a:cubicBezTo>
                <a:cubicBezTo>
                  <a:pt x="0" y="402302"/>
                  <a:pt x="47920" y="449226"/>
                  <a:pt x="105583" y="449226"/>
                </a:cubicBezTo>
                <a:lnTo>
                  <a:pt x="129279" y="449226"/>
                </a:lnTo>
                <a:lnTo>
                  <a:pt x="109960" y="468544"/>
                </a:lnTo>
                <a:lnTo>
                  <a:pt x="131088" y="489672"/>
                </a:lnTo>
                <a:lnTo>
                  <a:pt x="180288" y="440471"/>
                </a:lnTo>
                <a:lnTo>
                  <a:pt x="180288" y="509986"/>
                </a:lnTo>
                <a:lnTo>
                  <a:pt x="329698" y="509986"/>
                </a:lnTo>
                <a:lnTo>
                  <a:pt x="329698" y="359580"/>
                </a:lnTo>
                <a:lnTo>
                  <a:pt x="180288" y="359580"/>
                </a:lnTo>
                <a:lnTo>
                  <a:pt x="180288" y="428098"/>
                </a:lnTo>
                <a:lnTo>
                  <a:pt x="131088" y="378898"/>
                </a:lnTo>
                <a:lnTo>
                  <a:pt x="109960" y="400026"/>
                </a:lnTo>
                <a:lnTo>
                  <a:pt x="129279" y="419344"/>
                </a:lnTo>
                <a:lnTo>
                  <a:pt x="105583" y="419344"/>
                </a:lnTo>
                <a:cubicBezTo>
                  <a:pt x="64394" y="419344"/>
                  <a:pt x="29882" y="385828"/>
                  <a:pt x="29882" y="344639"/>
                </a:cubicBezTo>
                <a:cubicBezTo>
                  <a:pt x="29882" y="303450"/>
                  <a:pt x="64394" y="269934"/>
                  <a:pt x="105583" y="269934"/>
                </a:cubicBezTo>
                <a:lnTo>
                  <a:pt x="180288" y="269934"/>
                </a:lnTo>
                <a:lnTo>
                  <a:pt x="180288" y="329698"/>
                </a:lnTo>
                <a:lnTo>
                  <a:pt x="329698" y="329698"/>
                </a:lnTo>
                <a:lnTo>
                  <a:pt x="329698" y="261180"/>
                </a:lnTo>
                <a:lnTo>
                  <a:pt x="378898" y="310380"/>
                </a:lnTo>
                <a:lnTo>
                  <a:pt x="400026" y="289252"/>
                </a:lnTo>
                <a:lnTo>
                  <a:pt x="380707" y="269934"/>
                </a:lnTo>
                <a:lnTo>
                  <a:pt x="404403" y="269934"/>
                </a:lnTo>
                <a:cubicBezTo>
                  <a:pt x="462066" y="269934"/>
                  <a:pt x="509986" y="223010"/>
                  <a:pt x="509986" y="165347"/>
                </a:cubicBezTo>
                <a:cubicBezTo>
                  <a:pt x="509986" y="107684"/>
                  <a:pt x="462066" y="60760"/>
                  <a:pt x="404403"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31"/>
          <p:cNvSpPr txBox="1"/>
          <p:nvPr/>
        </p:nvSpPr>
        <p:spPr>
          <a:xfrm>
            <a:off x="7069663" y="1880019"/>
            <a:ext cx="1085700" cy="613800"/>
          </a:xfrm>
          <a:prstGeom prst="rect">
            <a:avLst/>
          </a:prstGeom>
          <a:noFill/>
          <a:ln>
            <a:noFill/>
          </a:ln>
        </p:spPr>
        <p:txBody>
          <a:bodyPr anchorCtr="0" anchor="t" bIns="91425" lIns="91425" spcFirstLastPara="1" rIns="91425" wrap="square" tIns="3657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grpSp>
        <p:nvGrpSpPr>
          <p:cNvPr id="1081" name="Google Shape;1081;p31"/>
          <p:cNvGrpSpPr/>
          <p:nvPr/>
        </p:nvGrpSpPr>
        <p:grpSpPr>
          <a:xfrm>
            <a:off x="5774931" y="1879973"/>
            <a:ext cx="1212221" cy="613892"/>
            <a:chOff x="6070400" y="1812263"/>
            <a:chExt cx="1212221" cy="613892"/>
          </a:xfrm>
        </p:grpSpPr>
        <p:sp>
          <p:nvSpPr>
            <p:cNvPr id="1082" name="Google Shape;1082;p31"/>
            <p:cNvSpPr/>
            <p:nvPr/>
          </p:nvSpPr>
          <p:spPr>
            <a:xfrm>
              <a:off x="6070415" y="2134415"/>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 name="Google Shape;1083;p31"/>
            <p:cNvSpPr/>
            <p:nvPr/>
          </p:nvSpPr>
          <p:spPr>
            <a:xfrm>
              <a:off x="6156350" y="1906613"/>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3"/>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 name="Google Shape;1084;p31"/>
            <p:cNvSpPr/>
            <p:nvPr/>
          </p:nvSpPr>
          <p:spPr>
            <a:xfrm>
              <a:off x="6070400" y="1812263"/>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1</a:t>
              </a:r>
              <a:endParaRPr sz="900">
                <a:solidFill>
                  <a:schemeClr val="dk1"/>
                </a:solidFill>
                <a:latin typeface="Calibri"/>
                <a:ea typeface="Calibri"/>
                <a:cs typeface="Calibri"/>
                <a:sym typeface="Calibri"/>
              </a:endParaRPr>
            </a:p>
          </p:txBody>
        </p:sp>
      </p:grpSp>
      <p:sp>
        <p:nvSpPr>
          <p:cNvPr id="1085" name="Google Shape;1085;p31"/>
          <p:cNvSpPr txBox="1"/>
          <p:nvPr/>
        </p:nvSpPr>
        <p:spPr>
          <a:xfrm>
            <a:off x="988638" y="2579098"/>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grpSp>
        <p:nvGrpSpPr>
          <p:cNvPr id="1086" name="Google Shape;1086;p31"/>
          <p:cNvGrpSpPr/>
          <p:nvPr/>
        </p:nvGrpSpPr>
        <p:grpSpPr>
          <a:xfrm>
            <a:off x="2150525" y="2579052"/>
            <a:ext cx="1212221" cy="613892"/>
            <a:chOff x="2219575" y="2607588"/>
            <a:chExt cx="1212221" cy="613892"/>
          </a:xfrm>
        </p:grpSpPr>
        <p:sp>
          <p:nvSpPr>
            <p:cNvPr id="1087" name="Google Shape;1087;p31"/>
            <p:cNvSpPr/>
            <p:nvPr/>
          </p:nvSpPr>
          <p:spPr>
            <a:xfrm>
              <a:off x="2219590" y="2929740"/>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 name="Google Shape;1088;p31"/>
            <p:cNvSpPr/>
            <p:nvPr/>
          </p:nvSpPr>
          <p:spPr>
            <a:xfrm>
              <a:off x="2305525" y="2701938"/>
              <a:ext cx="1124712" cy="519542"/>
            </a:xfrm>
            <a:custGeom>
              <a:rect b="b" l="l" r="r" t="t"/>
              <a:pathLst>
                <a:path extrusionOk="0" h="731749" w="1127531">
                  <a:moveTo>
                    <a:pt x="0" y="0"/>
                  </a:moveTo>
                  <a:lnTo>
                    <a:pt x="1127531" y="0"/>
                  </a:lnTo>
                  <a:lnTo>
                    <a:pt x="1127531" y="731749"/>
                  </a:lnTo>
                  <a:lnTo>
                    <a:pt x="0" y="731749"/>
                  </a:lnTo>
                  <a:close/>
                </a:path>
              </a:pathLst>
            </a:custGeom>
            <a:solidFill>
              <a:schemeClr val="dk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 name="Google Shape;1089;p31"/>
            <p:cNvSpPr/>
            <p:nvPr/>
          </p:nvSpPr>
          <p:spPr>
            <a:xfrm>
              <a:off x="2219575" y="2607588"/>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3</a:t>
              </a:r>
              <a:endParaRPr sz="900">
                <a:solidFill>
                  <a:schemeClr val="dk1"/>
                </a:solidFill>
                <a:latin typeface="Calibri"/>
                <a:ea typeface="Calibri"/>
                <a:cs typeface="Calibri"/>
                <a:sym typeface="Calibri"/>
              </a:endParaRPr>
            </a:p>
          </p:txBody>
        </p:sp>
      </p:grpSp>
      <p:sp>
        <p:nvSpPr>
          <p:cNvPr id="1090" name="Google Shape;1090;p31"/>
          <p:cNvSpPr txBox="1"/>
          <p:nvPr/>
        </p:nvSpPr>
        <p:spPr>
          <a:xfrm>
            <a:off x="2639199" y="3977256"/>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grpSp>
        <p:nvGrpSpPr>
          <p:cNvPr id="1091" name="Google Shape;1091;p31"/>
          <p:cNvGrpSpPr/>
          <p:nvPr/>
        </p:nvGrpSpPr>
        <p:grpSpPr>
          <a:xfrm>
            <a:off x="3809766" y="3977210"/>
            <a:ext cx="1212221" cy="613892"/>
            <a:chOff x="3965888" y="3997975"/>
            <a:chExt cx="1212221" cy="613892"/>
          </a:xfrm>
        </p:grpSpPr>
        <p:sp>
          <p:nvSpPr>
            <p:cNvPr id="1092" name="Google Shape;1092;p31"/>
            <p:cNvSpPr/>
            <p:nvPr/>
          </p:nvSpPr>
          <p:spPr>
            <a:xfrm>
              <a:off x="3965902" y="4320127"/>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 name="Google Shape;1093;p31"/>
            <p:cNvSpPr/>
            <p:nvPr/>
          </p:nvSpPr>
          <p:spPr>
            <a:xfrm>
              <a:off x="4051838" y="4092325"/>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 name="Google Shape;1094;p31"/>
            <p:cNvSpPr/>
            <p:nvPr/>
          </p:nvSpPr>
          <p:spPr>
            <a:xfrm>
              <a:off x="3965888" y="3997975"/>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4</a:t>
              </a:r>
              <a:endParaRPr sz="900">
                <a:solidFill>
                  <a:schemeClr val="dk1"/>
                </a:solidFill>
                <a:latin typeface="Calibri"/>
                <a:ea typeface="Calibri"/>
                <a:cs typeface="Calibri"/>
                <a:sym typeface="Calibri"/>
              </a:endParaRPr>
            </a:p>
          </p:txBody>
        </p:sp>
      </p:grpSp>
      <p:sp>
        <p:nvSpPr>
          <p:cNvPr id="1095" name="Google Shape;1095;p31"/>
          <p:cNvSpPr txBox="1"/>
          <p:nvPr/>
        </p:nvSpPr>
        <p:spPr>
          <a:xfrm>
            <a:off x="7069663" y="3278177"/>
            <a:ext cx="1085700" cy="613800"/>
          </a:xfrm>
          <a:prstGeom prst="rect">
            <a:avLst/>
          </a:prstGeom>
          <a:noFill/>
          <a:ln>
            <a:noFill/>
          </a:ln>
        </p:spPr>
        <p:txBody>
          <a:bodyPr anchorCtr="0" anchor="t" bIns="91425" lIns="91425" spcFirstLastPara="1" rIns="91425" wrap="square" tIns="3657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is the second planet from the Sun</a:t>
            </a:r>
            <a:endParaRPr sz="1200">
              <a:solidFill>
                <a:schemeClr val="dk1"/>
              </a:solidFill>
              <a:latin typeface="Catamaran"/>
              <a:ea typeface="Catamaran"/>
              <a:cs typeface="Catamaran"/>
              <a:sym typeface="Catamaran"/>
            </a:endParaRPr>
          </a:p>
        </p:txBody>
      </p:sp>
      <p:grpSp>
        <p:nvGrpSpPr>
          <p:cNvPr id="1096" name="Google Shape;1096;p31"/>
          <p:cNvGrpSpPr/>
          <p:nvPr/>
        </p:nvGrpSpPr>
        <p:grpSpPr>
          <a:xfrm>
            <a:off x="5774931" y="3278131"/>
            <a:ext cx="1212221" cy="613892"/>
            <a:chOff x="5696338" y="3380375"/>
            <a:chExt cx="1212221" cy="613892"/>
          </a:xfrm>
        </p:grpSpPr>
        <p:sp>
          <p:nvSpPr>
            <p:cNvPr id="1097" name="Google Shape;1097;p31"/>
            <p:cNvSpPr/>
            <p:nvPr/>
          </p:nvSpPr>
          <p:spPr>
            <a:xfrm>
              <a:off x="5696352" y="3702527"/>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 name="Google Shape;1098;p31"/>
            <p:cNvSpPr/>
            <p:nvPr/>
          </p:nvSpPr>
          <p:spPr>
            <a:xfrm>
              <a:off x="5782288" y="3474725"/>
              <a:ext cx="1124712" cy="519542"/>
            </a:xfrm>
            <a:custGeom>
              <a:rect b="b" l="l" r="r" t="t"/>
              <a:pathLst>
                <a:path extrusionOk="0" h="731749" w="1127531">
                  <a:moveTo>
                    <a:pt x="0" y="0"/>
                  </a:moveTo>
                  <a:lnTo>
                    <a:pt x="1127531" y="0"/>
                  </a:lnTo>
                  <a:lnTo>
                    <a:pt x="1127531" y="731749"/>
                  </a:lnTo>
                  <a:lnTo>
                    <a:pt x="0" y="731749"/>
                  </a:lnTo>
                  <a:close/>
                </a:path>
              </a:pathLst>
            </a:custGeom>
            <a:solidFill>
              <a:schemeClr val="lt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 name="Google Shape;1099;p31"/>
            <p:cNvSpPr/>
            <p:nvPr/>
          </p:nvSpPr>
          <p:spPr>
            <a:xfrm>
              <a:off x="5696338" y="3380375"/>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5</a:t>
              </a:r>
              <a:endParaRPr sz="900">
                <a:solidFill>
                  <a:schemeClr val="dk1"/>
                </a:solidFill>
                <a:latin typeface="Calibri"/>
                <a:ea typeface="Calibri"/>
                <a:cs typeface="Calibri"/>
                <a:sym typeface="Calibr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32"/>
          <p:cNvSpPr/>
          <p:nvPr/>
        </p:nvSpPr>
        <p:spPr>
          <a:xfrm>
            <a:off x="2176536" y="1387024"/>
            <a:ext cx="4815013" cy="3073349"/>
          </a:xfrm>
          <a:custGeom>
            <a:rect b="b" l="l" r="r" t="t"/>
            <a:pathLst>
              <a:path extrusionOk="0" h="3584081" w="5615176">
                <a:moveTo>
                  <a:pt x="5349035" y="1925724"/>
                </a:moveTo>
                <a:cubicBezTo>
                  <a:pt x="5497059" y="1714633"/>
                  <a:pt x="5574316" y="1461963"/>
                  <a:pt x="5569677" y="1204110"/>
                </a:cubicBezTo>
                <a:cubicBezTo>
                  <a:pt x="5558767" y="544813"/>
                  <a:pt x="5021139" y="8691"/>
                  <a:pt x="4362393" y="106"/>
                </a:cubicBezTo>
                <a:cubicBezTo>
                  <a:pt x="3959559" y="-5187"/>
                  <a:pt x="3579966" y="188451"/>
                  <a:pt x="3347538" y="517805"/>
                </a:cubicBezTo>
                <a:cubicBezTo>
                  <a:pt x="3289454" y="599367"/>
                  <a:pt x="3176306" y="618358"/>
                  <a:pt x="3094816" y="560222"/>
                </a:cubicBezTo>
                <a:cubicBezTo>
                  <a:pt x="3084042" y="552535"/>
                  <a:pt x="3074140" y="543690"/>
                  <a:pt x="3065290" y="533845"/>
                </a:cubicBezTo>
                <a:cubicBezTo>
                  <a:pt x="2879395" y="330776"/>
                  <a:pt x="2564224" y="316988"/>
                  <a:pt x="2361336" y="503047"/>
                </a:cubicBezTo>
                <a:cubicBezTo>
                  <a:pt x="2263697" y="592587"/>
                  <a:pt x="2205689" y="717348"/>
                  <a:pt x="2200122" y="849774"/>
                </a:cubicBezTo>
                <a:cubicBezTo>
                  <a:pt x="2199558" y="863308"/>
                  <a:pt x="2199529" y="876724"/>
                  <a:pt x="2200035" y="890021"/>
                </a:cubicBezTo>
                <a:cubicBezTo>
                  <a:pt x="2204732" y="1000797"/>
                  <a:pt x="2118817" y="1094411"/>
                  <a:pt x="2008139" y="1099112"/>
                </a:cubicBezTo>
                <a:cubicBezTo>
                  <a:pt x="2002211" y="1099364"/>
                  <a:pt x="1996276" y="1099352"/>
                  <a:pt x="1990350" y="1099078"/>
                </a:cubicBezTo>
                <a:cubicBezTo>
                  <a:pt x="1972058" y="1098257"/>
                  <a:pt x="1953665" y="1097846"/>
                  <a:pt x="1935172" y="1097842"/>
                </a:cubicBezTo>
                <a:cubicBezTo>
                  <a:pt x="1934341" y="1097842"/>
                  <a:pt x="1933509" y="1097843"/>
                  <a:pt x="1932678" y="1097845"/>
                </a:cubicBezTo>
                <a:cubicBezTo>
                  <a:pt x="1822300" y="1098850"/>
                  <a:pt x="1732007" y="1010105"/>
                  <a:pt x="1731003" y="899628"/>
                </a:cubicBezTo>
                <a:cubicBezTo>
                  <a:pt x="1730984" y="897554"/>
                  <a:pt x="1730997" y="895479"/>
                  <a:pt x="1731043" y="893405"/>
                </a:cubicBezTo>
                <a:cubicBezTo>
                  <a:pt x="1731165" y="888869"/>
                  <a:pt x="1731249" y="884324"/>
                  <a:pt x="1731297" y="879770"/>
                </a:cubicBezTo>
                <a:cubicBezTo>
                  <a:pt x="1735978" y="431863"/>
                  <a:pt x="1364313" y="51018"/>
                  <a:pt x="916813" y="45514"/>
                </a:cubicBezTo>
                <a:cubicBezTo>
                  <a:pt x="461276" y="39834"/>
                  <a:pt x="87390" y="404842"/>
                  <a:pt x="81714" y="860784"/>
                </a:cubicBezTo>
                <a:cubicBezTo>
                  <a:pt x="77181" y="1224958"/>
                  <a:pt x="311595" y="1549086"/>
                  <a:pt x="658655" y="1658530"/>
                </a:cubicBezTo>
                <a:cubicBezTo>
                  <a:pt x="760702" y="1690210"/>
                  <a:pt x="817768" y="1798689"/>
                  <a:pt x="786117" y="1900827"/>
                </a:cubicBezTo>
                <a:cubicBezTo>
                  <a:pt x="785258" y="1903598"/>
                  <a:pt x="784337" y="1906349"/>
                  <a:pt x="783355" y="1909079"/>
                </a:cubicBezTo>
                <a:cubicBezTo>
                  <a:pt x="782052" y="1912699"/>
                  <a:pt x="780766" y="1916328"/>
                  <a:pt x="779497" y="1919965"/>
                </a:cubicBezTo>
                <a:cubicBezTo>
                  <a:pt x="748902" y="2007826"/>
                  <a:pt x="660361" y="2061640"/>
                  <a:pt x="568361" y="2048290"/>
                </a:cubicBezTo>
                <a:cubicBezTo>
                  <a:pt x="295730" y="2009732"/>
                  <a:pt x="43490" y="2199682"/>
                  <a:pt x="4966" y="2472554"/>
                </a:cubicBezTo>
                <a:cubicBezTo>
                  <a:pt x="-33557" y="2745427"/>
                  <a:pt x="156223" y="2997892"/>
                  <a:pt x="428854" y="3036450"/>
                </a:cubicBezTo>
                <a:cubicBezTo>
                  <a:pt x="451961" y="3039718"/>
                  <a:pt x="475269" y="3041358"/>
                  <a:pt x="498605" y="3041358"/>
                </a:cubicBezTo>
                <a:cubicBezTo>
                  <a:pt x="576115" y="3041451"/>
                  <a:pt x="652564" y="3023335"/>
                  <a:pt x="721803" y="2988466"/>
                </a:cubicBezTo>
                <a:cubicBezTo>
                  <a:pt x="800598" y="2949631"/>
                  <a:pt x="895890" y="2973331"/>
                  <a:pt x="947358" y="3044565"/>
                </a:cubicBezTo>
                <a:cubicBezTo>
                  <a:pt x="1344840" y="3590511"/>
                  <a:pt x="2109246" y="3710577"/>
                  <a:pt x="2654706" y="3312742"/>
                </a:cubicBezTo>
                <a:cubicBezTo>
                  <a:pt x="2713024" y="3270207"/>
                  <a:pt x="2767464" y="3222585"/>
                  <a:pt x="2817387" y="3170436"/>
                </a:cubicBezTo>
                <a:cubicBezTo>
                  <a:pt x="2886849" y="3098420"/>
                  <a:pt x="3001488" y="3096400"/>
                  <a:pt x="3073440" y="3165924"/>
                </a:cubicBezTo>
                <a:cubicBezTo>
                  <a:pt x="3086210" y="3178262"/>
                  <a:pt x="3097097" y="3192413"/>
                  <a:pt x="3105754" y="3207921"/>
                </a:cubicBezTo>
                <a:cubicBezTo>
                  <a:pt x="3303623" y="3562021"/>
                  <a:pt x="3750826" y="3688528"/>
                  <a:pt x="4104610" y="3490483"/>
                </a:cubicBezTo>
                <a:cubicBezTo>
                  <a:pt x="4427081" y="3309968"/>
                  <a:pt x="4565215" y="2917672"/>
                  <a:pt x="4427079" y="2574681"/>
                </a:cubicBezTo>
                <a:cubicBezTo>
                  <a:pt x="4406556" y="2523840"/>
                  <a:pt x="4431096" y="2465972"/>
                  <a:pt x="4481892" y="2445430"/>
                </a:cubicBezTo>
                <a:cubicBezTo>
                  <a:pt x="4489829" y="2442220"/>
                  <a:pt x="4498149" y="2440052"/>
                  <a:pt x="4506642" y="2438980"/>
                </a:cubicBezTo>
                <a:cubicBezTo>
                  <a:pt x="4507614" y="2438853"/>
                  <a:pt x="4508585" y="2438724"/>
                  <a:pt x="4509556" y="2438594"/>
                </a:cubicBezTo>
                <a:cubicBezTo>
                  <a:pt x="4563694" y="2431764"/>
                  <a:pt x="4613112" y="2470153"/>
                  <a:pt x="4619937" y="2524338"/>
                </a:cubicBezTo>
                <a:cubicBezTo>
                  <a:pt x="4620857" y="2531647"/>
                  <a:pt x="4620959" y="2539036"/>
                  <a:pt x="4620240" y="2546367"/>
                </a:cubicBezTo>
                <a:cubicBezTo>
                  <a:pt x="4594593" y="2820755"/>
                  <a:pt x="4796040" y="3063999"/>
                  <a:pt x="5070184" y="3089669"/>
                </a:cubicBezTo>
                <a:cubicBezTo>
                  <a:pt x="5344328" y="3115339"/>
                  <a:pt x="5587357" y="2913713"/>
                  <a:pt x="5613003" y="2639325"/>
                </a:cubicBezTo>
                <a:cubicBezTo>
                  <a:pt x="5630034" y="2457120"/>
                  <a:pt x="5546050" y="2280203"/>
                  <a:pt x="5394166" y="2178327"/>
                </a:cubicBezTo>
                <a:cubicBezTo>
                  <a:pt x="5312184" y="2122011"/>
                  <a:pt x="5291335" y="2009840"/>
                  <a:pt x="5347601" y="1927785"/>
                </a:cubicBezTo>
                <a:cubicBezTo>
                  <a:pt x="5348074" y="1927094"/>
                  <a:pt x="5348553" y="1926407"/>
                  <a:pt x="5349035" y="192572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32"/>
          <p:cNvSpPr/>
          <p:nvPr/>
        </p:nvSpPr>
        <p:spPr>
          <a:xfrm>
            <a:off x="4147729" y="1809551"/>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06" name="Google Shape;1106;p32"/>
          <p:cNvSpPr/>
          <p:nvPr/>
        </p:nvSpPr>
        <p:spPr>
          <a:xfrm>
            <a:off x="6222300" y="325483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07" name="Google Shape;1107;p32"/>
          <p:cNvSpPr/>
          <p:nvPr/>
        </p:nvSpPr>
        <p:spPr>
          <a:xfrm>
            <a:off x="5089352" y="1620865"/>
            <a:ext cx="1632244" cy="1633695"/>
          </a:xfrm>
          <a:custGeom>
            <a:rect b="b" l="l" r="r" t="t"/>
            <a:pathLst>
              <a:path extrusionOk="0" h="1905184" w="1903491">
                <a:moveTo>
                  <a:pt x="1903491" y="952592"/>
                </a:moveTo>
                <a:cubicBezTo>
                  <a:pt x="1903491" y="1478695"/>
                  <a:pt x="1477380" y="1905185"/>
                  <a:pt x="951746" y="1905185"/>
                </a:cubicBezTo>
                <a:cubicBezTo>
                  <a:pt x="426111" y="1905185"/>
                  <a:pt x="0" y="1478695"/>
                  <a:pt x="0" y="952592"/>
                </a:cubicBezTo>
                <a:cubicBezTo>
                  <a:pt x="0" y="426490"/>
                  <a:pt x="426111" y="0"/>
                  <a:pt x="951746" y="0"/>
                </a:cubicBezTo>
                <a:cubicBezTo>
                  <a:pt x="1477380" y="0"/>
                  <a:pt x="1903491" y="426490"/>
                  <a:pt x="1903491" y="952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32"/>
          <p:cNvSpPr/>
          <p:nvPr/>
        </p:nvSpPr>
        <p:spPr>
          <a:xfrm>
            <a:off x="5556763" y="2087923"/>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1109" name="Google Shape;1109;p32"/>
          <p:cNvGrpSpPr/>
          <p:nvPr/>
        </p:nvGrpSpPr>
        <p:grpSpPr>
          <a:xfrm>
            <a:off x="4923628" y="3364082"/>
            <a:ext cx="933037" cy="933867"/>
            <a:chOff x="6535033" y="3789593"/>
            <a:chExt cx="1087709" cy="1088677"/>
          </a:xfrm>
        </p:grpSpPr>
        <p:sp>
          <p:nvSpPr>
            <p:cNvPr id="1110" name="Google Shape;1110;p32"/>
            <p:cNvSpPr/>
            <p:nvPr/>
          </p:nvSpPr>
          <p:spPr>
            <a:xfrm>
              <a:off x="6535033" y="3789593"/>
              <a:ext cx="1087709" cy="1088677"/>
            </a:xfrm>
            <a:custGeom>
              <a:rect b="b" l="l" r="r" t="t"/>
              <a:pathLst>
                <a:path extrusionOk="0" h="1088677" w="1087709">
                  <a:moveTo>
                    <a:pt x="1087709" y="544339"/>
                  </a:moveTo>
                  <a:cubicBezTo>
                    <a:pt x="1087709" y="844969"/>
                    <a:pt x="844217" y="1088677"/>
                    <a:pt x="543855" y="1088677"/>
                  </a:cubicBezTo>
                  <a:cubicBezTo>
                    <a:pt x="243492" y="1088677"/>
                    <a:pt x="0" y="844969"/>
                    <a:pt x="0" y="544339"/>
                  </a:cubicBezTo>
                  <a:cubicBezTo>
                    <a:pt x="0" y="243709"/>
                    <a:pt x="243492" y="0"/>
                    <a:pt x="543855" y="0"/>
                  </a:cubicBezTo>
                  <a:cubicBezTo>
                    <a:pt x="844217" y="0"/>
                    <a:pt x="1087709" y="243709"/>
                    <a:pt x="1087709" y="544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32"/>
            <p:cNvSpPr/>
            <p:nvPr/>
          </p:nvSpPr>
          <p:spPr>
            <a:xfrm rot="-4839320">
              <a:off x="6852496" y="4107082"/>
              <a:ext cx="453564" cy="453967"/>
            </a:xfrm>
            <a:custGeom>
              <a:rect b="b" l="l" r="r" t="t"/>
              <a:pathLst>
                <a:path extrusionOk="0" h="453613" w="453210">
                  <a:moveTo>
                    <a:pt x="453211" y="226807"/>
                  </a:moveTo>
                  <a:cubicBezTo>
                    <a:pt x="453211" y="352069"/>
                    <a:pt x="351756" y="453614"/>
                    <a:pt x="226605" y="453614"/>
                  </a:cubicBezTo>
                  <a:cubicBezTo>
                    <a:pt x="101455" y="453614"/>
                    <a:pt x="0" y="352069"/>
                    <a:pt x="0" y="226807"/>
                  </a:cubicBezTo>
                  <a:cubicBezTo>
                    <a:pt x="0" y="101545"/>
                    <a:pt x="101455" y="0"/>
                    <a:pt x="226605" y="0"/>
                  </a:cubicBezTo>
                  <a:cubicBezTo>
                    <a:pt x="351756" y="0"/>
                    <a:pt x="453211" y="101545"/>
                    <a:pt x="453211" y="2268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2" name="Google Shape;1112;p32"/>
          <p:cNvSpPr/>
          <p:nvPr/>
        </p:nvSpPr>
        <p:spPr>
          <a:xfrm>
            <a:off x="5040350" y="3493510"/>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13" name="Google Shape;1113;p32"/>
          <p:cNvSpPr/>
          <p:nvPr/>
        </p:nvSpPr>
        <p:spPr>
          <a:xfrm>
            <a:off x="2260525" y="3218160"/>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1114" name="Google Shape;1114;p32"/>
          <p:cNvGrpSpPr/>
          <p:nvPr/>
        </p:nvGrpSpPr>
        <p:grpSpPr>
          <a:xfrm>
            <a:off x="3020327" y="2562303"/>
            <a:ext cx="1632815" cy="1634267"/>
            <a:chOff x="4316216" y="2854900"/>
            <a:chExt cx="1903491" cy="1905184"/>
          </a:xfrm>
        </p:grpSpPr>
        <p:sp>
          <p:nvSpPr>
            <p:cNvPr id="1115" name="Google Shape;1115;p32"/>
            <p:cNvSpPr/>
            <p:nvPr/>
          </p:nvSpPr>
          <p:spPr>
            <a:xfrm>
              <a:off x="4316216" y="2854900"/>
              <a:ext cx="1903491" cy="1905184"/>
            </a:xfrm>
            <a:custGeom>
              <a:rect b="b" l="l" r="r" t="t"/>
              <a:pathLst>
                <a:path extrusionOk="0" h="1905184" w="1903491">
                  <a:moveTo>
                    <a:pt x="1903491" y="952592"/>
                  </a:moveTo>
                  <a:cubicBezTo>
                    <a:pt x="1903491" y="1478695"/>
                    <a:pt x="1477380" y="1905185"/>
                    <a:pt x="951746" y="1905185"/>
                  </a:cubicBezTo>
                  <a:cubicBezTo>
                    <a:pt x="426111" y="1905185"/>
                    <a:pt x="0" y="1478695"/>
                    <a:pt x="0" y="952592"/>
                  </a:cubicBezTo>
                  <a:cubicBezTo>
                    <a:pt x="0" y="426490"/>
                    <a:pt x="426111" y="0"/>
                    <a:pt x="951746" y="0"/>
                  </a:cubicBezTo>
                  <a:cubicBezTo>
                    <a:pt x="1477380" y="0"/>
                    <a:pt x="1903491" y="426490"/>
                    <a:pt x="1903491" y="952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32"/>
            <p:cNvSpPr/>
            <p:nvPr/>
          </p:nvSpPr>
          <p:spPr>
            <a:xfrm rot="-4601629">
              <a:off x="4723811" y="3263430"/>
              <a:ext cx="1086975" cy="1087941"/>
            </a:xfrm>
            <a:custGeom>
              <a:rect b="b" l="l" r="r" t="t"/>
              <a:pathLst>
                <a:path extrusionOk="0" h="1088673" w="1087706">
                  <a:moveTo>
                    <a:pt x="1087706" y="544337"/>
                  </a:moveTo>
                  <a:cubicBezTo>
                    <a:pt x="1087706" y="844966"/>
                    <a:pt x="844215" y="1088674"/>
                    <a:pt x="543853" y="1088674"/>
                  </a:cubicBezTo>
                  <a:cubicBezTo>
                    <a:pt x="243491" y="1088674"/>
                    <a:pt x="0" y="844966"/>
                    <a:pt x="0" y="544337"/>
                  </a:cubicBezTo>
                  <a:cubicBezTo>
                    <a:pt x="0" y="243708"/>
                    <a:pt x="243491" y="0"/>
                    <a:pt x="543853" y="0"/>
                  </a:cubicBezTo>
                  <a:cubicBezTo>
                    <a:pt x="844215" y="0"/>
                    <a:pt x="1087706" y="243708"/>
                    <a:pt x="1087706" y="5443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7" name="Google Shape;1117;p32"/>
          <p:cNvSpPr/>
          <p:nvPr/>
        </p:nvSpPr>
        <p:spPr>
          <a:xfrm>
            <a:off x="3485025" y="302023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18" name="Google Shape;1118;p32"/>
          <p:cNvSpPr/>
          <p:nvPr/>
        </p:nvSpPr>
        <p:spPr>
          <a:xfrm>
            <a:off x="2410065" y="1589523"/>
            <a:ext cx="1088542" cy="1089511"/>
          </a:xfrm>
          <a:custGeom>
            <a:rect b="b" l="l" r="r" t="t"/>
            <a:pathLst>
              <a:path extrusionOk="0" h="1270122" w="1268993">
                <a:moveTo>
                  <a:pt x="1268994" y="635061"/>
                </a:moveTo>
                <a:cubicBezTo>
                  <a:pt x="1268994" y="985796"/>
                  <a:pt x="984920" y="1270123"/>
                  <a:pt x="634497" y="1270123"/>
                </a:cubicBezTo>
                <a:cubicBezTo>
                  <a:pt x="284074" y="1270123"/>
                  <a:pt x="0" y="985796"/>
                  <a:pt x="0" y="635061"/>
                </a:cubicBezTo>
                <a:cubicBezTo>
                  <a:pt x="0" y="284327"/>
                  <a:pt x="284074" y="0"/>
                  <a:pt x="634497" y="0"/>
                </a:cubicBezTo>
                <a:cubicBezTo>
                  <a:pt x="984920" y="0"/>
                  <a:pt x="1268994" y="284327"/>
                  <a:pt x="1268994" y="63506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32"/>
          <p:cNvSpPr/>
          <p:nvPr/>
        </p:nvSpPr>
        <p:spPr>
          <a:xfrm>
            <a:off x="2604525" y="179278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20" name="Google Shape;1120;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121" name="Google Shape;1121;p32"/>
          <p:cNvSpPr txBox="1"/>
          <p:nvPr/>
        </p:nvSpPr>
        <p:spPr>
          <a:xfrm>
            <a:off x="739538" y="1375088"/>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1122" name="Google Shape;1122;p32"/>
          <p:cNvSpPr txBox="1"/>
          <p:nvPr/>
        </p:nvSpPr>
        <p:spPr>
          <a:xfrm>
            <a:off x="739538" y="2269163"/>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1123" name="Google Shape;1123;p32"/>
          <p:cNvSpPr txBox="1"/>
          <p:nvPr/>
        </p:nvSpPr>
        <p:spPr>
          <a:xfrm>
            <a:off x="739538" y="3163237"/>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1124" name="Google Shape;1124;p32"/>
          <p:cNvSpPr txBox="1"/>
          <p:nvPr/>
        </p:nvSpPr>
        <p:spPr>
          <a:xfrm>
            <a:off x="739538" y="4057312"/>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1125" name="Google Shape;1125;p32"/>
          <p:cNvSpPr txBox="1"/>
          <p:nvPr/>
        </p:nvSpPr>
        <p:spPr>
          <a:xfrm>
            <a:off x="7164563" y="17231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sp>
        <p:nvSpPr>
          <p:cNvPr id="1126" name="Google Shape;1126;p32"/>
          <p:cNvSpPr txBox="1"/>
          <p:nvPr/>
        </p:nvSpPr>
        <p:spPr>
          <a:xfrm>
            <a:off x="7164563" y="27162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a very small planet</a:t>
            </a:r>
            <a:endParaRPr sz="1200">
              <a:solidFill>
                <a:schemeClr val="dk1"/>
              </a:solidFill>
              <a:latin typeface="Catamaran"/>
              <a:ea typeface="Catamaran"/>
              <a:cs typeface="Catamaran"/>
              <a:sym typeface="Catamaran"/>
            </a:endParaRPr>
          </a:p>
        </p:txBody>
      </p:sp>
      <p:sp>
        <p:nvSpPr>
          <p:cNvPr id="1127" name="Google Shape;1127;p32"/>
          <p:cNvSpPr txBox="1"/>
          <p:nvPr/>
        </p:nvSpPr>
        <p:spPr>
          <a:xfrm>
            <a:off x="7164563" y="37093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Pluto is now a dwarf planet</a:t>
            </a:r>
            <a:endParaRPr sz="1200">
              <a:solidFill>
                <a:schemeClr val="dk1"/>
              </a:solidFill>
              <a:latin typeface="Catamaran"/>
              <a:ea typeface="Catamaran"/>
              <a:cs typeface="Catamaran"/>
              <a:sym typeface="Catamaran"/>
            </a:endParaRPr>
          </a:p>
        </p:txBody>
      </p:sp>
      <p:grpSp>
        <p:nvGrpSpPr>
          <p:cNvPr id="1128" name="Google Shape;1128;p32"/>
          <p:cNvGrpSpPr/>
          <p:nvPr/>
        </p:nvGrpSpPr>
        <p:grpSpPr>
          <a:xfrm>
            <a:off x="3698780" y="3214745"/>
            <a:ext cx="254784" cy="310563"/>
            <a:chOff x="879863" y="4169883"/>
            <a:chExt cx="264656" cy="322595"/>
          </a:xfrm>
        </p:grpSpPr>
        <p:sp>
          <p:nvSpPr>
            <p:cNvPr id="1129" name="Google Shape;1129;p32"/>
            <p:cNvSpPr/>
            <p:nvPr/>
          </p:nvSpPr>
          <p:spPr>
            <a:xfrm>
              <a:off x="908224" y="4169883"/>
              <a:ext cx="56700" cy="57331"/>
            </a:xfrm>
            <a:custGeom>
              <a:rect b="b" l="l" r="r" t="t"/>
              <a:pathLst>
                <a:path extrusionOk="0" h="90642" w="89645">
                  <a:moveTo>
                    <a:pt x="89646" y="45819"/>
                  </a:moveTo>
                  <a:cubicBezTo>
                    <a:pt x="89646" y="21104"/>
                    <a:pt x="69538" y="0"/>
                    <a:pt x="44823" y="0"/>
                  </a:cubicBezTo>
                  <a:cubicBezTo>
                    <a:pt x="20108" y="0"/>
                    <a:pt x="0" y="21104"/>
                    <a:pt x="0" y="45819"/>
                  </a:cubicBezTo>
                  <a:cubicBezTo>
                    <a:pt x="0" y="70534"/>
                    <a:pt x="20108" y="90642"/>
                    <a:pt x="44823" y="90642"/>
                  </a:cubicBezTo>
                  <a:cubicBezTo>
                    <a:pt x="69538" y="90642"/>
                    <a:pt x="89646" y="70534"/>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32"/>
            <p:cNvSpPr/>
            <p:nvPr/>
          </p:nvSpPr>
          <p:spPr>
            <a:xfrm>
              <a:off x="1012217" y="4189421"/>
              <a:ext cx="132302" cy="284135"/>
            </a:xfrm>
            <a:custGeom>
              <a:rect b="b" l="l" r="r" t="t"/>
              <a:pathLst>
                <a:path extrusionOk="0" h="449225" w="209173">
                  <a:moveTo>
                    <a:pt x="209174" y="89646"/>
                  </a:moveTo>
                  <a:lnTo>
                    <a:pt x="209174" y="0"/>
                  </a:lnTo>
                  <a:lnTo>
                    <a:pt x="59764" y="0"/>
                  </a:lnTo>
                  <a:lnTo>
                    <a:pt x="59764" y="29882"/>
                  </a:lnTo>
                  <a:lnTo>
                    <a:pt x="0" y="29882"/>
                  </a:lnTo>
                  <a:lnTo>
                    <a:pt x="0" y="418348"/>
                  </a:lnTo>
                  <a:lnTo>
                    <a:pt x="59764" y="418348"/>
                  </a:lnTo>
                  <a:lnTo>
                    <a:pt x="59764" y="449226"/>
                  </a:lnTo>
                  <a:lnTo>
                    <a:pt x="209174" y="449226"/>
                  </a:lnTo>
                  <a:lnTo>
                    <a:pt x="209174" y="358584"/>
                  </a:lnTo>
                  <a:lnTo>
                    <a:pt x="59764" y="358584"/>
                  </a:lnTo>
                  <a:lnTo>
                    <a:pt x="59764" y="388466"/>
                  </a:lnTo>
                  <a:lnTo>
                    <a:pt x="29882" y="388466"/>
                  </a:lnTo>
                  <a:lnTo>
                    <a:pt x="29882" y="298820"/>
                  </a:lnTo>
                  <a:lnTo>
                    <a:pt x="59764" y="298820"/>
                  </a:lnTo>
                  <a:lnTo>
                    <a:pt x="59764" y="328702"/>
                  </a:lnTo>
                  <a:lnTo>
                    <a:pt x="209174" y="328702"/>
                  </a:lnTo>
                  <a:lnTo>
                    <a:pt x="209174" y="239056"/>
                  </a:lnTo>
                  <a:lnTo>
                    <a:pt x="59764" y="239056"/>
                  </a:lnTo>
                  <a:lnTo>
                    <a:pt x="59764" y="268938"/>
                  </a:lnTo>
                  <a:lnTo>
                    <a:pt x="29882" y="268938"/>
                  </a:lnTo>
                  <a:lnTo>
                    <a:pt x="29882" y="179292"/>
                  </a:lnTo>
                  <a:lnTo>
                    <a:pt x="59764" y="179292"/>
                  </a:lnTo>
                  <a:lnTo>
                    <a:pt x="59764" y="209174"/>
                  </a:lnTo>
                  <a:lnTo>
                    <a:pt x="209174" y="209174"/>
                  </a:lnTo>
                  <a:lnTo>
                    <a:pt x="209174" y="119528"/>
                  </a:lnTo>
                  <a:lnTo>
                    <a:pt x="59764" y="119528"/>
                  </a:lnTo>
                  <a:lnTo>
                    <a:pt x="59764" y="149410"/>
                  </a:lnTo>
                  <a:lnTo>
                    <a:pt x="29882" y="149410"/>
                  </a:lnTo>
                  <a:lnTo>
                    <a:pt x="29882" y="59764"/>
                  </a:lnTo>
                  <a:lnTo>
                    <a:pt x="59764" y="59764"/>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32"/>
            <p:cNvSpPr/>
            <p:nvPr/>
          </p:nvSpPr>
          <p:spPr>
            <a:xfrm>
              <a:off x="879863" y="4246145"/>
              <a:ext cx="113402" cy="246334"/>
            </a:xfrm>
            <a:custGeom>
              <a:rect b="b" l="l" r="r" t="t"/>
              <a:pathLst>
                <a:path extrusionOk="0" h="389461" w="179291">
                  <a:moveTo>
                    <a:pt x="149410" y="389462"/>
                  </a:moveTo>
                  <a:lnTo>
                    <a:pt x="149410" y="209174"/>
                  </a:lnTo>
                  <a:lnTo>
                    <a:pt x="179292" y="209174"/>
                  </a:lnTo>
                  <a:lnTo>
                    <a:pt x="179292" y="59764"/>
                  </a:lnTo>
                  <a:cubicBezTo>
                    <a:pt x="179292" y="26804"/>
                    <a:pt x="152488" y="0"/>
                    <a:pt x="119528" y="0"/>
                  </a:cubicBezTo>
                  <a:lnTo>
                    <a:pt x="104587" y="0"/>
                  </a:lnTo>
                  <a:lnTo>
                    <a:pt x="104587" y="89646"/>
                  </a:lnTo>
                  <a:lnTo>
                    <a:pt x="74705" y="89646"/>
                  </a:lnTo>
                  <a:lnTo>
                    <a:pt x="74705" y="0"/>
                  </a:lnTo>
                  <a:lnTo>
                    <a:pt x="59764" y="0"/>
                  </a:lnTo>
                  <a:cubicBezTo>
                    <a:pt x="26804" y="0"/>
                    <a:pt x="0" y="26804"/>
                    <a:pt x="0" y="59764"/>
                  </a:cubicBezTo>
                  <a:lnTo>
                    <a:pt x="0" y="209174"/>
                  </a:lnTo>
                  <a:lnTo>
                    <a:pt x="29882" y="209174"/>
                  </a:lnTo>
                  <a:lnTo>
                    <a:pt x="29882" y="389462"/>
                  </a:lnTo>
                  <a:lnTo>
                    <a:pt x="74705" y="389462"/>
                  </a:lnTo>
                  <a:lnTo>
                    <a:pt x="74705" y="209174"/>
                  </a:lnTo>
                  <a:lnTo>
                    <a:pt x="104587" y="209174"/>
                  </a:lnTo>
                  <a:lnTo>
                    <a:pt x="104587" y="38946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2" name="Google Shape;1132;p32"/>
          <p:cNvGrpSpPr/>
          <p:nvPr/>
        </p:nvGrpSpPr>
        <p:grpSpPr>
          <a:xfrm>
            <a:off x="2455011" y="3412648"/>
            <a:ext cx="310634" cy="310605"/>
            <a:chOff x="1714027" y="4153219"/>
            <a:chExt cx="322670" cy="322640"/>
          </a:xfrm>
        </p:grpSpPr>
        <p:sp>
          <p:nvSpPr>
            <p:cNvPr id="1133" name="Google Shape;1133;p32"/>
            <p:cNvSpPr/>
            <p:nvPr/>
          </p:nvSpPr>
          <p:spPr>
            <a:xfrm>
              <a:off x="1779962" y="4153219"/>
              <a:ext cx="218855" cy="37800"/>
            </a:xfrm>
            <a:custGeom>
              <a:rect b="b" l="l" r="r" t="t"/>
              <a:pathLst>
                <a:path extrusionOk="0" h="59763" w="346016">
                  <a:moveTo>
                    <a:pt x="316134" y="0"/>
                  </a:moveTo>
                  <a:lnTo>
                    <a:pt x="0" y="0"/>
                  </a:lnTo>
                  <a:cubicBezTo>
                    <a:pt x="9482" y="12525"/>
                    <a:pt x="15322" y="27940"/>
                    <a:pt x="15322" y="44823"/>
                  </a:cubicBezTo>
                  <a:lnTo>
                    <a:pt x="15322" y="59764"/>
                  </a:lnTo>
                  <a:lnTo>
                    <a:pt x="346016" y="59764"/>
                  </a:lnTo>
                  <a:lnTo>
                    <a:pt x="346016" y="29882"/>
                  </a:lnTo>
                  <a:cubicBezTo>
                    <a:pt x="346016" y="13377"/>
                    <a:pt x="332640" y="0"/>
                    <a:pt x="316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32"/>
            <p:cNvSpPr/>
            <p:nvPr/>
          </p:nvSpPr>
          <p:spPr>
            <a:xfrm>
              <a:off x="1780203" y="4333473"/>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32"/>
            <p:cNvSpPr/>
            <p:nvPr/>
          </p:nvSpPr>
          <p:spPr>
            <a:xfrm>
              <a:off x="1714027" y="4153219"/>
              <a:ext cx="246965" cy="322566"/>
            </a:xfrm>
            <a:custGeom>
              <a:rect b="b" l="l" r="r" t="t"/>
              <a:pathLst>
                <a:path extrusionOk="0" h="509986" w="390458">
                  <a:moveTo>
                    <a:pt x="89646" y="44823"/>
                  </a:moveTo>
                  <a:cubicBezTo>
                    <a:pt x="89646" y="20069"/>
                    <a:pt x="69577" y="0"/>
                    <a:pt x="44823" y="0"/>
                  </a:cubicBezTo>
                  <a:cubicBezTo>
                    <a:pt x="20069" y="0"/>
                    <a:pt x="0" y="20069"/>
                    <a:pt x="0" y="44823"/>
                  </a:cubicBezTo>
                  <a:lnTo>
                    <a:pt x="0" y="509986"/>
                  </a:lnTo>
                  <a:lnTo>
                    <a:pt x="390458" y="509986"/>
                  </a:lnTo>
                  <a:lnTo>
                    <a:pt x="390458" y="89646"/>
                  </a:lnTo>
                  <a:lnTo>
                    <a:pt x="89646" y="89646"/>
                  </a:lnTo>
                  <a:close/>
                  <a:moveTo>
                    <a:pt x="164351" y="465163"/>
                  </a:moveTo>
                  <a:lnTo>
                    <a:pt x="74705" y="465163"/>
                  </a:lnTo>
                  <a:lnTo>
                    <a:pt x="74705" y="375517"/>
                  </a:lnTo>
                  <a:lnTo>
                    <a:pt x="164351" y="375517"/>
                  </a:lnTo>
                  <a:close/>
                  <a:moveTo>
                    <a:pt x="164351" y="344639"/>
                  </a:moveTo>
                  <a:lnTo>
                    <a:pt x="74705" y="344639"/>
                  </a:lnTo>
                  <a:lnTo>
                    <a:pt x="74705" y="254993"/>
                  </a:lnTo>
                  <a:lnTo>
                    <a:pt x="164351" y="254993"/>
                  </a:lnTo>
                  <a:close/>
                  <a:moveTo>
                    <a:pt x="194233" y="165347"/>
                  </a:moveTo>
                  <a:lnTo>
                    <a:pt x="315753" y="165347"/>
                  </a:lnTo>
                  <a:lnTo>
                    <a:pt x="315753" y="195229"/>
                  </a:lnTo>
                  <a:lnTo>
                    <a:pt x="194233" y="195229"/>
                  </a:lnTo>
                  <a:close/>
                  <a:moveTo>
                    <a:pt x="194233" y="284875"/>
                  </a:moveTo>
                  <a:lnTo>
                    <a:pt x="315753" y="284875"/>
                  </a:lnTo>
                  <a:lnTo>
                    <a:pt x="315753" y="314757"/>
                  </a:lnTo>
                  <a:lnTo>
                    <a:pt x="194233" y="314757"/>
                  </a:lnTo>
                  <a:close/>
                  <a:moveTo>
                    <a:pt x="194233" y="405399"/>
                  </a:moveTo>
                  <a:lnTo>
                    <a:pt x="315753" y="405399"/>
                  </a:lnTo>
                  <a:lnTo>
                    <a:pt x="315753" y="435281"/>
                  </a:lnTo>
                  <a:lnTo>
                    <a:pt x="194233" y="435281"/>
                  </a:lnTo>
                  <a:close/>
                  <a:moveTo>
                    <a:pt x="164351" y="135465"/>
                  </a:moveTo>
                  <a:lnTo>
                    <a:pt x="164351" y="225111"/>
                  </a:lnTo>
                  <a:lnTo>
                    <a:pt x="74705" y="225111"/>
                  </a:lnTo>
                  <a:lnTo>
                    <a:pt x="74705"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32"/>
            <p:cNvSpPr/>
            <p:nvPr/>
          </p:nvSpPr>
          <p:spPr>
            <a:xfrm>
              <a:off x="1780203" y="4409735"/>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32"/>
            <p:cNvSpPr/>
            <p:nvPr/>
          </p:nvSpPr>
          <p:spPr>
            <a:xfrm>
              <a:off x="1780203" y="425784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32"/>
            <p:cNvSpPr/>
            <p:nvPr/>
          </p:nvSpPr>
          <p:spPr>
            <a:xfrm>
              <a:off x="1980845" y="4229481"/>
              <a:ext cx="55000" cy="94501"/>
            </a:xfrm>
            <a:custGeom>
              <a:rect b="b" l="l" r="r" t="t"/>
              <a:pathLst>
                <a:path extrusionOk="0" h="149409" w="86957">
                  <a:moveTo>
                    <a:pt x="28540" y="0"/>
                  </a:moveTo>
                  <a:lnTo>
                    <a:pt x="28540" y="37154"/>
                  </a:lnTo>
                  <a:cubicBezTo>
                    <a:pt x="9626" y="55523"/>
                    <a:pt x="2482" y="107704"/>
                    <a:pt x="0" y="149410"/>
                  </a:cubicBezTo>
                  <a:lnTo>
                    <a:pt x="86957" y="149410"/>
                  </a:lnTo>
                  <a:cubicBezTo>
                    <a:pt x="84479" y="107704"/>
                    <a:pt x="77335" y="55527"/>
                    <a:pt x="58422" y="37154"/>
                  </a:cubicBezTo>
                  <a:lnTo>
                    <a:pt x="5842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32"/>
            <p:cNvSpPr/>
            <p:nvPr/>
          </p:nvSpPr>
          <p:spPr>
            <a:xfrm>
              <a:off x="1979996" y="4342927"/>
              <a:ext cx="56700" cy="132933"/>
            </a:xfrm>
            <a:custGeom>
              <a:rect b="b" l="l" r="r" t="t"/>
              <a:pathLst>
                <a:path extrusionOk="0" h="210170" w="89645">
                  <a:moveTo>
                    <a:pt x="167" y="0"/>
                  </a:moveTo>
                  <a:cubicBezTo>
                    <a:pt x="54" y="5720"/>
                    <a:pt x="0" y="10894"/>
                    <a:pt x="0" y="14941"/>
                  </a:cubicBezTo>
                  <a:cubicBezTo>
                    <a:pt x="0" y="48216"/>
                    <a:pt x="2471" y="147340"/>
                    <a:pt x="29882" y="173603"/>
                  </a:cubicBezTo>
                  <a:lnTo>
                    <a:pt x="29882" y="210170"/>
                  </a:lnTo>
                  <a:lnTo>
                    <a:pt x="59764" y="210170"/>
                  </a:lnTo>
                  <a:lnTo>
                    <a:pt x="59764" y="173603"/>
                  </a:lnTo>
                  <a:cubicBezTo>
                    <a:pt x="87175" y="147340"/>
                    <a:pt x="89646" y="48216"/>
                    <a:pt x="89646" y="14941"/>
                  </a:cubicBezTo>
                  <a:cubicBezTo>
                    <a:pt x="89646" y="10894"/>
                    <a:pt x="89592" y="5720"/>
                    <a:pt x="8947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0" name="Google Shape;1140;p32"/>
          <p:cNvGrpSpPr/>
          <p:nvPr/>
        </p:nvGrpSpPr>
        <p:grpSpPr>
          <a:xfrm>
            <a:off x="2817861" y="2001323"/>
            <a:ext cx="272944" cy="310620"/>
            <a:chOff x="2456628" y="1213239"/>
            <a:chExt cx="283519" cy="322655"/>
          </a:xfrm>
        </p:grpSpPr>
        <p:sp>
          <p:nvSpPr>
            <p:cNvPr id="1141" name="Google Shape;1141;p32"/>
            <p:cNvSpPr/>
            <p:nvPr/>
          </p:nvSpPr>
          <p:spPr>
            <a:xfrm>
              <a:off x="2494443" y="1327316"/>
              <a:ext cx="245704" cy="94501"/>
            </a:xfrm>
            <a:custGeom>
              <a:rect b="b" l="l" r="r" t="t"/>
              <a:pathLst>
                <a:path extrusionOk="0" h="149409" w="388465">
                  <a:moveTo>
                    <a:pt x="388466" y="104587"/>
                  </a:moveTo>
                  <a:lnTo>
                    <a:pt x="328702" y="59764"/>
                  </a:lnTo>
                  <a:lnTo>
                    <a:pt x="194233" y="59764"/>
                  </a:lnTo>
                  <a:lnTo>
                    <a:pt x="194233" y="0"/>
                  </a:lnTo>
                  <a:lnTo>
                    <a:pt x="134469" y="0"/>
                  </a:lnTo>
                  <a:lnTo>
                    <a:pt x="134469" y="59764"/>
                  </a:lnTo>
                  <a:lnTo>
                    <a:pt x="0" y="59764"/>
                  </a:lnTo>
                  <a:lnTo>
                    <a:pt x="0" y="149410"/>
                  </a:lnTo>
                  <a:lnTo>
                    <a:pt x="328702"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32"/>
            <p:cNvSpPr/>
            <p:nvPr/>
          </p:nvSpPr>
          <p:spPr>
            <a:xfrm>
              <a:off x="2456628" y="1251685"/>
              <a:ext cx="245704" cy="56700"/>
            </a:xfrm>
            <a:custGeom>
              <a:rect b="b" l="l" r="r" t="t"/>
              <a:pathLst>
                <a:path extrusionOk="0" h="89645" w="388465">
                  <a:moveTo>
                    <a:pt x="388466" y="89646"/>
                  </a:moveTo>
                  <a:lnTo>
                    <a:pt x="388466" y="0"/>
                  </a:lnTo>
                  <a:lnTo>
                    <a:pt x="59764" y="0"/>
                  </a:lnTo>
                  <a:lnTo>
                    <a:pt x="0" y="44823"/>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32"/>
            <p:cNvSpPr/>
            <p:nvPr/>
          </p:nvSpPr>
          <p:spPr>
            <a:xfrm>
              <a:off x="2579528" y="1213239"/>
              <a:ext cx="37800" cy="19530"/>
            </a:xfrm>
            <a:custGeom>
              <a:rect b="b" l="l" r="r" t="t"/>
              <a:pathLst>
                <a:path extrusionOk="0" h="30878" w="59763">
                  <a:moveTo>
                    <a:pt x="0" y="0"/>
                  </a:moveTo>
                  <a:lnTo>
                    <a:pt x="59764" y="0"/>
                  </a:lnTo>
                  <a:lnTo>
                    <a:pt x="59764" y="30878"/>
                  </a:lnTo>
                  <a:lnTo>
                    <a:pt x="0" y="3087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32"/>
            <p:cNvSpPr/>
            <p:nvPr/>
          </p:nvSpPr>
          <p:spPr>
            <a:xfrm>
              <a:off x="2532259" y="1440762"/>
              <a:ext cx="132302" cy="95132"/>
            </a:xfrm>
            <a:custGeom>
              <a:rect b="b" l="l" r="r" t="t"/>
              <a:pathLst>
                <a:path extrusionOk="0" h="150406" w="209173">
                  <a:moveTo>
                    <a:pt x="74705" y="0"/>
                  </a:moveTo>
                  <a:lnTo>
                    <a:pt x="74705" y="120524"/>
                  </a:lnTo>
                  <a:lnTo>
                    <a:pt x="0" y="120524"/>
                  </a:lnTo>
                  <a:lnTo>
                    <a:pt x="0" y="150406"/>
                  </a:lnTo>
                  <a:lnTo>
                    <a:pt x="209174" y="150406"/>
                  </a:lnTo>
                  <a:lnTo>
                    <a:pt x="209174" y="120524"/>
                  </a:lnTo>
                  <a:lnTo>
                    <a:pt x="134469" y="120524"/>
                  </a:lnTo>
                  <a:lnTo>
                    <a:pt x="13446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5" name="Google Shape;1145;p32"/>
          <p:cNvGrpSpPr/>
          <p:nvPr/>
        </p:nvGrpSpPr>
        <p:grpSpPr>
          <a:xfrm>
            <a:off x="5751288" y="2282429"/>
            <a:ext cx="310534" cy="310570"/>
            <a:chOff x="3248224" y="4169883"/>
            <a:chExt cx="322566" cy="322603"/>
          </a:xfrm>
        </p:grpSpPr>
        <p:sp>
          <p:nvSpPr>
            <p:cNvPr id="1146" name="Google Shape;1146;p32"/>
            <p:cNvSpPr/>
            <p:nvPr/>
          </p:nvSpPr>
          <p:spPr>
            <a:xfrm>
              <a:off x="3381209" y="4312322"/>
              <a:ext cx="18900" cy="18900"/>
            </a:xfrm>
            <a:custGeom>
              <a:rect b="b" l="l" r="r" t="t"/>
              <a:pathLst>
                <a:path extrusionOk="0" h="29881" w="29881">
                  <a:moveTo>
                    <a:pt x="14941" y="29882"/>
                  </a:moveTo>
                  <a:cubicBezTo>
                    <a:pt x="23186" y="29882"/>
                    <a:pt x="29882" y="23186"/>
                    <a:pt x="29882" y="14941"/>
                  </a:cubicBezTo>
                  <a:cubicBezTo>
                    <a:pt x="29882" y="6696"/>
                    <a:pt x="23186" y="0"/>
                    <a:pt x="14941" y="0"/>
                  </a:cubicBezTo>
                  <a:cubicBezTo>
                    <a:pt x="6696" y="0"/>
                    <a:pt x="0" y="6696"/>
                    <a:pt x="0" y="14941"/>
                  </a:cubicBezTo>
                  <a:cubicBezTo>
                    <a:pt x="0" y="23186"/>
                    <a:pt x="6696" y="29882"/>
                    <a:pt x="14941"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32"/>
            <p:cNvSpPr/>
            <p:nvPr/>
          </p:nvSpPr>
          <p:spPr>
            <a:xfrm>
              <a:off x="3381319" y="4312434"/>
              <a:ext cx="75490" cy="75488"/>
            </a:xfrm>
            <a:custGeom>
              <a:rect b="b" l="l" r="r" t="t"/>
              <a:pathLst>
                <a:path extrusionOk="0" h="119348" w="119352">
                  <a:moveTo>
                    <a:pt x="10323" y="59138"/>
                  </a:moveTo>
                  <a:cubicBezTo>
                    <a:pt x="3918" y="72429"/>
                    <a:pt x="370" y="86934"/>
                    <a:pt x="0" y="101821"/>
                  </a:cubicBezTo>
                  <a:cubicBezTo>
                    <a:pt x="7385" y="108225"/>
                    <a:pt x="43792" y="119349"/>
                    <a:pt x="104412" y="119349"/>
                  </a:cubicBezTo>
                  <a:cubicBezTo>
                    <a:pt x="109544" y="119349"/>
                    <a:pt x="114221" y="119154"/>
                    <a:pt x="119007" y="119003"/>
                  </a:cubicBezTo>
                  <a:cubicBezTo>
                    <a:pt x="119158" y="114217"/>
                    <a:pt x="119353" y="109540"/>
                    <a:pt x="119353" y="104408"/>
                  </a:cubicBezTo>
                  <a:cubicBezTo>
                    <a:pt x="119353" y="43788"/>
                    <a:pt x="108229" y="7381"/>
                    <a:pt x="101824" y="0"/>
                  </a:cubicBezTo>
                  <a:cubicBezTo>
                    <a:pt x="86938" y="366"/>
                    <a:pt x="72433" y="3914"/>
                    <a:pt x="59141" y="10323"/>
                  </a:cubicBezTo>
                  <a:cubicBezTo>
                    <a:pt x="59289" y="11805"/>
                    <a:pt x="59589" y="13241"/>
                    <a:pt x="59589" y="14762"/>
                  </a:cubicBezTo>
                  <a:cubicBezTo>
                    <a:pt x="59589" y="39481"/>
                    <a:pt x="39481" y="59585"/>
                    <a:pt x="14766" y="59585"/>
                  </a:cubicBezTo>
                  <a:cubicBezTo>
                    <a:pt x="13245" y="59585"/>
                    <a:pt x="11809" y="59285"/>
                    <a:pt x="10323" y="591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32"/>
            <p:cNvSpPr/>
            <p:nvPr/>
          </p:nvSpPr>
          <p:spPr>
            <a:xfrm>
              <a:off x="3467985" y="4315933"/>
              <a:ext cx="45398" cy="70553"/>
            </a:xfrm>
            <a:custGeom>
              <a:rect b="b" l="l" r="r" t="t"/>
              <a:pathLst>
                <a:path extrusionOk="0" h="111547" w="71775">
                  <a:moveTo>
                    <a:pt x="12073" y="111548"/>
                  </a:moveTo>
                  <a:cubicBezTo>
                    <a:pt x="45889" y="107972"/>
                    <a:pt x="66336" y="100976"/>
                    <a:pt x="71775" y="96350"/>
                  </a:cubicBezTo>
                  <a:cubicBezTo>
                    <a:pt x="70678" y="51251"/>
                    <a:pt x="40893" y="13521"/>
                    <a:pt x="0" y="0"/>
                  </a:cubicBezTo>
                  <a:cubicBezTo>
                    <a:pt x="11377" y="34851"/>
                    <a:pt x="12268" y="84701"/>
                    <a:pt x="12268" y="98879"/>
                  </a:cubicBezTo>
                  <a:cubicBezTo>
                    <a:pt x="12268" y="101758"/>
                    <a:pt x="12225" y="106147"/>
                    <a:pt x="12073" y="1115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32"/>
            <p:cNvSpPr/>
            <p:nvPr/>
          </p:nvSpPr>
          <p:spPr>
            <a:xfrm>
              <a:off x="3248224" y="4169883"/>
              <a:ext cx="322566" cy="76231"/>
            </a:xfrm>
            <a:custGeom>
              <a:rect b="b" l="l" r="r" t="t"/>
              <a:pathLst>
                <a:path extrusionOk="0" h="120524" w="509986">
                  <a:moveTo>
                    <a:pt x="0" y="120524"/>
                  </a:moveTo>
                  <a:lnTo>
                    <a:pt x="509986" y="120524"/>
                  </a:lnTo>
                  <a:lnTo>
                    <a:pt x="509986" y="0"/>
                  </a:lnTo>
                  <a:lnTo>
                    <a:pt x="0" y="0"/>
                  </a:lnTo>
                  <a:close/>
                  <a:moveTo>
                    <a:pt x="180288" y="45819"/>
                  </a:moveTo>
                  <a:lnTo>
                    <a:pt x="210170" y="45819"/>
                  </a:lnTo>
                  <a:lnTo>
                    <a:pt x="210170" y="75701"/>
                  </a:lnTo>
                  <a:lnTo>
                    <a:pt x="180288" y="75701"/>
                  </a:lnTo>
                  <a:close/>
                  <a:moveTo>
                    <a:pt x="120524" y="45819"/>
                  </a:moveTo>
                  <a:lnTo>
                    <a:pt x="150406" y="45819"/>
                  </a:lnTo>
                  <a:lnTo>
                    <a:pt x="150406" y="75701"/>
                  </a:lnTo>
                  <a:lnTo>
                    <a:pt x="120524" y="75701"/>
                  </a:lnTo>
                  <a:close/>
                  <a:moveTo>
                    <a:pt x="60760" y="45819"/>
                  </a:moveTo>
                  <a:lnTo>
                    <a:pt x="90642" y="45819"/>
                  </a:lnTo>
                  <a:lnTo>
                    <a:pt x="90642" y="75701"/>
                  </a:lnTo>
                  <a:lnTo>
                    <a:pt x="60760"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32"/>
            <p:cNvSpPr/>
            <p:nvPr/>
          </p:nvSpPr>
          <p:spPr>
            <a:xfrm>
              <a:off x="3384820" y="4399098"/>
              <a:ext cx="70553" cy="45398"/>
            </a:xfrm>
            <a:custGeom>
              <a:rect b="b" l="l" r="r" t="t"/>
              <a:pathLst>
                <a:path extrusionOk="0" h="71775" w="111547">
                  <a:moveTo>
                    <a:pt x="0" y="0"/>
                  </a:moveTo>
                  <a:cubicBezTo>
                    <a:pt x="13521" y="40889"/>
                    <a:pt x="51251" y="70678"/>
                    <a:pt x="96350" y="71775"/>
                  </a:cubicBezTo>
                  <a:cubicBezTo>
                    <a:pt x="100976" y="66336"/>
                    <a:pt x="107972" y="45885"/>
                    <a:pt x="111548" y="12073"/>
                  </a:cubicBezTo>
                  <a:cubicBezTo>
                    <a:pt x="106147" y="12225"/>
                    <a:pt x="101758" y="12268"/>
                    <a:pt x="98879" y="12268"/>
                  </a:cubicBezTo>
                  <a:cubicBezTo>
                    <a:pt x="84701" y="12268"/>
                    <a:pt x="34851" y="11377"/>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32"/>
            <p:cNvSpPr/>
            <p:nvPr/>
          </p:nvSpPr>
          <p:spPr>
            <a:xfrm>
              <a:off x="3248224" y="4265052"/>
              <a:ext cx="322566" cy="227434"/>
            </a:xfrm>
            <a:custGeom>
              <a:rect b="b" l="l" r="r" t="t"/>
              <a:pathLst>
                <a:path extrusionOk="0" h="359579" w="509986">
                  <a:moveTo>
                    <a:pt x="0" y="359580"/>
                  </a:moveTo>
                  <a:lnTo>
                    <a:pt x="509986" y="359580"/>
                  </a:lnTo>
                  <a:lnTo>
                    <a:pt x="509986" y="0"/>
                  </a:lnTo>
                  <a:lnTo>
                    <a:pt x="0" y="0"/>
                  </a:lnTo>
                  <a:close/>
                  <a:moveTo>
                    <a:pt x="120524" y="74705"/>
                  </a:moveTo>
                  <a:lnTo>
                    <a:pt x="183039" y="74705"/>
                  </a:lnTo>
                  <a:cubicBezTo>
                    <a:pt x="189229" y="57352"/>
                    <a:pt x="205657" y="44823"/>
                    <a:pt x="225111" y="44823"/>
                  </a:cubicBezTo>
                  <a:cubicBezTo>
                    <a:pt x="237542" y="44823"/>
                    <a:pt x="248799" y="49924"/>
                    <a:pt x="256923" y="58126"/>
                  </a:cubicBezTo>
                  <a:cubicBezTo>
                    <a:pt x="274922" y="49535"/>
                    <a:pt x="294598" y="44823"/>
                    <a:pt x="314757" y="44823"/>
                  </a:cubicBezTo>
                  <a:cubicBezTo>
                    <a:pt x="388906" y="44823"/>
                    <a:pt x="449226" y="105143"/>
                    <a:pt x="449226" y="179292"/>
                  </a:cubicBezTo>
                  <a:cubicBezTo>
                    <a:pt x="449226" y="199451"/>
                    <a:pt x="444514" y="219127"/>
                    <a:pt x="435923" y="237126"/>
                  </a:cubicBezTo>
                  <a:cubicBezTo>
                    <a:pt x="444125" y="245250"/>
                    <a:pt x="449226" y="256507"/>
                    <a:pt x="449226" y="268938"/>
                  </a:cubicBezTo>
                  <a:cubicBezTo>
                    <a:pt x="449226" y="293653"/>
                    <a:pt x="429118" y="313761"/>
                    <a:pt x="404403" y="313761"/>
                  </a:cubicBezTo>
                  <a:cubicBezTo>
                    <a:pt x="391972" y="313761"/>
                    <a:pt x="380715" y="308660"/>
                    <a:pt x="372591" y="300458"/>
                  </a:cubicBezTo>
                  <a:cubicBezTo>
                    <a:pt x="354592" y="309049"/>
                    <a:pt x="334916" y="313761"/>
                    <a:pt x="314757" y="313761"/>
                  </a:cubicBezTo>
                  <a:cubicBezTo>
                    <a:pt x="283066" y="313761"/>
                    <a:pt x="254289" y="302287"/>
                    <a:pt x="231282" y="283879"/>
                  </a:cubicBezTo>
                  <a:lnTo>
                    <a:pt x="90642" y="283879"/>
                  </a:lnTo>
                  <a:lnTo>
                    <a:pt x="90642" y="224115"/>
                  </a:lnTo>
                  <a:lnTo>
                    <a:pt x="120524" y="224115"/>
                  </a:lnTo>
                  <a:lnTo>
                    <a:pt x="120524" y="253997"/>
                  </a:lnTo>
                  <a:lnTo>
                    <a:pt x="203050" y="253997"/>
                  </a:lnTo>
                  <a:cubicBezTo>
                    <a:pt x="188704" y="232609"/>
                    <a:pt x="180288" y="206925"/>
                    <a:pt x="180288" y="179292"/>
                  </a:cubicBezTo>
                  <a:cubicBezTo>
                    <a:pt x="180288" y="159133"/>
                    <a:pt x="185000" y="139457"/>
                    <a:pt x="193591" y="121458"/>
                  </a:cubicBezTo>
                  <a:cubicBezTo>
                    <a:pt x="188860" y="116773"/>
                    <a:pt x="185323" y="110984"/>
                    <a:pt x="183039" y="104587"/>
                  </a:cubicBezTo>
                  <a:lnTo>
                    <a:pt x="120524" y="104587"/>
                  </a:lnTo>
                  <a:close/>
                  <a:moveTo>
                    <a:pt x="120524" y="194233"/>
                  </a:moveTo>
                  <a:lnTo>
                    <a:pt x="90642" y="194233"/>
                  </a:lnTo>
                  <a:lnTo>
                    <a:pt x="90642" y="164351"/>
                  </a:lnTo>
                  <a:lnTo>
                    <a:pt x="120524" y="164351"/>
                  </a:lnTo>
                  <a:close/>
                  <a:moveTo>
                    <a:pt x="60760" y="74705"/>
                  </a:moveTo>
                  <a:lnTo>
                    <a:pt x="90642" y="74705"/>
                  </a:lnTo>
                  <a:lnTo>
                    <a:pt x="90642" y="104587"/>
                  </a:lnTo>
                  <a:lnTo>
                    <a:pt x="60760"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32"/>
            <p:cNvSpPr/>
            <p:nvPr/>
          </p:nvSpPr>
          <p:spPr>
            <a:xfrm>
              <a:off x="3494655" y="4425768"/>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32"/>
            <p:cNvSpPr/>
            <p:nvPr/>
          </p:nvSpPr>
          <p:spPr>
            <a:xfrm>
              <a:off x="3467901" y="4399014"/>
              <a:ext cx="42262" cy="42262"/>
            </a:xfrm>
            <a:custGeom>
              <a:rect b="b" l="l" r="r" t="t"/>
              <a:pathLst>
                <a:path extrusionOk="0" h="66818" w="66818">
                  <a:moveTo>
                    <a:pt x="12400" y="57223"/>
                  </a:moveTo>
                  <a:cubicBezTo>
                    <a:pt x="12400" y="32508"/>
                    <a:pt x="32508" y="12400"/>
                    <a:pt x="57223" y="12400"/>
                  </a:cubicBezTo>
                  <a:cubicBezTo>
                    <a:pt x="58745" y="12400"/>
                    <a:pt x="60180" y="12700"/>
                    <a:pt x="61667" y="12848"/>
                  </a:cubicBezTo>
                  <a:cubicBezTo>
                    <a:pt x="63674" y="8677"/>
                    <a:pt x="65382" y="4397"/>
                    <a:pt x="66818" y="0"/>
                  </a:cubicBezTo>
                  <a:cubicBezTo>
                    <a:pt x="49667" y="5653"/>
                    <a:pt x="28894" y="8751"/>
                    <a:pt x="10428" y="10428"/>
                  </a:cubicBezTo>
                  <a:cubicBezTo>
                    <a:pt x="8754" y="28894"/>
                    <a:pt x="5657" y="49663"/>
                    <a:pt x="0" y="66818"/>
                  </a:cubicBezTo>
                  <a:cubicBezTo>
                    <a:pt x="4397" y="65382"/>
                    <a:pt x="8677" y="63674"/>
                    <a:pt x="12848" y="61663"/>
                  </a:cubicBezTo>
                  <a:cubicBezTo>
                    <a:pt x="12700" y="60180"/>
                    <a:pt x="12400" y="58745"/>
                    <a:pt x="12400" y="57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4" name="Google Shape;1154;p32"/>
          <p:cNvGrpSpPr/>
          <p:nvPr/>
        </p:nvGrpSpPr>
        <p:grpSpPr>
          <a:xfrm>
            <a:off x="6426527" y="3449327"/>
            <a:ext cx="291182" cy="310623"/>
            <a:chOff x="4101244" y="4148891"/>
            <a:chExt cx="302464" cy="322658"/>
          </a:xfrm>
        </p:grpSpPr>
        <p:sp>
          <p:nvSpPr>
            <p:cNvPr id="1155" name="Google Shape;1155;p32"/>
            <p:cNvSpPr/>
            <p:nvPr/>
          </p:nvSpPr>
          <p:spPr>
            <a:xfrm>
              <a:off x="4252505" y="4310237"/>
              <a:ext cx="151202" cy="75601"/>
            </a:xfrm>
            <a:custGeom>
              <a:rect b="b" l="l" r="r" t="t"/>
              <a:pathLst>
                <a:path extrusionOk="0" h="119527" w="239055">
                  <a:moveTo>
                    <a:pt x="239056" y="59764"/>
                  </a:moveTo>
                  <a:lnTo>
                    <a:pt x="149410" y="0"/>
                  </a:lnTo>
                  <a:lnTo>
                    <a:pt x="149410" y="29882"/>
                  </a:lnTo>
                  <a:lnTo>
                    <a:pt x="0" y="29882"/>
                  </a:lnTo>
                  <a:lnTo>
                    <a:pt x="0" y="89646"/>
                  </a:lnTo>
                  <a:lnTo>
                    <a:pt x="149410" y="89646"/>
                  </a:lnTo>
                  <a:lnTo>
                    <a:pt x="14941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32"/>
            <p:cNvSpPr/>
            <p:nvPr/>
          </p:nvSpPr>
          <p:spPr>
            <a:xfrm>
              <a:off x="4101244" y="4244060"/>
              <a:ext cx="132302" cy="227434"/>
            </a:xfrm>
            <a:custGeom>
              <a:rect b="b" l="l" r="r" t="t"/>
              <a:pathLst>
                <a:path extrusionOk="0" h="359579" w="209173">
                  <a:moveTo>
                    <a:pt x="209174" y="337168"/>
                  </a:moveTo>
                  <a:lnTo>
                    <a:pt x="209174" y="104587"/>
                  </a:lnTo>
                  <a:cubicBezTo>
                    <a:pt x="209174" y="45702"/>
                    <a:pt x="160538" y="0"/>
                    <a:pt x="104587" y="0"/>
                  </a:cubicBezTo>
                  <a:cubicBezTo>
                    <a:pt x="46916" y="0"/>
                    <a:pt x="0" y="46916"/>
                    <a:pt x="0" y="104587"/>
                  </a:cubicBezTo>
                  <a:cubicBezTo>
                    <a:pt x="0" y="162258"/>
                    <a:pt x="46916" y="209174"/>
                    <a:pt x="104587" y="209174"/>
                  </a:cubicBezTo>
                  <a:cubicBezTo>
                    <a:pt x="109665" y="209174"/>
                    <a:pt x="114746" y="208275"/>
                    <a:pt x="119528" y="207680"/>
                  </a:cubicBezTo>
                  <a:lnTo>
                    <a:pt x="119528" y="149410"/>
                  </a:lnTo>
                  <a:lnTo>
                    <a:pt x="104587" y="149410"/>
                  </a:lnTo>
                  <a:cubicBezTo>
                    <a:pt x="79783" y="149410"/>
                    <a:pt x="59764" y="129387"/>
                    <a:pt x="59764" y="104587"/>
                  </a:cubicBezTo>
                  <a:cubicBezTo>
                    <a:pt x="59764" y="79783"/>
                    <a:pt x="79783" y="59764"/>
                    <a:pt x="104587" y="59764"/>
                  </a:cubicBezTo>
                  <a:cubicBezTo>
                    <a:pt x="129391" y="59764"/>
                    <a:pt x="149410" y="79783"/>
                    <a:pt x="149410" y="104587"/>
                  </a:cubicBezTo>
                  <a:lnTo>
                    <a:pt x="149410" y="3595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32"/>
            <p:cNvSpPr/>
            <p:nvPr/>
          </p:nvSpPr>
          <p:spPr>
            <a:xfrm>
              <a:off x="4252505" y="4385867"/>
              <a:ext cx="37800" cy="85682"/>
            </a:xfrm>
            <a:custGeom>
              <a:rect b="b" l="l" r="r" t="t"/>
              <a:pathLst>
                <a:path extrusionOk="0" h="135465" w="59763">
                  <a:moveTo>
                    <a:pt x="0" y="113054"/>
                  </a:moveTo>
                  <a:lnTo>
                    <a:pt x="59764" y="135465"/>
                  </a:lnTo>
                  <a:lnTo>
                    <a:pt x="5976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32"/>
            <p:cNvSpPr/>
            <p:nvPr/>
          </p:nvSpPr>
          <p:spPr>
            <a:xfrm>
              <a:off x="4233597" y="4148891"/>
              <a:ext cx="75601" cy="161283"/>
            </a:xfrm>
            <a:custGeom>
              <a:rect b="b" l="l" r="r" t="t"/>
              <a:pathLst>
                <a:path extrusionOk="0" h="254993" w="119527">
                  <a:moveTo>
                    <a:pt x="0" y="89646"/>
                  </a:moveTo>
                  <a:lnTo>
                    <a:pt x="29882" y="89646"/>
                  </a:lnTo>
                  <a:lnTo>
                    <a:pt x="29882" y="254993"/>
                  </a:lnTo>
                  <a:lnTo>
                    <a:pt x="89646" y="254993"/>
                  </a:lnTo>
                  <a:lnTo>
                    <a:pt x="89646" y="89646"/>
                  </a:lnTo>
                  <a:lnTo>
                    <a:pt x="119528"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9" name="Google Shape;1159;p32"/>
          <p:cNvGrpSpPr/>
          <p:nvPr/>
        </p:nvGrpSpPr>
        <p:grpSpPr>
          <a:xfrm>
            <a:off x="4381272" y="2010886"/>
            <a:ext cx="236539" cy="310534"/>
            <a:chOff x="5633335" y="1964351"/>
            <a:chExt cx="245704" cy="322566"/>
          </a:xfrm>
        </p:grpSpPr>
        <p:sp>
          <p:nvSpPr>
            <p:cNvPr id="1160" name="Google Shape;1160;p32"/>
            <p:cNvSpPr/>
            <p:nvPr/>
          </p:nvSpPr>
          <p:spPr>
            <a:xfrm>
              <a:off x="5765689"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32"/>
            <p:cNvSpPr/>
            <p:nvPr/>
          </p:nvSpPr>
          <p:spPr>
            <a:xfrm>
              <a:off x="5765689"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32"/>
            <p:cNvSpPr/>
            <p:nvPr/>
          </p:nvSpPr>
          <p:spPr>
            <a:xfrm>
              <a:off x="5727873"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32"/>
            <p:cNvSpPr/>
            <p:nvPr/>
          </p:nvSpPr>
          <p:spPr>
            <a:xfrm>
              <a:off x="5727873"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32"/>
            <p:cNvSpPr/>
            <p:nvPr/>
          </p:nvSpPr>
          <p:spPr>
            <a:xfrm>
              <a:off x="5765689"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32"/>
            <p:cNvSpPr/>
            <p:nvPr/>
          </p:nvSpPr>
          <p:spPr>
            <a:xfrm>
              <a:off x="5803505"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32"/>
            <p:cNvSpPr/>
            <p:nvPr/>
          </p:nvSpPr>
          <p:spPr>
            <a:xfrm>
              <a:off x="5765689"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32"/>
            <p:cNvSpPr/>
            <p:nvPr/>
          </p:nvSpPr>
          <p:spPr>
            <a:xfrm>
              <a:off x="5727873"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32"/>
            <p:cNvSpPr/>
            <p:nvPr/>
          </p:nvSpPr>
          <p:spPr>
            <a:xfrm>
              <a:off x="5727873"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32"/>
            <p:cNvSpPr/>
            <p:nvPr/>
          </p:nvSpPr>
          <p:spPr>
            <a:xfrm>
              <a:off x="5690058"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32"/>
            <p:cNvSpPr/>
            <p:nvPr/>
          </p:nvSpPr>
          <p:spPr>
            <a:xfrm>
              <a:off x="5690058"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32"/>
            <p:cNvSpPr/>
            <p:nvPr/>
          </p:nvSpPr>
          <p:spPr>
            <a:xfrm>
              <a:off x="5690058"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32"/>
            <p:cNvSpPr/>
            <p:nvPr/>
          </p:nvSpPr>
          <p:spPr>
            <a:xfrm>
              <a:off x="5633335" y="1964351"/>
              <a:ext cx="245704" cy="322566"/>
            </a:xfrm>
            <a:custGeom>
              <a:rect b="b" l="l" r="r" t="t"/>
              <a:pathLst>
                <a:path extrusionOk="0" h="509986" w="388465">
                  <a:moveTo>
                    <a:pt x="0" y="509986"/>
                  </a:moveTo>
                  <a:lnTo>
                    <a:pt x="388466" y="509986"/>
                  </a:lnTo>
                  <a:lnTo>
                    <a:pt x="388466" y="0"/>
                  </a:lnTo>
                  <a:lnTo>
                    <a:pt x="0" y="0"/>
                  </a:lnTo>
                  <a:close/>
                  <a:moveTo>
                    <a:pt x="59764" y="60760"/>
                  </a:moveTo>
                  <a:lnTo>
                    <a:pt x="328702" y="60760"/>
                  </a:lnTo>
                  <a:lnTo>
                    <a:pt x="328702" y="150406"/>
                  </a:lnTo>
                  <a:lnTo>
                    <a:pt x="59764" y="150406"/>
                  </a:lnTo>
                  <a:close/>
                  <a:moveTo>
                    <a:pt x="59764" y="180288"/>
                  </a:moveTo>
                  <a:lnTo>
                    <a:pt x="328702" y="180288"/>
                  </a:lnTo>
                  <a:lnTo>
                    <a:pt x="328702" y="449226"/>
                  </a:lnTo>
                  <a:lnTo>
                    <a:pt x="59764" y="449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32"/>
            <p:cNvSpPr/>
            <p:nvPr/>
          </p:nvSpPr>
          <p:spPr>
            <a:xfrm>
              <a:off x="5690058" y="2021704"/>
              <a:ext cx="132302" cy="18900"/>
            </a:xfrm>
            <a:custGeom>
              <a:rect b="b" l="l" r="r" t="t"/>
              <a:pathLst>
                <a:path extrusionOk="0" h="29881" w="209173">
                  <a:moveTo>
                    <a:pt x="0" y="0"/>
                  </a:moveTo>
                  <a:lnTo>
                    <a:pt x="209174" y="0"/>
                  </a:lnTo>
                  <a:lnTo>
                    <a:pt x="20917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32"/>
            <p:cNvSpPr/>
            <p:nvPr/>
          </p:nvSpPr>
          <p:spPr>
            <a:xfrm>
              <a:off x="5690058"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32"/>
            <p:cNvSpPr/>
            <p:nvPr/>
          </p:nvSpPr>
          <p:spPr>
            <a:xfrm>
              <a:off x="5803505" y="2172966"/>
              <a:ext cx="18900" cy="56700"/>
            </a:xfrm>
            <a:custGeom>
              <a:rect b="b" l="l" r="r" t="t"/>
              <a:pathLst>
                <a:path extrusionOk="0" h="89645" w="29881">
                  <a:moveTo>
                    <a:pt x="0" y="0"/>
                  </a:moveTo>
                  <a:lnTo>
                    <a:pt x="29882" y="0"/>
                  </a:lnTo>
                  <a:lnTo>
                    <a:pt x="29882" y="89646"/>
                  </a:lnTo>
                  <a:lnTo>
                    <a:pt x="0"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32"/>
            <p:cNvSpPr/>
            <p:nvPr/>
          </p:nvSpPr>
          <p:spPr>
            <a:xfrm>
              <a:off x="5803505"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7" name="Google Shape;1177;p32"/>
          <p:cNvGrpSpPr/>
          <p:nvPr/>
        </p:nvGrpSpPr>
        <p:grpSpPr>
          <a:xfrm>
            <a:off x="5234882" y="3688010"/>
            <a:ext cx="310534" cy="310584"/>
            <a:chOff x="5682381" y="4187944"/>
            <a:chExt cx="322566" cy="322618"/>
          </a:xfrm>
        </p:grpSpPr>
        <p:sp>
          <p:nvSpPr>
            <p:cNvPr id="1178" name="Google Shape;1178;p32"/>
            <p:cNvSpPr/>
            <p:nvPr/>
          </p:nvSpPr>
          <p:spPr>
            <a:xfrm>
              <a:off x="5682381" y="4320928"/>
              <a:ext cx="322566" cy="189633"/>
            </a:xfrm>
            <a:custGeom>
              <a:rect b="b" l="l" r="r" t="t"/>
              <a:pathLst>
                <a:path extrusionOk="0" h="299815" w="509986">
                  <a:moveTo>
                    <a:pt x="305520" y="59764"/>
                  </a:moveTo>
                  <a:lnTo>
                    <a:pt x="0" y="59764"/>
                  </a:lnTo>
                  <a:lnTo>
                    <a:pt x="31866" y="299816"/>
                  </a:lnTo>
                  <a:lnTo>
                    <a:pt x="478544" y="299816"/>
                  </a:lnTo>
                  <a:lnTo>
                    <a:pt x="509986" y="0"/>
                  </a:lnTo>
                  <a:lnTo>
                    <a:pt x="33540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32"/>
            <p:cNvSpPr/>
            <p:nvPr/>
          </p:nvSpPr>
          <p:spPr>
            <a:xfrm>
              <a:off x="5758642" y="4187944"/>
              <a:ext cx="170103" cy="151833"/>
            </a:xfrm>
            <a:custGeom>
              <a:rect b="b" l="l" r="r" t="t"/>
              <a:pathLst>
                <a:path extrusionOk="0" h="240052" w="268937">
                  <a:moveTo>
                    <a:pt x="268938" y="180288"/>
                  </a:moveTo>
                  <a:lnTo>
                    <a:pt x="268938" y="0"/>
                  </a:lnTo>
                  <a:lnTo>
                    <a:pt x="0" y="0"/>
                  </a:lnTo>
                  <a:lnTo>
                    <a:pt x="0" y="240052"/>
                  </a:lnTo>
                  <a:lnTo>
                    <a:pt x="166526" y="240052"/>
                  </a:lnTo>
                  <a:lnTo>
                    <a:pt x="196408" y="180288"/>
                  </a:lnTo>
                  <a:close/>
                  <a:moveTo>
                    <a:pt x="29882" y="45819"/>
                  </a:moveTo>
                  <a:lnTo>
                    <a:pt x="239056" y="45819"/>
                  </a:lnTo>
                  <a:lnTo>
                    <a:pt x="239056" y="75701"/>
                  </a:lnTo>
                  <a:lnTo>
                    <a:pt x="29882" y="75701"/>
                  </a:lnTo>
                  <a:close/>
                  <a:moveTo>
                    <a:pt x="149410" y="195229"/>
                  </a:moveTo>
                  <a:lnTo>
                    <a:pt x="29882" y="195229"/>
                  </a:lnTo>
                  <a:lnTo>
                    <a:pt x="29882" y="165347"/>
                  </a:lnTo>
                  <a:lnTo>
                    <a:pt x="149410" y="165347"/>
                  </a:lnTo>
                  <a:close/>
                  <a:moveTo>
                    <a:pt x="29882" y="135465"/>
                  </a:moveTo>
                  <a:lnTo>
                    <a:pt x="29882" y="105583"/>
                  </a:lnTo>
                  <a:lnTo>
                    <a:pt x="239056" y="105583"/>
                  </a:lnTo>
                  <a:lnTo>
                    <a:pt x="239056"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32"/>
            <p:cNvSpPr/>
            <p:nvPr/>
          </p:nvSpPr>
          <p:spPr>
            <a:xfrm>
              <a:off x="5947719" y="4264205"/>
              <a:ext cx="38431" cy="37800"/>
            </a:xfrm>
            <a:custGeom>
              <a:rect b="b" l="l" r="r" t="t"/>
              <a:pathLst>
                <a:path extrusionOk="0" h="59763" w="60760">
                  <a:moveTo>
                    <a:pt x="0" y="0"/>
                  </a:moveTo>
                  <a:lnTo>
                    <a:pt x="60760" y="0"/>
                  </a:lnTo>
                  <a:lnTo>
                    <a:pt x="60760"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32"/>
            <p:cNvSpPr/>
            <p:nvPr/>
          </p:nvSpPr>
          <p:spPr>
            <a:xfrm>
              <a:off x="5701919" y="4264205"/>
              <a:ext cx="37800" cy="75601"/>
            </a:xfrm>
            <a:custGeom>
              <a:rect b="b" l="l" r="r" t="t"/>
              <a:pathLst>
                <a:path extrusionOk="0" h="119527" w="59763">
                  <a:moveTo>
                    <a:pt x="0" y="0"/>
                  </a:moveTo>
                  <a:lnTo>
                    <a:pt x="59764" y="0"/>
                  </a:lnTo>
                  <a:lnTo>
                    <a:pt x="59764"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182" name="Google Shape;1182;p32"/>
          <p:cNvCxnSpPr>
            <a:stCxn id="1121" idx="3"/>
            <a:endCxn id="1119" idx="2"/>
          </p:cNvCxnSpPr>
          <p:nvPr/>
        </p:nvCxnSpPr>
        <p:spPr>
          <a:xfrm>
            <a:off x="1979438" y="1611638"/>
            <a:ext cx="625200" cy="531000"/>
          </a:xfrm>
          <a:prstGeom prst="bentConnector3">
            <a:avLst>
              <a:gd fmla="val 49991" name="adj1"/>
            </a:avLst>
          </a:prstGeom>
          <a:noFill/>
          <a:ln cap="flat" cmpd="sng" w="9525">
            <a:solidFill>
              <a:schemeClr val="dk1"/>
            </a:solidFill>
            <a:prstDash val="solid"/>
            <a:round/>
            <a:headEnd len="med" w="med" type="oval"/>
            <a:tailEnd len="med" w="med" type="none"/>
          </a:ln>
        </p:spPr>
      </p:cxnSp>
      <p:cxnSp>
        <p:nvCxnSpPr>
          <p:cNvPr id="1183" name="Google Shape;1183;p32"/>
          <p:cNvCxnSpPr>
            <a:endCxn id="1105" idx="4"/>
          </p:cNvCxnSpPr>
          <p:nvPr/>
        </p:nvCxnSpPr>
        <p:spPr>
          <a:xfrm>
            <a:off x="1979329" y="2505851"/>
            <a:ext cx="2518200" cy="3300"/>
          </a:xfrm>
          <a:prstGeom prst="bentConnector4">
            <a:avLst>
              <a:gd fmla="val 12785" name="adj1"/>
              <a:gd fmla="val 7315909" name="adj2"/>
            </a:avLst>
          </a:prstGeom>
          <a:noFill/>
          <a:ln cap="flat" cmpd="sng" w="9525">
            <a:solidFill>
              <a:schemeClr val="dk1"/>
            </a:solidFill>
            <a:prstDash val="solid"/>
            <a:round/>
            <a:headEnd len="med" w="med" type="oval"/>
            <a:tailEnd len="med" w="med" type="none"/>
          </a:ln>
        </p:spPr>
      </p:cxnSp>
      <p:cxnSp>
        <p:nvCxnSpPr>
          <p:cNvPr id="1184" name="Google Shape;1184;p32"/>
          <p:cNvCxnSpPr>
            <a:stCxn id="1123" idx="3"/>
            <a:endCxn id="1113" idx="2"/>
          </p:cNvCxnSpPr>
          <p:nvPr/>
        </p:nvCxnSpPr>
        <p:spPr>
          <a:xfrm>
            <a:off x="1979438" y="3399787"/>
            <a:ext cx="281100" cy="168300"/>
          </a:xfrm>
          <a:prstGeom prst="bentConnector3">
            <a:avLst>
              <a:gd fmla="val 49998" name="adj1"/>
            </a:avLst>
          </a:prstGeom>
          <a:noFill/>
          <a:ln cap="flat" cmpd="sng" w="9525">
            <a:solidFill>
              <a:schemeClr val="dk1"/>
            </a:solidFill>
            <a:prstDash val="solid"/>
            <a:round/>
            <a:headEnd len="med" w="med" type="oval"/>
            <a:tailEnd len="med" w="med" type="none"/>
          </a:ln>
        </p:spPr>
      </p:cxnSp>
      <p:cxnSp>
        <p:nvCxnSpPr>
          <p:cNvPr id="1185" name="Google Shape;1185;p32"/>
          <p:cNvCxnSpPr>
            <a:stCxn id="1124" idx="3"/>
            <a:endCxn id="1117" idx="4"/>
          </p:cNvCxnSpPr>
          <p:nvPr/>
        </p:nvCxnSpPr>
        <p:spPr>
          <a:xfrm flipH="1" rot="10800000">
            <a:off x="1979438" y="3719962"/>
            <a:ext cx="1855500" cy="573900"/>
          </a:xfrm>
          <a:prstGeom prst="bentConnector2">
            <a:avLst/>
          </a:prstGeom>
          <a:noFill/>
          <a:ln cap="flat" cmpd="sng" w="9525">
            <a:solidFill>
              <a:schemeClr val="dk1"/>
            </a:solidFill>
            <a:prstDash val="solid"/>
            <a:round/>
            <a:headEnd len="med" w="med" type="oval"/>
            <a:tailEnd len="med" w="med" type="none"/>
          </a:ln>
        </p:spPr>
      </p:cxnSp>
      <p:cxnSp>
        <p:nvCxnSpPr>
          <p:cNvPr id="1186" name="Google Shape;1186;p32"/>
          <p:cNvCxnSpPr>
            <a:stCxn id="1125" idx="1"/>
            <a:endCxn id="1108" idx="0"/>
          </p:cNvCxnSpPr>
          <p:nvPr/>
        </p:nvCxnSpPr>
        <p:spPr>
          <a:xfrm flipH="1">
            <a:off x="5906663" y="1959650"/>
            <a:ext cx="1257900" cy="128400"/>
          </a:xfrm>
          <a:prstGeom prst="bentConnector2">
            <a:avLst/>
          </a:prstGeom>
          <a:noFill/>
          <a:ln cap="flat" cmpd="sng" w="9525">
            <a:solidFill>
              <a:schemeClr val="dk1"/>
            </a:solidFill>
            <a:prstDash val="solid"/>
            <a:round/>
            <a:headEnd len="med" w="med" type="oval"/>
            <a:tailEnd len="med" w="med" type="none"/>
          </a:ln>
        </p:spPr>
      </p:cxnSp>
      <p:cxnSp>
        <p:nvCxnSpPr>
          <p:cNvPr id="1187" name="Google Shape;1187;p32"/>
          <p:cNvCxnSpPr>
            <a:endCxn id="1112" idx="0"/>
          </p:cNvCxnSpPr>
          <p:nvPr/>
        </p:nvCxnSpPr>
        <p:spPr>
          <a:xfrm flipH="1">
            <a:off x="5390150" y="2952610"/>
            <a:ext cx="1774500" cy="540900"/>
          </a:xfrm>
          <a:prstGeom prst="bentConnector2">
            <a:avLst/>
          </a:prstGeom>
          <a:noFill/>
          <a:ln cap="flat" cmpd="sng" w="9525">
            <a:solidFill>
              <a:schemeClr val="dk1"/>
            </a:solidFill>
            <a:prstDash val="solid"/>
            <a:round/>
            <a:headEnd len="med" w="med" type="oval"/>
            <a:tailEnd len="med" w="med" type="none"/>
          </a:ln>
        </p:spPr>
      </p:cxnSp>
      <p:cxnSp>
        <p:nvCxnSpPr>
          <p:cNvPr id="1188" name="Google Shape;1188;p32"/>
          <p:cNvCxnSpPr>
            <a:stCxn id="1127" idx="1"/>
            <a:endCxn id="1106" idx="5"/>
          </p:cNvCxnSpPr>
          <p:nvPr/>
        </p:nvCxnSpPr>
        <p:spPr>
          <a:xfrm rot="10800000">
            <a:off x="6819563" y="3851950"/>
            <a:ext cx="345000" cy="93900"/>
          </a:xfrm>
          <a:prstGeom prst="bentConnector2">
            <a:avLst/>
          </a:prstGeom>
          <a:noFill/>
          <a:ln cap="flat" cmpd="sng" w="9525">
            <a:solidFill>
              <a:schemeClr val="dk1"/>
            </a:solidFill>
            <a:prstDash val="solid"/>
            <a:round/>
            <a:headEnd len="med" w="med" type="oval"/>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 name="Shape 1192"/>
        <p:cNvGrpSpPr/>
        <p:nvPr/>
      </p:nvGrpSpPr>
      <p:grpSpPr>
        <a:xfrm>
          <a:off x="0" y="0"/>
          <a:ext cx="0" cy="0"/>
          <a:chOff x="0" y="0"/>
          <a:chExt cx="0" cy="0"/>
        </a:xfrm>
      </p:grpSpPr>
      <p:grpSp>
        <p:nvGrpSpPr>
          <p:cNvPr id="1193" name="Google Shape;1193;p33"/>
          <p:cNvGrpSpPr/>
          <p:nvPr/>
        </p:nvGrpSpPr>
        <p:grpSpPr>
          <a:xfrm>
            <a:off x="3167682" y="1513777"/>
            <a:ext cx="2808635" cy="2724223"/>
            <a:chOff x="3346565" y="1513777"/>
            <a:chExt cx="2808635" cy="2724223"/>
          </a:xfrm>
        </p:grpSpPr>
        <p:sp>
          <p:nvSpPr>
            <p:cNvPr id="1194" name="Google Shape;1194;p33"/>
            <p:cNvSpPr/>
            <p:nvPr/>
          </p:nvSpPr>
          <p:spPr>
            <a:xfrm>
              <a:off x="3792586" y="1957963"/>
              <a:ext cx="407324" cy="406743"/>
            </a:xfrm>
            <a:custGeom>
              <a:rect b="b" l="l" r="r" t="t"/>
              <a:pathLst>
                <a:path extrusionOk="0" h="726327" w="727364">
                  <a:moveTo>
                    <a:pt x="727283" y="363126"/>
                  </a:moveTo>
                  <a:cubicBezTo>
                    <a:pt x="727285" y="563695"/>
                    <a:pt x="564460" y="726291"/>
                    <a:pt x="363604" y="726293"/>
                  </a:cubicBezTo>
                  <a:cubicBezTo>
                    <a:pt x="162748" y="726295"/>
                    <a:pt x="-80" y="563702"/>
                    <a:pt x="-82" y="363132"/>
                  </a:cubicBezTo>
                  <a:cubicBezTo>
                    <a:pt x="-84" y="162562"/>
                    <a:pt x="162741" y="-33"/>
                    <a:pt x="363597" y="-35"/>
                  </a:cubicBezTo>
                  <a:cubicBezTo>
                    <a:pt x="363600" y="-35"/>
                    <a:pt x="363602" y="-35"/>
                    <a:pt x="363604" y="-35"/>
                  </a:cubicBezTo>
                  <a:cubicBezTo>
                    <a:pt x="564457" y="-33"/>
                    <a:pt x="727281" y="162558"/>
                    <a:pt x="727283" y="3631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33"/>
            <p:cNvSpPr/>
            <p:nvPr/>
          </p:nvSpPr>
          <p:spPr>
            <a:xfrm>
              <a:off x="5404404" y="1957962"/>
              <a:ext cx="407324" cy="406744"/>
            </a:xfrm>
            <a:custGeom>
              <a:rect b="b" l="l" r="r" t="t"/>
              <a:pathLst>
                <a:path extrusionOk="0" h="726328" w="727365">
                  <a:moveTo>
                    <a:pt x="727365" y="363164"/>
                  </a:moveTo>
                  <a:cubicBezTo>
                    <a:pt x="727365" y="563734"/>
                    <a:pt x="564539" y="726328"/>
                    <a:pt x="363682" y="726328"/>
                  </a:cubicBezTo>
                  <a:cubicBezTo>
                    <a:pt x="162826" y="726328"/>
                    <a:pt x="0" y="563734"/>
                    <a:pt x="0" y="363164"/>
                  </a:cubicBezTo>
                  <a:cubicBezTo>
                    <a:pt x="0" y="162594"/>
                    <a:pt x="162826" y="0"/>
                    <a:pt x="363682" y="0"/>
                  </a:cubicBezTo>
                  <a:cubicBezTo>
                    <a:pt x="564538" y="0"/>
                    <a:pt x="727365" y="162594"/>
                    <a:pt x="727365" y="3631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33"/>
            <p:cNvSpPr/>
            <p:nvPr/>
          </p:nvSpPr>
          <p:spPr>
            <a:xfrm>
              <a:off x="5403608" y="3485798"/>
              <a:ext cx="407324" cy="406743"/>
            </a:xfrm>
            <a:custGeom>
              <a:rect b="b" l="l" r="r" t="t"/>
              <a:pathLst>
                <a:path extrusionOk="0" h="726327" w="727364">
                  <a:moveTo>
                    <a:pt x="727365" y="363164"/>
                  </a:moveTo>
                  <a:cubicBezTo>
                    <a:pt x="727365" y="563733"/>
                    <a:pt x="564539" y="726327"/>
                    <a:pt x="363682" y="726327"/>
                  </a:cubicBezTo>
                  <a:cubicBezTo>
                    <a:pt x="162826" y="726327"/>
                    <a:pt x="0" y="563733"/>
                    <a:pt x="0" y="363164"/>
                  </a:cubicBezTo>
                  <a:cubicBezTo>
                    <a:pt x="0" y="162594"/>
                    <a:pt x="162826" y="0"/>
                    <a:pt x="363682" y="0"/>
                  </a:cubicBezTo>
                  <a:cubicBezTo>
                    <a:pt x="564539" y="0"/>
                    <a:pt x="727365" y="162594"/>
                    <a:pt x="727365" y="3631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33"/>
            <p:cNvSpPr/>
            <p:nvPr/>
          </p:nvSpPr>
          <p:spPr>
            <a:xfrm rot="-2700000">
              <a:off x="3793278" y="3487652"/>
              <a:ext cx="406317" cy="405738"/>
            </a:xfrm>
            <a:custGeom>
              <a:rect b="b" l="l" r="r" t="t"/>
              <a:pathLst>
                <a:path extrusionOk="0" h="726329" w="727366">
                  <a:moveTo>
                    <a:pt x="727285" y="363130"/>
                  </a:moveTo>
                  <a:cubicBezTo>
                    <a:pt x="727285" y="563701"/>
                    <a:pt x="564459" y="726295"/>
                    <a:pt x="363602" y="726295"/>
                  </a:cubicBezTo>
                  <a:cubicBezTo>
                    <a:pt x="162745" y="726295"/>
                    <a:pt x="-82" y="563701"/>
                    <a:pt x="-82" y="363130"/>
                  </a:cubicBezTo>
                  <a:cubicBezTo>
                    <a:pt x="-82" y="162559"/>
                    <a:pt x="162745" y="-35"/>
                    <a:pt x="363602" y="-35"/>
                  </a:cubicBezTo>
                  <a:cubicBezTo>
                    <a:pt x="564459" y="-35"/>
                    <a:pt x="727285" y="162559"/>
                    <a:pt x="727285" y="3631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33"/>
            <p:cNvSpPr/>
            <p:nvPr/>
          </p:nvSpPr>
          <p:spPr>
            <a:xfrm>
              <a:off x="4035471" y="1614799"/>
              <a:ext cx="508087" cy="508064"/>
            </a:xfrm>
            <a:custGeom>
              <a:rect b="b" l="l" r="r" t="t"/>
              <a:pathLst>
                <a:path extrusionOk="0" h="907258" w="907299">
                  <a:moveTo>
                    <a:pt x="632049" y="907223"/>
                  </a:moveTo>
                  <a:lnTo>
                    <a:pt x="907218" y="907223"/>
                  </a:lnTo>
                  <a:cubicBezTo>
                    <a:pt x="872675" y="421637"/>
                    <a:pt x="486149" y="35129"/>
                    <a:pt x="-82" y="-35"/>
                  </a:cubicBezTo>
                  <a:lnTo>
                    <a:pt x="-82" y="274809"/>
                  </a:lnTo>
                  <a:cubicBezTo>
                    <a:pt x="334562" y="308391"/>
                    <a:pt x="599047" y="572994"/>
                    <a:pt x="632049" y="9072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33"/>
            <p:cNvSpPr/>
            <p:nvPr/>
          </p:nvSpPr>
          <p:spPr>
            <a:xfrm>
              <a:off x="4388998" y="1968887"/>
              <a:ext cx="747741" cy="153511"/>
            </a:xfrm>
            <a:custGeom>
              <a:rect b="b" l="l" r="r" t="t"/>
              <a:pathLst>
                <a:path extrusionOk="0" h="274126" w="1335252">
                  <a:moveTo>
                    <a:pt x="0" y="0"/>
                  </a:moveTo>
                  <a:lnTo>
                    <a:pt x="1335253" y="0"/>
                  </a:lnTo>
                  <a:lnTo>
                    <a:pt x="1335253" y="274127"/>
                  </a:lnTo>
                  <a:lnTo>
                    <a:pt x="0" y="27412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33"/>
            <p:cNvSpPr/>
            <p:nvPr/>
          </p:nvSpPr>
          <p:spPr>
            <a:xfrm>
              <a:off x="5646304" y="2552036"/>
              <a:ext cx="153731" cy="746674"/>
            </a:xfrm>
            <a:custGeom>
              <a:rect b="b" l="l" r="r" t="t"/>
              <a:pathLst>
                <a:path extrusionOk="0" h="1333347" w="274520">
                  <a:moveTo>
                    <a:pt x="0" y="0"/>
                  </a:moveTo>
                  <a:lnTo>
                    <a:pt x="274520" y="0"/>
                  </a:lnTo>
                  <a:lnTo>
                    <a:pt x="274520" y="1333348"/>
                  </a:lnTo>
                  <a:lnTo>
                    <a:pt x="0" y="13333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33"/>
            <p:cNvSpPr/>
            <p:nvPr/>
          </p:nvSpPr>
          <p:spPr>
            <a:xfrm>
              <a:off x="4467044" y="3729146"/>
              <a:ext cx="747741" cy="153511"/>
            </a:xfrm>
            <a:custGeom>
              <a:rect b="b" l="l" r="r" t="t"/>
              <a:pathLst>
                <a:path extrusionOk="0" h="274126" w="1335252">
                  <a:moveTo>
                    <a:pt x="0" y="0"/>
                  </a:moveTo>
                  <a:lnTo>
                    <a:pt x="1335253" y="0"/>
                  </a:lnTo>
                  <a:lnTo>
                    <a:pt x="1335253" y="274127"/>
                  </a:lnTo>
                  <a:lnTo>
                    <a:pt x="0" y="27412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33"/>
            <p:cNvSpPr/>
            <p:nvPr/>
          </p:nvSpPr>
          <p:spPr>
            <a:xfrm>
              <a:off x="5060523" y="2199063"/>
              <a:ext cx="508791" cy="507361"/>
            </a:xfrm>
            <a:custGeom>
              <a:rect b="b" l="l" r="r" t="t"/>
              <a:pathLst>
                <a:path extrusionOk="0" h="906002" w="908555">
                  <a:moveTo>
                    <a:pt x="908473" y="631193"/>
                  </a:moveTo>
                  <a:cubicBezTo>
                    <a:pt x="573767" y="598238"/>
                    <a:pt x="308786" y="334131"/>
                    <a:pt x="275155" y="-35"/>
                  </a:cubicBezTo>
                  <a:lnTo>
                    <a:pt x="-82" y="-35"/>
                  </a:lnTo>
                  <a:cubicBezTo>
                    <a:pt x="35138" y="485500"/>
                    <a:pt x="422196" y="871471"/>
                    <a:pt x="908473" y="90596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33"/>
            <p:cNvSpPr/>
            <p:nvPr/>
          </p:nvSpPr>
          <p:spPr>
            <a:xfrm>
              <a:off x="5060516" y="3144822"/>
              <a:ext cx="508798" cy="507358"/>
            </a:xfrm>
            <a:custGeom>
              <a:rect b="b" l="l" r="r" t="t"/>
              <a:pathLst>
                <a:path extrusionOk="0" h="905996" w="908567">
                  <a:moveTo>
                    <a:pt x="275151" y="905961"/>
                  </a:moveTo>
                  <a:cubicBezTo>
                    <a:pt x="308805" y="571814"/>
                    <a:pt x="573793" y="307739"/>
                    <a:pt x="908485" y="274810"/>
                  </a:cubicBezTo>
                  <a:lnTo>
                    <a:pt x="908485" y="-35"/>
                  </a:lnTo>
                  <a:cubicBezTo>
                    <a:pt x="422208" y="34459"/>
                    <a:pt x="35145" y="420426"/>
                    <a:pt x="-82" y="90596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33"/>
            <p:cNvSpPr/>
            <p:nvPr/>
          </p:nvSpPr>
          <p:spPr>
            <a:xfrm>
              <a:off x="4034676" y="3729145"/>
              <a:ext cx="508025" cy="507305"/>
            </a:xfrm>
            <a:custGeom>
              <a:rect b="b" l="l" r="r" t="t"/>
              <a:pathLst>
                <a:path extrusionOk="0" h="905902" w="907188">
                  <a:moveTo>
                    <a:pt x="631870" y="-35"/>
                  </a:moveTo>
                  <a:cubicBezTo>
                    <a:pt x="598281" y="333609"/>
                    <a:pt x="334037" y="597480"/>
                    <a:pt x="-82" y="631028"/>
                  </a:cubicBezTo>
                  <a:lnTo>
                    <a:pt x="-82" y="905867"/>
                  </a:lnTo>
                  <a:cubicBezTo>
                    <a:pt x="485629" y="870735"/>
                    <a:pt x="871929" y="484983"/>
                    <a:pt x="907107" y="-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33"/>
            <p:cNvSpPr/>
            <p:nvPr/>
          </p:nvSpPr>
          <p:spPr>
            <a:xfrm rot="-4628352">
              <a:off x="3654594" y="1816970"/>
              <a:ext cx="683921" cy="682946"/>
            </a:xfrm>
            <a:custGeom>
              <a:rect b="b" l="l" r="r" t="t"/>
              <a:pathLst>
                <a:path extrusionOk="0" h="1216097" w="1217833">
                  <a:moveTo>
                    <a:pt x="1217752" y="608014"/>
                  </a:moveTo>
                  <a:cubicBezTo>
                    <a:pt x="1217752" y="943830"/>
                    <a:pt x="945131" y="1216062"/>
                    <a:pt x="608835" y="1216062"/>
                  </a:cubicBezTo>
                  <a:cubicBezTo>
                    <a:pt x="272540" y="1216062"/>
                    <a:pt x="-82" y="943830"/>
                    <a:pt x="-82" y="608014"/>
                  </a:cubicBezTo>
                  <a:cubicBezTo>
                    <a:pt x="-82"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33"/>
            <p:cNvSpPr/>
            <p:nvPr/>
          </p:nvSpPr>
          <p:spPr>
            <a:xfrm rot="-4628352">
              <a:off x="5266304" y="1816970"/>
              <a:ext cx="683921" cy="682946"/>
            </a:xfrm>
            <a:custGeom>
              <a:rect b="b" l="l" r="r" t="t"/>
              <a:pathLst>
                <a:path extrusionOk="0" h="1216097" w="1217833">
                  <a:moveTo>
                    <a:pt x="1217752" y="608014"/>
                  </a:moveTo>
                  <a:cubicBezTo>
                    <a:pt x="1217752" y="943830"/>
                    <a:pt x="945130" y="1216062"/>
                    <a:pt x="608835" y="1216062"/>
                  </a:cubicBezTo>
                  <a:cubicBezTo>
                    <a:pt x="272540" y="1216062"/>
                    <a:pt x="-81" y="943830"/>
                    <a:pt x="-81" y="608014"/>
                  </a:cubicBezTo>
                  <a:cubicBezTo>
                    <a:pt x="-81"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33"/>
            <p:cNvSpPr/>
            <p:nvPr/>
          </p:nvSpPr>
          <p:spPr>
            <a:xfrm rot="-4628352">
              <a:off x="5266304" y="3344711"/>
              <a:ext cx="683921" cy="682946"/>
            </a:xfrm>
            <a:custGeom>
              <a:rect b="b" l="l" r="r" t="t"/>
              <a:pathLst>
                <a:path extrusionOk="0" h="1216097" w="1217833">
                  <a:moveTo>
                    <a:pt x="1217752" y="608014"/>
                  </a:moveTo>
                  <a:cubicBezTo>
                    <a:pt x="1217752" y="943830"/>
                    <a:pt x="945130" y="1216062"/>
                    <a:pt x="608835" y="1216062"/>
                  </a:cubicBezTo>
                  <a:cubicBezTo>
                    <a:pt x="272540" y="1216062"/>
                    <a:pt x="-81" y="943829"/>
                    <a:pt x="-81" y="608014"/>
                  </a:cubicBezTo>
                  <a:cubicBezTo>
                    <a:pt x="-81"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33"/>
            <p:cNvSpPr/>
            <p:nvPr/>
          </p:nvSpPr>
          <p:spPr>
            <a:xfrm rot="-4628352">
              <a:off x="3654594" y="3344711"/>
              <a:ext cx="683921" cy="682946"/>
            </a:xfrm>
            <a:custGeom>
              <a:rect b="b" l="l" r="r" t="t"/>
              <a:pathLst>
                <a:path extrusionOk="0" h="1216097" w="1217833">
                  <a:moveTo>
                    <a:pt x="1217752" y="608014"/>
                  </a:moveTo>
                  <a:cubicBezTo>
                    <a:pt x="1217752" y="943830"/>
                    <a:pt x="945131" y="1216062"/>
                    <a:pt x="608835" y="1216062"/>
                  </a:cubicBezTo>
                  <a:cubicBezTo>
                    <a:pt x="272540" y="1216062"/>
                    <a:pt x="-82" y="943829"/>
                    <a:pt x="-82" y="608014"/>
                  </a:cubicBezTo>
                  <a:cubicBezTo>
                    <a:pt x="-82"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3"/>
            <p:cNvSpPr/>
            <p:nvPr/>
          </p:nvSpPr>
          <p:spPr>
            <a:xfrm>
              <a:off x="3450310" y="1614799"/>
              <a:ext cx="508087" cy="508064"/>
            </a:xfrm>
            <a:custGeom>
              <a:rect b="b" l="l" r="r" t="t"/>
              <a:pathLst>
                <a:path extrusionOk="0" h="907258" w="907299">
                  <a:moveTo>
                    <a:pt x="275086" y="907223"/>
                  </a:moveTo>
                  <a:cubicBezTo>
                    <a:pt x="308092" y="572996"/>
                    <a:pt x="572576" y="308394"/>
                    <a:pt x="907218" y="274810"/>
                  </a:cubicBezTo>
                  <a:lnTo>
                    <a:pt x="907218" y="-35"/>
                  </a:lnTo>
                  <a:cubicBezTo>
                    <a:pt x="420988" y="35130"/>
                    <a:pt x="34462" y="421638"/>
                    <a:pt x="-82" y="9072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33"/>
            <p:cNvSpPr/>
            <p:nvPr/>
          </p:nvSpPr>
          <p:spPr>
            <a:xfrm>
              <a:off x="3450430" y="2199829"/>
              <a:ext cx="1093779" cy="508090"/>
            </a:xfrm>
            <a:custGeom>
              <a:rect b="b" l="l" r="r" t="t"/>
              <a:pathLst>
                <a:path extrusionOk="0" h="907303" w="1953176">
                  <a:moveTo>
                    <a:pt x="1677858" y="-35"/>
                  </a:moveTo>
                  <a:cubicBezTo>
                    <a:pt x="1638707" y="386758"/>
                    <a:pt x="1292964" y="668623"/>
                    <a:pt x="905618" y="629528"/>
                  </a:cubicBezTo>
                  <a:cubicBezTo>
                    <a:pt x="572371" y="595893"/>
                    <a:pt x="308840" y="332738"/>
                    <a:pt x="275157" y="-35"/>
                  </a:cubicBezTo>
                  <a:lnTo>
                    <a:pt x="-82" y="-35"/>
                  </a:lnTo>
                  <a:cubicBezTo>
                    <a:pt x="38898" y="538551"/>
                    <a:pt x="507731" y="943607"/>
                    <a:pt x="1047086" y="904682"/>
                  </a:cubicBezTo>
                  <a:cubicBezTo>
                    <a:pt x="1532198" y="869672"/>
                    <a:pt x="1918035" y="484385"/>
                    <a:pt x="1953095" y="-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33"/>
            <p:cNvSpPr/>
            <p:nvPr/>
          </p:nvSpPr>
          <p:spPr>
            <a:xfrm>
              <a:off x="5060522" y="1614736"/>
              <a:ext cx="508791" cy="507362"/>
            </a:xfrm>
            <a:custGeom>
              <a:rect b="b" l="l" r="r" t="t"/>
              <a:pathLst>
                <a:path extrusionOk="0" h="906003" w="908555">
                  <a:moveTo>
                    <a:pt x="908473" y="-35"/>
                  </a:moveTo>
                  <a:cubicBezTo>
                    <a:pt x="422197" y="34462"/>
                    <a:pt x="35139" y="420433"/>
                    <a:pt x="-82" y="905968"/>
                  </a:cubicBezTo>
                  <a:lnTo>
                    <a:pt x="275155" y="905968"/>
                  </a:lnTo>
                  <a:cubicBezTo>
                    <a:pt x="308786" y="571802"/>
                    <a:pt x="573768" y="307696"/>
                    <a:pt x="908473" y="27474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3"/>
            <p:cNvSpPr/>
            <p:nvPr/>
          </p:nvSpPr>
          <p:spPr>
            <a:xfrm>
              <a:off x="5646386" y="1614857"/>
              <a:ext cx="508814" cy="1092216"/>
            </a:xfrm>
            <a:custGeom>
              <a:rect b="b" l="l" r="r" t="t"/>
              <a:pathLst>
                <a:path extrusionOk="0" h="1950385" w="908597">
                  <a:moveTo>
                    <a:pt x="-82" y="-35"/>
                  </a:moveTo>
                  <a:lnTo>
                    <a:pt x="-82" y="274810"/>
                  </a:lnTo>
                  <a:cubicBezTo>
                    <a:pt x="387262" y="313902"/>
                    <a:pt x="669529" y="659150"/>
                    <a:pt x="630381" y="1045941"/>
                  </a:cubicBezTo>
                  <a:cubicBezTo>
                    <a:pt x="596699" y="1378715"/>
                    <a:pt x="333167" y="1641871"/>
                    <a:pt x="-82" y="1675505"/>
                  </a:cubicBezTo>
                  <a:lnTo>
                    <a:pt x="-82" y="1950351"/>
                  </a:lnTo>
                  <a:cubicBezTo>
                    <a:pt x="539271" y="1911428"/>
                    <a:pt x="944905" y="1443265"/>
                    <a:pt x="905926" y="904681"/>
                  </a:cubicBezTo>
                  <a:cubicBezTo>
                    <a:pt x="870867" y="420262"/>
                    <a:pt x="485029" y="34974"/>
                    <a:pt x="-82" y="-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33"/>
            <p:cNvSpPr/>
            <p:nvPr/>
          </p:nvSpPr>
          <p:spPr>
            <a:xfrm>
              <a:off x="5646386" y="3144938"/>
              <a:ext cx="507321" cy="508035"/>
            </a:xfrm>
            <a:custGeom>
              <a:rect b="b" l="l" r="r" t="t"/>
              <a:pathLst>
                <a:path extrusionOk="0" h="907206" w="905930">
                  <a:moveTo>
                    <a:pt x="630681" y="907172"/>
                  </a:moveTo>
                  <a:lnTo>
                    <a:pt x="905849" y="907172"/>
                  </a:lnTo>
                  <a:cubicBezTo>
                    <a:pt x="871365" y="422087"/>
                    <a:pt x="485596" y="35775"/>
                    <a:pt x="-82" y="-35"/>
                  </a:cubicBezTo>
                  <a:lnTo>
                    <a:pt x="-82" y="274811"/>
                  </a:lnTo>
                  <a:cubicBezTo>
                    <a:pt x="334007" y="309006"/>
                    <a:pt x="597760" y="573427"/>
                    <a:pt x="630681" y="9071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33"/>
            <p:cNvSpPr/>
            <p:nvPr/>
          </p:nvSpPr>
          <p:spPr>
            <a:xfrm>
              <a:off x="5060523" y="3729145"/>
              <a:ext cx="1093832" cy="508855"/>
            </a:xfrm>
            <a:custGeom>
              <a:rect b="b" l="l" r="r" t="t"/>
              <a:pathLst>
                <a:path extrusionOk="0" h="908669" w="1953271">
                  <a:moveTo>
                    <a:pt x="1677952" y="1385"/>
                  </a:moveTo>
                  <a:cubicBezTo>
                    <a:pt x="1638783" y="388166"/>
                    <a:pt x="1293035" y="670005"/>
                    <a:pt x="905702" y="630892"/>
                  </a:cubicBezTo>
                  <a:cubicBezTo>
                    <a:pt x="571958" y="597190"/>
                    <a:pt x="308228" y="333302"/>
                    <a:pt x="275155" y="-35"/>
                  </a:cubicBezTo>
                  <a:lnTo>
                    <a:pt x="-82" y="-35"/>
                  </a:lnTo>
                  <a:cubicBezTo>
                    <a:pt x="38142" y="538605"/>
                    <a:pt x="506406" y="944316"/>
                    <a:pt x="1045815" y="906147"/>
                  </a:cubicBezTo>
                  <a:cubicBezTo>
                    <a:pt x="1531475" y="871781"/>
                    <a:pt x="1918067" y="486302"/>
                    <a:pt x="1953189" y="138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3"/>
            <p:cNvSpPr/>
            <p:nvPr/>
          </p:nvSpPr>
          <p:spPr>
            <a:xfrm>
              <a:off x="3448021" y="3144938"/>
              <a:ext cx="509583" cy="1092274"/>
            </a:xfrm>
            <a:custGeom>
              <a:rect b="b" l="l" r="r" t="t"/>
              <a:pathLst>
                <a:path extrusionOk="0" h="1950489" w="909970">
                  <a:moveTo>
                    <a:pt x="274481" y="975165"/>
                  </a:moveTo>
                  <a:cubicBezTo>
                    <a:pt x="274926" y="613982"/>
                    <a:pt x="548699" y="311575"/>
                    <a:pt x="908520" y="274811"/>
                  </a:cubicBezTo>
                  <a:lnTo>
                    <a:pt x="908519" y="-35"/>
                  </a:lnTo>
                  <a:cubicBezTo>
                    <a:pt x="369165" y="38888"/>
                    <a:pt x="-36471" y="507051"/>
                    <a:pt x="2508" y="1045637"/>
                  </a:cubicBezTo>
                  <a:cubicBezTo>
                    <a:pt x="37604" y="1530578"/>
                    <a:pt x="424207" y="1916089"/>
                    <a:pt x="909889" y="1950454"/>
                  </a:cubicBezTo>
                  <a:lnTo>
                    <a:pt x="909889" y="1675610"/>
                  </a:lnTo>
                  <a:cubicBezTo>
                    <a:pt x="549484" y="1639510"/>
                    <a:pt x="274937" y="1336861"/>
                    <a:pt x="274481" y="9751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33"/>
            <p:cNvSpPr/>
            <p:nvPr/>
          </p:nvSpPr>
          <p:spPr>
            <a:xfrm>
              <a:off x="4033910" y="3144818"/>
              <a:ext cx="508792" cy="507361"/>
            </a:xfrm>
            <a:custGeom>
              <a:rect b="b" l="l" r="r" t="t"/>
              <a:pathLst>
                <a:path extrusionOk="0" h="906002" w="908558">
                  <a:moveTo>
                    <a:pt x="-82" y="-35"/>
                  </a:moveTo>
                  <a:lnTo>
                    <a:pt x="-82" y="274740"/>
                  </a:lnTo>
                  <a:cubicBezTo>
                    <a:pt x="334624" y="307697"/>
                    <a:pt x="599605" y="571802"/>
                    <a:pt x="633240" y="905968"/>
                  </a:cubicBezTo>
                  <a:lnTo>
                    <a:pt x="908476" y="905968"/>
                  </a:lnTo>
                  <a:cubicBezTo>
                    <a:pt x="873257" y="420431"/>
                    <a:pt x="486197" y="34459"/>
                    <a:pt x="-82" y="-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33"/>
            <p:cNvSpPr/>
            <p:nvPr/>
          </p:nvSpPr>
          <p:spPr>
            <a:xfrm>
              <a:off x="3768497" y="1933908"/>
              <a:ext cx="455563" cy="454914"/>
            </a:xfrm>
            <a:custGeom>
              <a:rect b="b" l="l" r="r" t="t"/>
              <a:pathLst>
                <a:path extrusionOk="0" h="812346" w="813506">
                  <a:moveTo>
                    <a:pt x="813424" y="406135"/>
                  </a:moveTo>
                  <a:cubicBezTo>
                    <a:pt x="813426" y="630458"/>
                    <a:pt x="631318" y="812309"/>
                    <a:pt x="406675" y="812311"/>
                  </a:cubicBezTo>
                  <a:cubicBezTo>
                    <a:pt x="182031" y="812313"/>
                    <a:pt x="-80" y="630465"/>
                    <a:pt x="-82" y="406142"/>
                  </a:cubicBezTo>
                  <a:cubicBezTo>
                    <a:pt x="-84" y="181818"/>
                    <a:pt x="182024" y="-33"/>
                    <a:pt x="406668" y="-35"/>
                  </a:cubicBezTo>
                  <a:cubicBezTo>
                    <a:pt x="406670" y="-35"/>
                    <a:pt x="406672" y="-35"/>
                    <a:pt x="406674" y="-35"/>
                  </a:cubicBezTo>
                  <a:cubicBezTo>
                    <a:pt x="631315" y="-33"/>
                    <a:pt x="813422" y="181814"/>
                    <a:pt x="813424" y="4061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33"/>
            <p:cNvSpPr/>
            <p:nvPr/>
          </p:nvSpPr>
          <p:spPr>
            <a:xfrm>
              <a:off x="5380314" y="1933907"/>
              <a:ext cx="455563" cy="454914"/>
            </a:xfrm>
            <a:custGeom>
              <a:rect b="b" l="l" r="r" t="t"/>
              <a:pathLst>
                <a:path extrusionOk="0" h="812346" w="813506">
                  <a:moveTo>
                    <a:pt x="813507" y="406173"/>
                  </a:moveTo>
                  <a:cubicBezTo>
                    <a:pt x="813507" y="630497"/>
                    <a:pt x="631397" y="812347"/>
                    <a:pt x="406753" y="812347"/>
                  </a:cubicBezTo>
                  <a:cubicBezTo>
                    <a:pt x="182110" y="812347"/>
                    <a:pt x="0" y="630497"/>
                    <a:pt x="0" y="406174"/>
                  </a:cubicBezTo>
                  <a:cubicBezTo>
                    <a:pt x="0" y="181850"/>
                    <a:pt x="182110" y="0"/>
                    <a:pt x="406753" y="0"/>
                  </a:cubicBezTo>
                  <a:cubicBezTo>
                    <a:pt x="631397" y="0"/>
                    <a:pt x="813507" y="181850"/>
                    <a:pt x="813507" y="40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33"/>
            <p:cNvSpPr/>
            <p:nvPr/>
          </p:nvSpPr>
          <p:spPr>
            <a:xfrm>
              <a:off x="5379518" y="3461743"/>
              <a:ext cx="455563" cy="454913"/>
            </a:xfrm>
            <a:custGeom>
              <a:rect b="b" l="l" r="r" t="t"/>
              <a:pathLst>
                <a:path extrusionOk="0" h="812345" w="813505">
                  <a:moveTo>
                    <a:pt x="813505" y="406173"/>
                  </a:moveTo>
                  <a:cubicBezTo>
                    <a:pt x="813505" y="630496"/>
                    <a:pt x="631396" y="812346"/>
                    <a:pt x="406753" y="812346"/>
                  </a:cubicBezTo>
                  <a:cubicBezTo>
                    <a:pt x="182109" y="812346"/>
                    <a:pt x="0" y="630496"/>
                    <a:pt x="0" y="406173"/>
                  </a:cubicBezTo>
                  <a:cubicBezTo>
                    <a:pt x="0" y="181850"/>
                    <a:pt x="182109" y="0"/>
                    <a:pt x="406753" y="0"/>
                  </a:cubicBezTo>
                  <a:cubicBezTo>
                    <a:pt x="631396" y="0"/>
                    <a:pt x="813505" y="181850"/>
                    <a:pt x="813505" y="40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33"/>
            <p:cNvSpPr/>
            <p:nvPr/>
          </p:nvSpPr>
          <p:spPr>
            <a:xfrm rot="-2700000">
              <a:off x="3769176" y="3463627"/>
              <a:ext cx="454437" cy="453789"/>
            </a:xfrm>
            <a:custGeom>
              <a:rect b="b" l="l" r="r" t="t"/>
              <a:pathLst>
                <a:path extrusionOk="0" h="812348" w="813508">
                  <a:moveTo>
                    <a:pt x="813426" y="406139"/>
                  </a:moveTo>
                  <a:cubicBezTo>
                    <a:pt x="813426" y="630463"/>
                    <a:pt x="631316" y="812314"/>
                    <a:pt x="406672" y="812314"/>
                  </a:cubicBezTo>
                  <a:cubicBezTo>
                    <a:pt x="182028" y="812314"/>
                    <a:pt x="-82" y="630463"/>
                    <a:pt x="-82" y="406139"/>
                  </a:cubicBezTo>
                  <a:cubicBezTo>
                    <a:pt x="-82" y="181816"/>
                    <a:pt x="182028" y="-35"/>
                    <a:pt x="406672" y="-35"/>
                  </a:cubicBezTo>
                  <a:cubicBezTo>
                    <a:pt x="631316" y="-35"/>
                    <a:pt x="813426" y="181816"/>
                    <a:pt x="813426" y="4061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33"/>
            <p:cNvSpPr/>
            <p:nvPr/>
          </p:nvSpPr>
          <p:spPr>
            <a:xfrm>
              <a:off x="4612786" y="1760221"/>
              <a:ext cx="369831" cy="568379"/>
            </a:xfrm>
            <a:custGeom>
              <a:rect b="b" l="l" r="r" t="t"/>
              <a:pathLst>
                <a:path extrusionOk="0" h="1014962" w="660413">
                  <a:moveTo>
                    <a:pt x="152422" y="1014963"/>
                  </a:moveTo>
                  <a:lnTo>
                    <a:pt x="429" y="863170"/>
                  </a:lnTo>
                  <a:lnTo>
                    <a:pt x="356411" y="507696"/>
                  </a:lnTo>
                  <a:lnTo>
                    <a:pt x="0" y="151792"/>
                  </a:lnTo>
                  <a:lnTo>
                    <a:pt x="152009" y="0"/>
                  </a:lnTo>
                  <a:lnTo>
                    <a:pt x="660413" y="507696"/>
                  </a:lnTo>
                  <a:lnTo>
                    <a:pt x="152422" y="101496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33"/>
            <p:cNvSpPr/>
            <p:nvPr/>
          </p:nvSpPr>
          <p:spPr>
            <a:xfrm>
              <a:off x="5438852" y="2740471"/>
              <a:ext cx="569181" cy="369304"/>
            </a:xfrm>
            <a:custGeom>
              <a:rect b="b" l="l" r="r" t="t"/>
              <a:pathLst>
                <a:path extrusionOk="0" h="659471" w="1016395">
                  <a:moveTo>
                    <a:pt x="0" y="152221"/>
                  </a:moveTo>
                  <a:lnTo>
                    <a:pt x="151993" y="429"/>
                  </a:lnTo>
                  <a:lnTo>
                    <a:pt x="507975" y="355903"/>
                  </a:lnTo>
                  <a:lnTo>
                    <a:pt x="864403" y="0"/>
                  </a:lnTo>
                  <a:lnTo>
                    <a:pt x="1016395" y="151793"/>
                  </a:lnTo>
                  <a:lnTo>
                    <a:pt x="507975" y="659472"/>
                  </a:lnTo>
                  <a:lnTo>
                    <a:pt x="0" y="15222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33"/>
            <p:cNvSpPr/>
            <p:nvPr/>
          </p:nvSpPr>
          <p:spPr>
            <a:xfrm>
              <a:off x="4655749" y="3521981"/>
              <a:ext cx="369831" cy="568379"/>
            </a:xfrm>
            <a:custGeom>
              <a:rect b="b" l="l" r="r" t="t"/>
              <a:pathLst>
                <a:path extrusionOk="0" h="1014962" w="660413">
                  <a:moveTo>
                    <a:pt x="507991" y="0"/>
                  </a:moveTo>
                  <a:lnTo>
                    <a:pt x="659984" y="151793"/>
                  </a:lnTo>
                  <a:lnTo>
                    <a:pt x="304002" y="507267"/>
                  </a:lnTo>
                  <a:lnTo>
                    <a:pt x="660413" y="863170"/>
                  </a:lnTo>
                  <a:lnTo>
                    <a:pt x="508404" y="1014963"/>
                  </a:lnTo>
                  <a:lnTo>
                    <a:pt x="0" y="507267"/>
                  </a:lnTo>
                  <a:lnTo>
                    <a:pt x="50799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33"/>
            <p:cNvSpPr/>
            <p:nvPr/>
          </p:nvSpPr>
          <p:spPr>
            <a:xfrm>
              <a:off x="3347228" y="1513777"/>
              <a:ext cx="357772" cy="357261"/>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1</a:t>
              </a:r>
              <a:endParaRPr sz="2100">
                <a:solidFill>
                  <a:schemeClr val="dk1"/>
                </a:solidFill>
                <a:latin typeface="Calibri"/>
                <a:ea typeface="Calibri"/>
                <a:cs typeface="Calibri"/>
                <a:sym typeface="Calibri"/>
              </a:endParaRPr>
            </a:p>
          </p:txBody>
        </p:sp>
        <p:sp>
          <p:nvSpPr>
            <p:cNvPr id="1225" name="Google Shape;1225;p33"/>
            <p:cNvSpPr/>
            <p:nvPr/>
          </p:nvSpPr>
          <p:spPr>
            <a:xfrm>
              <a:off x="4954593" y="1513777"/>
              <a:ext cx="357772" cy="357261"/>
            </a:xfrm>
            <a:custGeom>
              <a:rect b="b" l="l" r="r" t="t"/>
              <a:pathLst>
                <a:path extrusionOk="0" h="529276" w="530032">
                  <a:moveTo>
                    <a:pt x="529951" y="264603"/>
                  </a:moveTo>
                  <a:cubicBezTo>
                    <a:pt x="529951" y="410759"/>
                    <a:pt x="411299" y="529242"/>
                    <a:pt x="264935" y="529242"/>
                  </a:cubicBezTo>
                  <a:cubicBezTo>
                    <a:pt x="118570" y="529242"/>
                    <a:pt x="-81" y="410759"/>
                    <a:pt x="-81" y="264603"/>
                  </a:cubicBezTo>
                  <a:cubicBezTo>
                    <a:pt x="-81" y="118448"/>
                    <a:pt x="118570" y="-35"/>
                    <a:pt x="264935"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2</a:t>
              </a:r>
              <a:endParaRPr sz="2100">
                <a:solidFill>
                  <a:schemeClr val="dk1"/>
                </a:solidFill>
                <a:latin typeface="Calibri"/>
                <a:ea typeface="Calibri"/>
                <a:cs typeface="Calibri"/>
                <a:sym typeface="Calibri"/>
              </a:endParaRPr>
            </a:p>
          </p:txBody>
        </p:sp>
        <p:sp>
          <p:nvSpPr>
            <p:cNvPr id="1226" name="Google Shape;1226;p33"/>
            <p:cNvSpPr/>
            <p:nvPr/>
          </p:nvSpPr>
          <p:spPr>
            <a:xfrm>
              <a:off x="4955255" y="3045832"/>
              <a:ext cx="356448" cy="355940"/>
            </a:xfrm>
            <a:custGeom>
              <a:rect b="b" l="l" r="r" t="t"/>
              <a:pathLst>
                <a:path extrusionOk="0" h="529279" w="530034">
                  <a:moveTo>
                    <a:pt x="529953" y="264605"/>
                  </a:moveTo>
                  <a:cubicBezTo>
                    <a:pt x="529953" y="410761"/>
                    <a:pt x="411300" y="529244"/>
                    <a:pt x="264935" y="529244"/>
                  </a:cubicBezTo>
                  <a:cubicBezTo>
                    <a:pt x="118570" y="529244"/>
                    <a:pt x="-82" y="410761"/>
                    <a:pt x="-82" y="264605"/>
                  </a:cubicBezTo>
                  <a:cubicBezTo>
                    <a:pt x="-82" y="118448"/>
                    <a:pt x="118570" y="-35"/>
                    <a:pt x="264935" y="-35"/>
                  </a:cubicBezTo>
                  <a:cubicBezTo>
                    <a:pt x="411300" y="-35"/>
                    <a:pt x="529953" y="118448"/>
                    <a:pt x="529953" y="264605"/>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3</a:t>
              </a:r>
              <a:endParaRPr sz="2100">
                <a:solidFill>
                  <a:schemeClr val="dk1"/>
                </a:solidFill>
                <a:latin typeface="Calibri"/>
                <a:ea typeface="Calibri"/>
                <a:cs typeface="Calibri"/>
                <a:sym typeface="Calibri"/>
              </a:endParaRPr>
            </a:p>
          </p:txBody>
        </p:sp>
        <p:sp>
          <p:nvSpPr>
            <p:cNvPr id="1227" name="Google Shape;1227;p33"/>
            <p:cNvSpPr/>
            <p:nvPr/>
          </p:nvSpPr>
          <p:spPr>
            <a:xfrm>
              <a:off x="3346565" y="3044509"/>
              <a:ext cx="359098" cy="358586"/>
            </a:xfrm>
            <a:custGeom>
              <a:rect b="b" l="l" r="r" t="t"/>
              <a:pathLst>
                <a:path extrusionOk="0" h="529278" w="530034">
                  <a:moveTo>
                    <a:pt x="529953" y="264605"/>
                  </a:moveTo>
                  <a:cubicBezTo>
                    <a:pt x="529953" y="410761"/>
                    <a:pt x="411301" y="529244"/>
                    <a:pt x="264936" y="529244"/>
                  </a:cubicBezTo>
                  <a:cubicBezTo>
                    <a:pt x="118571" y="529244"/>
                    <a:pt x="-82" y="410761"/>
                    <a:pt x="-82" y="264605"/>
                  </a:cubicBezTo>
                  <a:cubicBezTo>
                    <a:pt x="-82" y="118448"/>
                    <a:pt x="118571" y="-35"/>
                    <a:pt x="264936" y="-35"/>
                  </a:cubicBezTo>
                  <a:cubicBezTo>
                    <a:pt x="411301" y="-35"/>
                    <a:pt x="529953" y="118449"/>
                    <a:pt x="529953" y="264605"/>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4</a:t>
              </a:r>
              <a:endParaRPr sz="2100">
                <a:solidFill>
                  <a:schemeClr val="dk1"/>
                </a:solidFill>
                <a:latin typeface="Calibri"/>
                <a:ea typeface="Calibri"/>
                <a:cs typeface="Calibri"/>
                <a:sym typeface="Calibri"/>
              </a:endParaRPr>
            </a:p>
          </p:txBody>
        </p:sp>
      </p:grpSp>
      <p:sp>
        <p:nvSpPr>
          <p:cNvPr id="1228" name="Google Shape;1228;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229" name="Google Shape;1229;p33"/>
          <p:cNvSpPr txBox="1"/>
          <p:nvPr/>
        </p:nvSpPr>
        <p:spPr>
          <a:xfrm flipH="1">
            <a:off x="6009350" y="2005677"/>
            <a:ext cx="22197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1230" name="Google Shape;1230;p33"/>
          <p:cNvSpPr txBox="1"/>
          <p:nvPr/>
        </p:nvSpPr>
        <p:spPr>
          <a:xfrm flipH="1">
            <a:off x="914950" y="2005677"/>
            <a:ext cx="22197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a:t>
            </a:r>
            <a:endParaRPr sz="1200">
              <a:solidFill>
                <a:schemeClr val="dk1"/>
              </a:solidFill>
              <a:latin typeface="Catamaran"/>
              <a:ea typeface="Catamaran"/>
              <a:cs typeface="Catamaran"/>
              <a:sym typeface="Catamaran"/>
            </a:endParaRPr>
          </a:p>
        </p:txBody>
      </p:sp>
      <p:sp>
        <p:nvSpPr>
          <p:cNvPr id="1231" name="Google Shape;1231;p33"/>
          <p:cNvSpPr txBox="1"/>
          <p:nvPr/>
        </p:nvSpPr>
        <p:spPr>
          <a:xfrm flipH="1">
            <a:off x="6009350" y="3527141"/>
            <a:ext cx="22197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1232" name="Google Shape;1232;p33"/>
          <p:cNvSpPr txBox="1"/>
          <p:nvPr/>
        </p:nvSpPr>
        <p:spPr>
          <a:xfrm flipH="1">
            <a:off x="914950" y="3527141"/>
            <a:ext cx="22197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has is the second planet from the Sun. It’s </a:t>
            </a:r>
            <a:r>
              <a:rPr lang="en" sz="1200">
                <a:solidFill>
                  <a:schemeClr val="dk1"/>
                </a:solidFill>
                <a:latin typeface="Catamaran"/>
                <a:ea typeface="Catamaran"/>
                <a:cs typeface="Catamaran"/>
                <a:sym typeface="Catamaran"/>
              </a:rPr>
              <a:t>terribly </a:t>
            </a:r>
            <a:r>
              <a:rPr lang="en" sz="1200">
                <a:solidFill>
                  <a:schemeClr val="dk1"/>
                </a:solidFill>
                <a:latin typeface="Catamaran"/>
                <a:ea typeface="Catamaran"/>
                <a:cs typeface="Catamaran"/>
                <a:sym typeface="Catamaran"/>
              </a:rPr>
              <a:t>hot, even hotter than Mercury</a:t>
            </a:r>
            <a:endParaRPr sz="1200">
              <a:solidFill>
                <a:schemeClr val="dk1"/>
              </a:solidFill>
              <a:latin typeface="Catamaran"/>
              <a:ea typeface="Catamaran"/>
              <a:cs typeface="Catamaran"/>
              <a:sym typeface="Catamaran"/>
            </a:endParaRPr>
          </a:p>
        </p:txBody>
      </p:sp>
      <p:grpSp>
        <p:nvGrpSpPr>
          <p:cNvPr id="1233" name="Google Shape;1233;p33"/>
          <p:cNvGrpSpPr/>
          <p:nvPr/>
        </p:nvGrpSpPr>
        <p:grpSpPr>
          <a:xfrm>
            <a:off x="5310681" y="2035504"/>
            <a:ext cx="237393" cy="237366"/>
            <a:chOff x="1662451" y="2688987"/>
            <a:chExt cx="322632" cy="322595"/>
          </a:xfrm>
        </p:grpSpPr>
        <p:sp>
          <p:nvSpPr>
            <p:cNvPr id="1234" name="Google Shape;1234;p33"/>
            <p:cNvSpPr/>
            <p:nvPr/>
          </p:nvSpPr>
          <p:spPr>
            <a:xfrm>
              <a:off x="1767074" y="2688987"/>
              <a:ext cx="113402" cy="203427"/>
            </a:xfrm>
            <a:custGeom>
              <a:rect b="b" l="l" r="r" t="t"/>
              <a:pathLst>
                <a:path extrusionOk="0" h="321624" w="179291">
                  <a:moveTo>
                    <a:pt x="89658" y="321624"/>
                  </a:moveTo>
                  <a:cubicBezTo>
                    <a:pt x="102984" y="295190"/>
                    <a:pt x="116011" y="285568"/>
                    <a:pt x="119528" y="281459"/>
                  </a:cubicBezTo>
                  <a:lnTo>
                    <a:pt x="119528" y="150406"/>
                  </a:lnTo>
                  <a:lnTo>
                    <a:pt x="179292" y="150406"/>
                  </a:lnTo>
                  <a:lnTo>
                    <a:pt x="89646" y="0"/>
                  </a:lnTo>
                  <a:lnTo>
                    <a:pt x="0" y="150406"/>
                  </a:lnTo>
                  <a:lnTo>
                    <a:pt x="59764" y="150406"/>
                  </a:lnTo>
                  <a:lnTo>
                    <a:pt x="59764" y="281447"/>
                  </a:lnTo>
                  <a:cubicBezTo>
                    <a:pt x="63320" y="285599"/>
                    <a:pt x="76331" y="295151"/>
                    <a:pt x="89658" y="321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33"/>
            <p:cNvSpPr/>
            <p:nvPr/>
          </p:nvSpPr>
          <p:spPr>
            <a:xfrm>
              <a:off x="1833251" y="2765248"/>
              <a:ext cx="151833" cy="246334"/>
            </a:xfrm>
            <a:custGeom>
              <a:rect b="b" l="l" r="r" t="t"/>
              <a:pathLst>
                <a:path extrusionOk="0" h="389461" w="240052">
                  <a:moveTo>
                    <a:pt x="179292" y="44823"/>
                  </a:moveTo>
                  <a:lnTo>
                    <a:pt x="179292" y="165545"/>
                  </a:lnTo>
                  <a:lnTo>
                    <a:pt x="109964" y="234574"/>
                  </a:lnTo>
                  <a:lnTo>
                    <a:pt x="89047" y="213656"/>
                  </a:lnTo>
                  <a:lnTo>
                    <a:pt x="144928" y="157476"/>
                  </a:lnTo>
                  <a:cubicBezTo>
                    <a:pt x="162522" y="139881"/>
                    <a:pt x="161915" y="110816"/>
                    <a:pt x="144928" y="93829"/>
                  </a:cubicBezTo>
                  <a:lnTo>
                    <a:pt x="134469" y="83370"/>
                  </a:lnTo>
                  <a:lnTo>
                    <a:pt x="30781" y="187358"/>
                  </a:lnTo>
                  <a:cubicBezTo>
                    <a:pt x="11058" y="206781"/>
                    <a:pt x="0" y="233379"/>
                    <a:pt x="0" y="261168"/>
                  </a:cubicBezTo>
                  <a:lnTo>
                    <a:pt x="0" y="389462"/>
                  </a:lnTo>
                  <a:lnTo>
                    <a:pt x="149410" y="389462"/>
                  </a:lnTo>
                  <a:lnTo>
                    <a:pt x="149410" y="291050"/>
                  </a:lnTo>
                  <a:lnTo>
                    <a:pt x="184370" y="262962"/>
                  </a:lnTo>
                  <a:cubicBezTo>
                    <a:pt x="219037" y="234873"/>
                    <a:pt x="240052" y="193634"/>
                    <a:pt x="240052" y="149110"/>
                  </a:cubicBezTo>
                  <a:lnTo>
                    <a:pt x="240052" y="0"/>
                  </a:lnTo>
                  <a:lnTo>
                    <a:pt x="225111" y="0"/>
                  </a:lnTo>
                  <a:cubicBezTo>
                    <a:pt x="200307" y="0"/>
                    <a:pt x="179292" y="20019"/>
                    <a:pt x="179292"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33"/>
            <p:cNvSpPr/>
            <p:nvPr/>
          </p:nvSpPr>
          <p:spPr>
            <a:xfrm>
              <a:off x="1662451" y="2765248"/>
              <a:ext cx="151833" cy="246334"/>
            </a:xfrm>
            <a:custGeom>
              <a:rect b="b" l="l" r="r" t="t"/>
              <a:pathLst>
                <a:path extrusionOk="0" h="389461" w="240052">
                  <a:moveTo>
                    <a:pt x="55682" y="262962"/>
                  </a:moveTo>
                  <a:lnTo>
                    <a:pt x="90642" y="291050"/>
                  </a:lnTo>
                  <a:lnTo>
                    <a:pt x="90642" y="389462"/>
                  </a:lnTo>
                  <a:lnTo>
                    <a:pt x="240052" y="389462"/>
                  </a:lnTo>
                  <a:lnTo>
                    <a:pt x="240052" y="261168"/>
                  </a:lnTo>
                  <a:cubicBezTo>
                    <a:pt x="240052" y="233379"/>
                    <a:pt x="228994" y="206785"/>
                    <a:pt x="209271" y="187358"/>
                  </a:cubicBezTo>
                  <a:lnTo>
                    <a:pt x="105583" y="83370"/>
                  </a:lnTo>
                  <a:lnTo>
                    <a:pt x="95124" y="93829"/>
                  </a:lnTo>
                  <a:cubicBezTo>
                    <a:pt x="78137" y="110816"/>
                    <a:pt x="77530" y="139881"/>
                    <a:pt x="95124" y="157476"/>
                  </a:cubicBezTo>
                  <a:lnTo>
                    <a:pt x="151005" y="213652"/>
                  </a:lnTo>
                  <a:lnTo>
                    <a:pt x="130088" y="234570"/>
                  </a:lnTo>
                  <a:lnTo>
                    <a:pt x="60760" y="165545"/>
                  </a:lnTo>
                  <a:lnTo>
                    <a:pt x="60760" y="44823"/>
                  </a:lnTo>
                  <a:cubicBezTo>
                    <a:pt x="60760" y="20019"/>
                    <a:pt x="40741" y="0"/>
                    <a:pt x="15937" y="0"/>
                  </a:cubicBezTo>
                  <a:lnTo>
                    <a:pt x="0" y="0"/>
                  </a:lnTo>
                  <a:lnTo>
                    <a:pt x="0" y="149110"/>
                  </a:lnTo>
                  <a:cubicBezTo>
                    <a:pt x="0" y="193634"/>
                    <a:pt x="21015" y="234873"/>
                    <a:pt x="55682" y="2629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7" name="Google Shape;1237;p33"/>
          <p:cNvGrpSpPr/>
          <p:nvPr/>
        </p:nvGrpSpPr>
        <p:grpSpPr>
          <a:xfrm>
            <a:off x="3698651" y="2032904"/>
            <a:ext cx="237409" cy="237420"/>
            <a:chOff x="4042208" y="1964351"/>
            <a:chExt cx="322654" cy="322669"/>
          </a:xfrm>
        </p:grpSpPr>
        <p:sp>
          <p:nvSpPr>
            <p:cNvPr id="1238" name="Google Shape;1238;p33"/>
            <p:cNvSpPr/>
            <p:nvPr/>
          </p:nvSpPr>
          <p:spPr>
            <a:xfrm>
              <a:off x="4146831" y="2229689"/>
              <a:ext cx="113402" cy="57331"/>
            </a:xfrm>
            <a:custGeom>
              <a:rect b="b" l="l" r="r" t="t"/>
              <a:pathLst>
                <a:path extrusionOk="0" h="90642" w="179291">
                  <a:moveTo>
                    <a:pt x="0" y="60760"/>
                  </a:moveTo>
                  <a:lnTo>
                    <a:pt x="0" y="90642"/>
                  </a:lnTo>
                  <a:lnTo>
                    <a:pt x="179292" y="90642"/>
                  </a:lnTo>
                  <a:lnTo>
                    <a:pt x="179292" y="60760"/>
                  </a:lnTo>
                  <a:cubicBezTo>
                    <a:pt x="179292" y="27754"/>
                    <a:pt x="152534" y="0"/>
                    <a:pt x="119528" y="0"/>
                  </a:cubicBezTo>
                  <a:lnTo>
                    <a:pt x="59764" y="0"/>
                  </a:lnTo>
                  <a:cubicBezTo>
                    <a:pt x="26758" y="0"/>
                    <a:pt x="0" y="27754"/>
                    <a:pt x="0"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3"/>
            <p:cNvSpPr/>
            <p:nvPr/>
          </p:nvSpPr>
          <p:spPr>
            <a:xfrm>
              <a:off x="4175192"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33"/>
            <p:cNvSpPr/>
            <p:nvPr/>
          </p:nvSpPr>
          <p:spPr>
            <a:xfrm>
              <a:off x="4071200"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33"/>
            <p:cNvSpPr/>
            <p:nvPr/>
          </p:nvSpPr>
          <p:spPr>
            <a:xfrm>
              <a:off x="4279184"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33"/>
            <p:cNvSpPr/>
            <p:nvPr/>
          </p:nvSpPr>
          <p:spPr>
            <a:xfrm>
              <a:off x="4269061" y="2229689"/>
              <a:ext cx="95801" cy="57331"/>
            </a:xfrm>
            <a:custGeom>
              <a:rect b="b" l="l" r="r" t="t"/>
              <a:pathLst>
                <a:path extrusionOk="0" h="90642" w="151464">
                  <a:moveTo>
                    <a:pt x="90704" y="0"/>
                  </a:moveTo>
                  <a:lnTo>
                    <a:pt x="30940" y="0"/>
                  </a:lnTo>
                  <a:cubicBezTo>
                    <a:pt x="19567" y="0"/>
                    <a:pt x="9050" y="3350"/>
                    <a:pt x="0" y="8863"/>
                  </a:cubicBezTo>
                  <a:cubicBezTo>
                    <a:pt x="10038" y="23345"/>
                    <a:pt x="15999" y="41846"/>
                    <a:pt x="15999" y="60760"/>
                  </a:cubicBezTo>
                  <a:lnTo>
                    <a:pt x="15999" y="90642"/>
                  </a:lnTo>
                  <a:lnTo>
                    <a:pt x="151464" y="90642"/>
                  </a:lnTo>
                  <a:lnTo>
                    <a:pt x="151464" y="60760"/>
                  </a:lnTo>
                  <a:cubicBezTo>
                    <a:pt x="151464" y="27754"/>
                    <a:pt x="123711" y="0"/>
                    <a:pt x="9070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3"/>
            <p:cNvSpPr/>
            <p:nvPr/>
          </p:nvSpPr>
          <p:spPr>
            <a:xfrm>
              <a:off x="4042208" y="2229689"/>
              <a:ext cx="95801" cy="57331"/>
            </a:xfrm>
            <a:custGeom>
              <a:rect b="b" l="l" r="r" t="t"/>
              <a:pathLst>
                <a:path extrusionOk="0" h="90642" w="151464">
                  <a:moveTo>
                    <a:pt x="135465" y="60760"/>
                  </a:moveTo>
                  <a:cubicBezTo>
                    <a:pt x="135465" y="41846"/>
                    <a:pt x="141426" y="23345"/>
                    <a:pt x="151464" y="8863"/>
                  </a:cubicBezTo>
                  <a:cubicBezTo>
                    <a:pt x="142414" y="3350"/>
                    <a:pt x="131897" y="0"/>
                    <a:pt x="120524" y="0"/>
                  </a:cubicBezTo>
                  <a:lnTo>
                    <a:pt x="60760" y="0"/>
                  </a:lnTo>
                  <a:cubicBezTo>
                    <a:pt x="27754" y="0"/>
                    <a:pt x="0" y="27754"/>
                    <a:pt x="0" y="60760"/>
                  </a:cubicBezTo>
                  <a:lnTo>
                    <a:pt x="0" y="90642"/>
                  </a:lnTo>
                  <a:lnTo>
                    <a:pt x="135465"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3"/>
            <p:cNvSpPr/>
            <p:nvPr/>
          </p:nvSpPr>
          <p:spPr>
            <a:xfrm>
              <a:off x="4175192" y="196435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33"/>
            <p:cNvSpPr/>
            <p:nvPr/>
          </p:nvSpPr>
          <p:spPr>
            <a:xfrm>
              <a:off x="4099561" y="2039981"/>
              <a:ext cx="207903" cy="151833"/>
            </a:xfrm>
            <a:custGeom>
              <a:rect b="b" l="l" r="r" t="t"/>
              <a:pathLst>
                <a:path extrusionOk="0" h="240052" w="328701">
                  <a:moveTo>
                    <a:pt x="194233" y="0"/>
                  </a:moveTo>
                  <a:lnTo>
                    <a:pt x="179292" y="0"/>
                  </a:lnTo>
                  <a:lnTo>
                    <a:pt x="179292" y="90642"/>
                  </a:lnTo>
                  <a:lnTo>
                    <a:pt x="149410" y="90642"/>
                  </a:lnTo>
                  <a:lnTo>
                    <a:pt x="149410" y="0"/>
                  </a:lnTo>
                  <a:lnTo>
                    <a:pt x="134469" y="0"/>
                  </a:lnTo>
                  <a:cubicBezTo>
                    <a:pt x="101463" y="0"/>
                    <a:pt x="74705" y="27754"/>
                    <a:pt x="74705" y="60760"/>
                  </a:cubicBezTo>
                  <a:lnTo>
                    <a:pt x="74705" y="90642"/>
                  </a:lnTo>
                  <a:lnTo>
                    <a:pt x="0" y="90642"/>
                  </a:lnTo>
                  <a:lnTo>
                    <a:pt x="0" y="120524"/>
                  </a:lnTo>
                  <a:lnTo>
                    <a:pt x="29882" y="120524"/>
                  </a:lnTo>
                  <a:lnTo>
                    <a:pt x="29882" y="156737"/>
                  </a:lnTo>
                  <a:cubicBezTo>
                    <a:pt x="56219" y="168300"/>
                    <a:pt x="74705" y="194556"/>
                    <a:pt x="74705" y="225111"/>
                  </a:cubicBezTo>
                  <a:cubicBezTo>
                    <a:pt x="74705" y="230228"/>
                    <a:pt x="74180" y="235223"/>
                    <a:pt x="73191" y="240052"/>
                  </a:cubicBezTo>
                  <a:lnTo>
                    <a:pt x="91160" y="240052"/>
                  </a:lnTo>
                  <a:cubicBezTo>
                    <a:pt x="90171" y="235223"/>
                    <a:pt x="89646" y="230228"/>
                    <a:pt x="89646" y="225111"/>
                  </a:cubicBezTo>
                  <a:cubicBezTo>
                    <a:pt x="89646" y="183922"/>
                    <a:pt x="123162" y="150406"/>
                    <a:pt x="164351" y="150406"/>
                  </a:cubicBezTo>
                  <a:cubicBezTo>
                    <a:pt x="205540" y="150406"/>
                    <a:pt x="239056" y="183922"/>
                    <a:pt x="239056" y="225111"/>
                  </a:cubicBezTo>
                  <a:cubicBezTo>
                    <a:pt x="239056" y="230228"/>
                    <a:pt x="238531" y="235223"/>
                    <a:pt x="237542" y="240052"/>
                  </a:cubicBezTo>
                  <a:lnTo>
                    <a:pt x="255510" y="240052"/>
                  </a:lnTo>
                  <a:cubicBezTo>
                    <a:pt x="254522" y="235223"/>
                    <a:pt x="253997" y="230228"/>
                    <a:pt x="253997" y="225111"/>
                  </a:cubicBezTo>
                  <a:cubicBezTo>
                    <a:pt x="253997" y="194556"/>
                    <a:pt x="272483" y="168300"/>
                    <a:pt x="298820" y="156737"/>
                  </a:cubicBezTo>
                  <a:lnTo>
                    <a:pt x="298820" y="120524"/>
                  </a:lnTo>
                  <a:lnTo>
                    <a:pt x="328702" y="120524"/>
                  </a:lnTo>
                  <a:lnTo>
                    <a:pt x="328702" y="90642"/>
                  </a:lnTo>
                  <a:lnTo>
                    <a:pt x="253997" y="90642"/>
                  </a:lnTo>
                  <a:lnTo>
                    <a:pt x="253997" y="60760"/>
                  </a:lnTo>
                  <a:cubicBezTo>
                    <a:pt x="253997" y="27754"/>
                    <a:pt x="227239" y="0"/>
                    <a:pt x="1942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6" name="Google Shape;1246;p33"/>
          <p:cNvGrpSpPr/>
          <p:nvPr/>
        </p:nvGrpSpPr>
        <p:grpSpPr>
          <a:xfrm>
            <a:off x="3701256" y="3559017"/>
            <a:ext cx="208657" cy="237426"/>
            <a:chOff x="4839159" y="2688987"/>
            <a:chExt cx="283578" cy="322677"/>
          </a:xfrm>
        </p:grpSpPr>
        <p:sp>
          <p:nvSpPr>
            <p:cNvPr id="1247" name="Google Shape;1247;p33"/>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33"/>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3"/>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3"/>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3"/>
          <p:cNvGrpSpPr/>
          <p:nvPr/>
        </p:nvGrpSpPr>
        <p:grpSpPr>
          <a:xfrm>
            <a:off x="5309694" y="3575408"/>
            <a:ext cx="237382" cy="237382"/>
            <a:chOff x="5683641" y="2717401"/>
            <a:chExt cx="322618" cy="322618"/>
          </a:xfrm>
        </p:grpSpPr>
        <p:sp>
          <p:nvSpPr>
            <p:cNvPr id="1252" name="Google Shape;1252;p33"/>
            <p:cNvSpPr/>
            <p:nvPr/>
          </p:nvSpPr>
          <p:spPr>
            <a:xfrm>
              <a:off x="5816626" y="2850386"/>
              <a:ext cx="189633" cy="189633"/>
            </a:xfrm>
            <a:custGeom>
              <a:rect b="b" l="l" r="r" t="t"/>
              <a:pathLst>
                <a:path extrusionOk="0" h="299815" w="299815">
                  <a:moveTo>
                    <a:pt x="149410" y="0"/>
                  </a:moveTo>
                  <a:cubicBezTo>
                    <a:pt x="66892" y="0"/>
                    <a:pt x="0" y="66892"/>
                    <a:pt x="0" y="149410"/>
                  </a:cubicBezTo>
                  <a:cubicBezTo>
                    <a:pt x="0" y="231928"/>
                    <a:pt x="66892" y="299816"/>
                    <a:pt x="149410" y="299816"/>
                  </a:cubicBezTo>
                  <a:cubicBezTo>
                    <a:pt x="231928" y="299816"/>
                    <a:pt x="299816" y="231928"/>
                    <a:pt x="299816" y="149410"/>
                  </a:cubicBezTo>
                  <a:cubicBezTo>
                    <a:pt x="299816" y="66892"/>
                    <a:pt x="231928" y="0"/>
                    <a:pt x="149410" y="0"/>
                  </a:cubicBezTo>
                  <a:close/>
                  <a:moveTo>
                    <a:pt x="149250" y="138846"/>
                  </a:moveTo>
                  <a:cubicBezTo>
                    <a:pt x="173965" y="138846"/>
                    <a:pt x="194073" y="158954"/>
                    <a:pt x="194073" y="183669"/>
                  </a:cubicBezTo>
                  <a:cubicBezTo>
                    <a:pt x="194073" y="203061"/>
                    <a:pt x="181623" y="219458"/>
                    <a:pt x="164351" y="225691"/>
                  </a:cubicBezTo>
                  <a:lnTo>
                    <a:pt x="164351" y="253997"/>
                  </a:lnTo>
                  <a:lnTo>
                    <a:pt x="134469" y="253997"/>
                  </a:lnTo>
                  <a:lnTo>
                    <a:pt x="134469" y="225788"/>
                  </a:lnTo>
                  <a:cubicBezTo>
                    <a:pt x="117034" y="219648"/>
                    <a:pt x="104427" y="203785"/>
                    <a:pt x="104427" y="184272"/>
                  </a:cubicBezTo>
                  <a:lnTo>
                    <a:pt x="134309" y="184272"/>
                  </a:lnTo>
                  <a:cubicBezTo>
                    <a:pt x="134309" y="192517"/>
                    <a:pt x="141006" y="198610"/>
                    <a:pt x="149250" y="198610"/>
                  </a:cubicBezTo>
                  <a:cubicBezTo>
                    <a:pt x="157491" y="198610"/>
                    <a:pt x="164191" y="191914"/>
                    <a:pt x="164191" y="183669"/>
                  </a:cubicBezTo>
                  <a:cubicBezTo>
                    <a:pt x="164191" y="175424"/>
                    <a:pt x="157491" y="168728"/>
                    <a:pt x="149250" y="168728"/>
                  </a:cubicBezTo>
                  <a:cubicBezTo>
                    <a:pt x="124532" y="168728"/>
                    <a:pt x="104427" y="148624"/>
                    <a:pt x="104427" y="123905"/>
                  </a:cubicBezTo>
                  <a:cubicBezTo>
                    <a:pt x="104427" y="104392"/>
                    <a:pt x="117034" y="87930"/>
                    <a:pt x="134469" y="81786"/>
                  </a:cubicBezTo>
                  <a:lnTo>
                    <a:pt x="134469" y="44823"/>
                  </a:lnTo>
                  <a:lnTo>
                    <a:pt x="164351" y="44823"/>
                  </a:lnTo>
                  <a:lnTo>
                    <a:pt x="164351" y="81888"/>
                  </a:lnTo>
                  <a:cubicBezTo>
                    <a:pt x="181623" y="88117"/>
                    <a:pt x="194073" y="104120"/>
                    <a:pt x="194073" y="123512"/>
                  </a:cubicBezTo>
                  <a:lnTo>
                    <a:pt x="164191" y="123512"/>
                  </a:lnTo>
                  <a:cubicBezTo>
                    <a:pt x="164191" y="115267"/>
                    <a:pt x="157491" y="108964"/>
                    <a:pt x="149250" y="108964"/>
                  </a:cubicBezTo>
                  <a:cubicBezTo>
                    <a:pt x="141006" y="108964"/>
                    <a:pt x="134309" y="115660"/>
                    <a:pt x="134309" y="123905"/>
                  </a:cubicBezTo>
                  <a:cubicBezTo>
                    <a:pt x="134309" y="132150"/>
                    <a:pt x="141006" y="138846"/>
                    <a:pt x="149250" y="1388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3"/>
            <p:cNvSpPr/>
            <p:nvPr/>
          </p:nvSpPr>
          <p:spPr>
            <a:xfrm>
              <a:off x="5683641" y="2717401"/>
              <a:ext cx="189633" cy="189633"/>
            </a:xfrm>
            <a:custGeom>
              <a:rect b="b" l="l" r="r" t="t"/>
              <a:pathLst>
                <a:path extrusionOk="0" h="299815" w="299815">
                  <a:moveTo>
                    <a:pt x="150406" y="299816"/>
                  </a:moveTo>
                  <a:cubicBezTo>
                    <a:pt x="165429" y="299816"/>
                    <a:pt x="179642" y="296929"/>
                    <a:pt x="193319" y="292809"/>
                  </a:cubicBezTo>
                  <a:cubicBezTo>
                    <a:pt x="211536" y="247608"/>
                    <a:pt x="247608" y="211536"/>
                    <a:pt x="292809" y="193319"/>
                  </a:cubicBezTo>
                  <a:cubicBezTo>
                    <a:pt x="296929" y="179642"/>
                    <a:pt x="299816" y="165429"/>
                    <a:pt x="299816" y="150406"/>
                  </a:cubicBezTo>
                  <a:cubicBezTo>
                    <a:pt x="299816" y="67888"/>
                    <a:pt x="232924" y="0"/>
                    <a:pt x="150406" y="0"/>
                  </a:cubicBezTo>
                  <a:cubicBezTo>
                    <a:pt x="67888" y="0"/>
                    <a:pt x="0" y="67888"/>
                    <a:pt x="0" y="150406"/>
                  </a:cubicBezTo>
                  <a:cubicBezTo>
                    <a:pt x="0" y="232924"/>
                    <a:pt x="67888" y="299816"/>
                    <a:pt x="150406" y="299816"/>
                  </a:cubicBezTo>
                  <a:close/>
                  <a:moveTo>
                    <a:pt x="135465" y="45819"/>
                  </a:moveTo>
                  <a:lnTo>
                    <a:pt x="165347" y="45819"/>
                  </a:lnTo>
                  <a:lnTo>
                    <a:pt x="165347" y="135465"/>
                  </a:lnTo>
                  <a:lnTo>
                    <a:pt x="225111" y="135465"/>
                  </a:lnTo>
                  <a:lnTo>
                    <a:pt x="225111" y="165347"/>
                  </a:lnTo>
                  <a:lnTo>
                    <a:pt x="135465" y="1653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33"/>
            <p:cNvSpPr/>
            <p:nvPr/>
          </p:nvSpPr>
          <p:spPr>
            <a:xfrm>
              <a:off x="5687041" y="2922102"/>
              <a:ext cx="110633" cy="98414"/>
            </a:xfrm>
            <a:custGeom>
              <a:rect b="b" l="l" r="r" t="t"/>
              <a:pathLst>
                <a:path extrusionOk="0" h="155596" w="174914">
                  <a:moveTo>
                    <a:pt x="115151" y="155596"/>
                  </a:moveTo>
                  <a:lnTo>
                    <a:pt x="174915" y="155596"/>
                  </a:lnTo>
                  <a:lnTo>
                    <a:pt x="174915" y="125714"/>
                  </a:lnTo>
                  <a:lnTo>
                    <a:pt x="115151" y="125714"/>
                  </a:lnTo>
                  <a:cubicBezTo>
                    <a:pt x="90436" y="125714"/>
                    <a:pt x="70328" y="105606"/>
                    <a:pt x="70328" y="80891"/>
                  </a:cubicBezTo>
                  <a:lnTo>
                    <a:pt x="70328" y="57196"/>
                  </a:lnTo>
                  <a:lnTo>
                    <a:pt x="89646" y="76514"/>
                  </a:lnTo>
                  <a:lnTo>
                    <a:pt x="110773" y="55387"/>
                  </a:lnTo>
                  <a:lnTo>
                    <a:pt x="55387" y="0"/>
                  </a:lnTo>
                  <a:lnTo>
                    <a:pt x="0" y="55387"/>
                  </a:lnTo>
                  <a:lnTo>
                    <a:pt x="21128" y="76514"/>
                  </a:lnTo>
                  <a:lnTo>
                    <a:pt x="40446" y="57196"/>
                  </a:lnTo>
                  <a:lnTo>
                    <a:pt x="40446" y="80891"/>
                  </a:lnTo>
                  <a:cubicBezTo>
                    <a:pt x="40446" y="122080"/>
                    <a:pt x="73962" y="155596"/>
                    <a:pt x="115151" y="1555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3"/>
            <p:cNvSpPr/>
            <p:nvPr/>
          </p:nvSpPr>
          <p:spPr>
            <a:xfrm>
              <a:off x="5892256" y="2736939"/>
              <a:ext cx="110633" cy="98414"/>
            </a:xfrm>
            <a:custGeom>
              <a:rect b="b" l="l" r="r" t="t"/>
              <a:pathLst>
                <a:path extrusionOk="0" h="155596" w="174914">
                  <a:moveTo>
                    <a:pt x="104587" y="74705"/>
                  </a:moveTo>
                  <a:lnTo>
                    <a:pt x="104587" y="98400"/>
                  </a:lnTo>
                  <a:lnTo>
                    <a:pt x="85269" y="79082"/>
                  </a:lnTo>
                  <a:lnTo>
                    <a:pt x="64141" y="100210"/>
                  </a:lnTo>
                  <a:lnTo>
                    <a:pt x="119528" y="155596"/>
                  </a:lnTo>
                  <a:lnTo>
                    <a:pt x="174915" y="100210"/>
                  </a:lnTo>
                  <a:lnTo>
                    <a:pt x="153787" y="79082"/>
                  </a:lnTo>
                  <a:lnTo>
                    <a:pt x="134469" y="98400"/>
                  </a:lnTo>
                  <a:lnTo>
                    <a:pt x="134469" y="74705"/>
                  </a:lnTo>
                  <a:cubicBezTo>
                    <a:pt x="134469" y="33516"/>
                    <a:pt x="100953" y="0"/>
                    <a:pt x="59764" y="0"/>
                  </a:cubicBezTo>
                  <a:lnTo>
                    <a:pt x="0" y="0"/>
                  </a:lnTo>
                  <a:lnTo>
                    <a:pt x="0" y="29882"/>
                  </a:lnTo>
                  <a:lnTo>
                    <a:pt x="59764" y="29882"/>
                  </a:lnTo>
                  <a:cubicBezTo>
                    <a:pt x="84479" y="29882"/>
                    <a:pt x="104587" y="49990"/>
                    <a:pt x="104587"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6" name="Google Shape;1256;p33"/>
          <p:cNvSpPr txBox="1"/>
          <p:nvPr/>
        </p:nvSpPr>
        <p:spPr>
          <a:xfrm flipH="1">
            <a:off x="914950" y="3076590"/>
            <a:ext cx="2219700" cy="421500"/>
          </a:xfrm>
          <a:prstGeom prst="rect">
            <a:avLst/>
          </a:prstGeom>
          <a:noFill/>
          <a:ln>
            <a:noFill/>
          </a:ln>
        </p:spPr>
        <p:txBody>
          <a:bodyPr anchorCtr="0" anchor="b" bIns="4570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4</a:t>
            </a:r>
            <a:endParaRPr sz="1200">
              <a:solidFill>
                <a:schemeClr val="dk1"/>
              </a:solidFill>
              <a:latin typeface="Catamaran"/>
              <a:ea typeface="Catamaran"/>
              <a:cs typeface="Catamaran"/>
              <a:sym typeface="Catamaran"/>
            </a:endParaRPr>
          </a:p>
        </p:txBody>
      </p:sp>
      <p:sp>
        <p:nvSpPr>
          <p:cNvPr id="1257" name="Google Shape;1257;p33"/>
          <p:cNvSpPr txBox="1"/>
          <p:nvPr/>
        </p:nvSpPr>
        <p:spPr>
          <a:xfrm flipH="1">
            <a:off x="914950" y="1555781"/>
            <a:ext cx="2219700" cy="421500"/>
          </a:xfrm>
          <a:prstGeom prst="rect">
            <a:avLst/>
          </a:prstGeom>
          <a:noFill/>
          <a:ln>
            <a:noFill/>
          </a:ln>
        </p:spPr>
        <p:txBody>
          <a:bodyPr anchorCtr="0" anchor="b" bIns="4570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1</a:t>
            </a:r>
            <a:endParaRPr sz="1200">
              <a:solidFill>
                <a:schemeClr val="dk1"/>
              </a:solidFill>
              <a:latin typeface="Catamaran"/>
              <a:ea typeface="Catamaran"/>
              <a:cs typeface="Catamaran"/>
              <a:sym typeface="Catamaran"/>
            </a:endParaRPr>
          </a:p>
        </p:txBody>
      </p:sp>
      <p:sp>
        <p:nvSpPr>
          <p:cNvPr id="1258" name="Google Shape;1258;p33"/>
          <p:cNvSpPr txBox="1"/>
          <p:nvPr/>
        </p:nvSpPr>
        <p:spPr>
          <a:xfrm flipH="1">
            <a:off x="6009350" y="1555781"/>
            <a:ext cx="2219700" cy="421500"/>
          </a:xfrm>
          <a:prstGeom prst="rect">
            <a:avLst/>
          </a:prstGeom>
          <a:noFill/>
          <a:ln>
            <a:noFill/>
          </a:ln>
        </p:spPr>
        <p:txBody>
          <a:bodyPr anchorCtr="0" anchor="b" bIns="45700" lIns="91425" spcFirstLastPara="1" rIns="91425" wrap="square" tIns="0">
            <a:noAutofit/>
          </a:bodyPr>
          <a:lstStyle/>
          <a:p>
            <a:pPr indent="0" lvl="0" marL="0" rtl="0" algn="r">
              <a:spcBef>
                <a:spcPts val="0"/>
              </a:spcBef>
              <a:spcAft>
                <a:spcPts val="0"/>
              </a:spcAft>
              <a:buNone/>
            </a:pPr>
            <a:r>
              <a:rPr b="1" lang="en" sz="2100">
                <a:solidFill>
                  <a:schemeClr val="dk1"/>
                </a:solidFill>
                <a:latin typeface="Inter"/>
                <a:ea typeface="Inter"/>
                <a:cs typeface="Inter"/>
                <a:sym typeface="Inter"/>
              </a:rPr>
              <a:t>Phase 2</a:t>
            </a:r>
            <a:endParaRPr sz="1200">
              <a:solidFill>
                <a:schemeClr val="dk1"/>
              </a:solidFill>
              <a:latin typeface="Catamaran"/>
              <a:ea typeface="Catamaran"/>
              <a:cs typeface="Catamaran"/>
              <a:sym typeface="Catamaran"/>
            </a:endParaRPr>
          </a:p>
        </p:txBody>
      </p:sp>
      <p:sp>
        <p:nvSpPr>
          <p:cNvPr id="1259" name="Google Shape;1259;p33"/>
          <p:cNvSpPr txBox="1"/>
          <p:nvPr/>
        </p:nvSpPr>
        <p:spPr>
          <a:xfrm flipH="1">
            <a:off x="6009350" y="3076590"/>
            <a:ext cx="2219700" cy="421500"/>
          </a:xfrm>
          <a:prstGeom prst="rect">
            <a:avLst/>
          </a:prstGeom>
          <a:noFill/>
          <a:ln>
            <a:noFill/>
          </a:ln>
        </p:spPr>
        <p:txBody>
          <a:bodyPr anchorCtr="0" anchor="b" bIns="45700" lIns="91425" spcFirstLastPara="1" rIns="91425" wrap="square" tIns="0">
            <a:noAutofit/>
          </a:bodyPr>
          <a:lstStyle/>
          <a:p>
            <a:pPr indent="0" lvl="0" marL="0" rtl="0" algn="r">
              <a:spcBef>
                <a:spcPts val="0"/>
              </a:spcBef>
              <a:spcAft>
                <a:spcPts val="0"/>
              </a:spcAft>
              <a:buNone/>
            </a:pPr>
            <a:r>
              <a:rPr b="1" lang="en" sz="2100">
                <a:solidFill>
                  <a:schemeClr val="dk1"/>
                </a:solidFill>
                <a:latin typeface="Inter"/>
                <a:ea typeface="Inter"/>
                <a:cs typeface="Inter"/>
                <a:sym typeface="Inter"/>
              </a:rPr>
              <a:t>Phase 3</a:t>
            </a:r>
            <a:endParaRPr sz="1200">
              <a:solidFill>
                <a:schemeClr val="dk1"/>
              </a:solidFill>
              <a:latin typeface="Catamaran"/>
              <a:ea typeface="Catamaran"/>
              <a:cs typeface="Catamaran"/>
              <a:sym typeface="Catamaran"/>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3" name="Shape 1263"/>
        <p:cNvGrpSpPr/>
        <p:nvPr/>
      </p:nvGrpSpPr>
      <p:grpSpPr>
        <a:xfrm>
          <a:off x="0" y="0"/>
          <a:ext cx="0" cy="0"/>
          <a:chOff x="0" y="0"/>
          <a:chExt cx="0" cy="0"/>
        </a:xfrm>
      </p:grpSpPr>
      <p:grpSp>
        <p:nvGrpSpPr>
          <p:cNvPr id="1264" name="Google Shape;1264;p34"/>
          <p:cNvGrpSpPr/>
          <p:nvPr/>
        </p:nvGrpSpPr>
        <p:grpSpPr>
          <a:xfrm>
            <a:off x="2797168" y="1171238"/>
            <a:ext cx="3550111" cy="2759775"/>
            <a:chOff x="2797168" y="1171238"/>
            <a:chExt cx="3550111" cy="2759775"/>
          </a:xfrm>
        </p:grpSpPr>
        <p:sp>
          <p:nvSpPr>
            <p:cNvPr id="1265" name="Google Shape;1265;p34"/>
            <p:cNvSpPr/>
            <p:nvPr/>
          </p:nvSpPr>
          <p:spPr>
            <a:xfrm>
              <a:off x="4571319" y="2030212"/>
              <a:ext cx="385794" cy="210007"/>
            </a:xfrm>
            <a:custGeom>
              <a:rect b="b" l="l" r="r" t="t"/>
              <a:pathLst>
                <a:path extrusionOk="0" h="390710" w="717756">
                  <a:moveTo>
                    <a:pt x="635786" y="390632"/>
                  </a:moveTo>
                  <a:cubicBezTo>
                    <a:pt x="471992" y="212929"/>
                    <a:pt x="241532" y="111719"/>
                    <a:pt x="-20" y="111407"/>
                  </a:cubicBezTo>
                  <a:lnTo>
                    <a:pt x="-20" y="-79"/>
                  </a:lnTo>
                  <a:cubicBezTo>
                    <a:pt x="272663" y="272"/>
                    <a:pt x="532826" y="114522"/>
                    <a:pt x="717736" y="315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34"/>
            <p:cNvSpPr/>
            <p:nvPr/>
          </p:nvSpPr>
          <p:spPr>
            <a:xfrm rot="-2700000">
              <a:off x="4766913" y="2032057"/>
              <a:ext cx="592310" cy="59912"/>
            </a:xfrm>
            <a:custGeom>
              <a:rect b="b" l="l" r="r" t="t"/>
              <a:pathLst>
                <a:path extrusionOk="0" h="111484" w="1102174">
                  <a:moveTo>
                    <a:pt x="-20" y="-79"/>
                  </a:moveTo>
                  <a:lnTo>
                    <a:pt x="1102154" y="-79"/>
                  </a:lnTo>
                  <a:lnTo>
                    <a:pt x="1102154" y="111406"/>
                  </a:lnTo>
                  <a:lnTo>
                    <a:pt x="-20" y="11140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34"/>
            <p:cNvSpPr/>
            <p:nvPr/>
          </p:nvSpPr>
          <p:spPr>
            <a:xfrm>
              <a:off x="4145215" y="2127700"/>
              <a:ext cx="853482" cy="854285"/>
            </a:xfrm>
            <a:custGeom>
              <a:rect b="b" l="l" r="r" t="t"/>
              <a:pathLst>
                <a:path extrusionOk="0" h="1589367" w="1587874">
                  <a:moveTo>
                    <a:pt x="793913" y="1589289"/>
                  </a:moveTo>
                  <a:cubicBezTo>
                    <a:pt x="355433" y="1589286"/>
                    <a:pt x="-23" y="1233492"/>
                    <a:pt x="-20" y="794600"/>
                  </a:cubicBezTo>
                  <a:cubicBezTo>
                    <a:pt x="-18" y="355709"/>
                    <a:pt x="355442" y="-81"/>
                    <a:pt x="793922" y="-79"/>
                  </a:cubicBezTo>
                  <a:cubicBezTo>
                    <a:pt x="1232398" y="-76"/>
                    <a:pt x="1587852" y="355712"/>
                    <a:pt x="1587855" y="794600"/>
                  </a:cubicBezTo>
                  <a:cubicBezTo>
                    <a:pt x="1587361" y="1233290"/>
                    <a:pt x="1232190" y="1588795"/>
                    <a:pt x="793913" y="1589289"/>
                  </a:cubicBezTo>
                  <a:close/>
                  <a:moveTo>
                    <a:pt x="793913" y="111406"/>
                  </a:moveTo>
                  <a:cubicBezTo>
                    <a:pt x="416947" y="111409"/>
                    <a:pt x="111358" y="417289"/>
                    <a:pt x="111360" y="794609"/>
                  </a:cubicBezTo>
                  <a:cubicBezTo>
                    <a:pt x="111363" y="1171930"/>
                    <a:pt x="416956" y="1477806"/>
                    <a:pt x="793922" y="1477803"/>
                  </a:cubicBezTo>
                  <a:cubicBezTo>
                    <a:pt x="1170888" y="1477801"/>
                    <a:pt x="1476477" y="1171920"/>
                    <a:pt x="1476475" y="794600"/>
                  </a:cubicBezTo>
                  <a:cubicBezTo>
                    <a:pt x="1476046" y="417456"/>
                    <a:pt x="1170702" y="111829"/>
                    <a:pt x="793913" y="11140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34"/>
            <p:cNvSpPr/>
            <p:nvPr/>
          </p:nvSpPr>
          <p:spPr>
            <a:xfrm rot="-4853319">
              <a:off x="5302977" y="1346288"/>
              <a:ext cx="474919" cy="475366"/>
            </a:xfrm>
            <a:custGeom>
              <a:rect b="b" l="l" r="r" t="t"/>
              <a:pathLst>
                <a:path extrusionOk="0" h="885600" w="884768">
                  <a:moveTo>
                    <a:pt x="884749" y="442722"/>
                  </a:moveTo>
                  <a:cubicBezTo>
                    <a:pt x="884749" y="687273"/>
                    <a:pt x="686686" y="885522"/>
                    <a:pt x="442364" y="885522"/>
                  </a:cubicBezTo>
                  <a:cubicBezTo>
                    <a:pt x="198042" y="885522"/>
                    <a:pt x="-21" y="687274"/>
                    <a:pt x="-21" y="442722"/>
                  </a:cubicBezTo>
                  <a:cubicBezTo>
                    <a:pt x="-21" y="198170"/>
                    <a:pt x="198042" y="-79"/>
                    <a:pt x="442364" y="-79"/>
                  </a:cubicBezTo>
                  <a:cubicBezTo>
                    <a:pt x="686686" y="-79"/>
                    <a:pt x="884749" y="198170"/>
                    <a:pt x="884749"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34"/>
            <p:cNvSpPr/>
            <p:nvPr/>
          </p:nvSpPr>
          <p:spPr>
            <a:xfrm>
              <a:off x="5052943" y="2235089"/>
              <a:ext cx="139478" cy="319591"/>
            </a:xfrm>
            <a:custGeom>
              <a:rect b="b" l="l" r="r" t="t"/>
              <a:pathLst>
                <a:path extrusionOk="0" h="594588" w="259494">
                  <a:moveTo>
                    <a:pt x="259474" y="594510"/>
                  </a:moveTo>
                  <a:lnTo>
                    <a:pt x="148094" y="594510"/>
                  </a:lnTo>
                  <a:cubicBezTo>
                    <a:pt x="148228" y="405300"/>
                    <a:pt x="97036" y="219603"/>
                    <a:pt x="-20" y="57236"/>
                  </a:cubicBezTo>
                  <a:lnTo>
                    <a:pt x="95511" y="-79"/>
                  </a:lnTo>
                  <a:cubicBezTo>
                    <a:pt x="202935" y="179605"/>
                    <a:pt x="259605" y="385111"/>
                    <a:pt x="259474" y="5945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34"/>
            <p:cNvSpPr/>
            <p:nvPr/>
          </p:nvSpPr>
          <p:spPr>
            <a:xfrm rot="-4853319">
              <a:off x="5699987" y="2312474"/>
              <a:ext cx="474919" cy="475366"/>
            </a:xfrm>
            <a:custGeom>
              <a:rect b="b" l="l" r="r" t="t"/>
              <a:pathLst>
                <a:path extrusionOk="0" h="885600" w="884768">
                  <a:moveTo>
                    <a:pt x="884748" y="442722"/>
                  </a:moveTo>
                  <a:cubicBezTo>
                    <a:pt x="884748" y="687274"/>
                    <a:pt x="686686" y="885522"/>
                    <a:pt x="442364" y="885522"/>
                  </a:cubicBezTo>
                  <a:cubicBezTo>
                    <a:pt x="198042" y="885522"/>
                    <a:pt x="-20" y="687273"/>
                    <a:pt x="-20" y="442721"/>
                  </a:cubicBezTo>
                  <a:cubicBezTo>
                    <a:pt x="-20" y="198170"/>
                    <a:pt x="198042" y="-79"/>
                    <a:pt x="442364" y="-79"/>
                  </a:cubicBezTo>
                  <a:cubicBezTo>
                    <a:pt x="686686" y="-79"/>
                    <a:pt x="884748" y="198169"/>
                    <a:pt x="884748"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4"/>
            <p:cNvSpPr/>
            <p:nvPr/>
          </p:nvSpPr>
          <p:spPr>
            <a:xfrm>
              <a:off x="4047819" y="2030212"/>
              <a:ext cx="1514388" cy="1049545"/>
            </a:xfrm>
            <a:custGeom>
              <a:rect b="b" l="l" r="r" t="t"/>
              <a:pathLst>
                <a:path extrusionOk="0" h="1952642" w="2817466">
                  <a:moveTo>
                    <a:pt x="975384" y="1952564"/>
                  </a:moveTo>
                  <a:cubicBezTo>
                    <a:pt x="436683" y="1952564"/>
                    <a:pt x="-20" y="1515450"/>
                    <a:pt x="-20" y="976243"/>
                  </a:cubicBezTo>
                  <a:cubicBezTo>
                    <a:pt x="-20" y="437035"/>
                    <a:pt x="436683" y="-79"/>
                    <a:pt x="975384" y="-79"/>
                  </a:cubicBezTo>
                  <a:lnTo>
                    <a:pt x="975384" y="111406"/>
                  </a:lnTo>
                  <a:cubicBezTo>
                    <a:pt x="498197" y="111404"/>
                    <a:pt x="111359" y="498603"/>
                    <a:pt x="111357" y="976239"/>
                  </a:cubicBezTo>
                  <a:cubicBezTo>
                    <a:pt x="111355" y="1453875"/>
                    <a:pt x="498190" y="1841077"/>
                    <a:pt x="975378" y="1841079"/>
                  </a:cubicBezTo>
                  <a:cubicBezTo>
                    <a:pt x="1452565" y="1841080"/>
                    <a:pt x="1839403" y="1453882"/>
                    <a:pt x="1839405" y="976246"/>
                  </a:cubicBezTo>
                  <a:lnTo>
                    <a:pt x="1839405" y="920503"/>
                  </a:lnTo>
                  <a:lnTo>
                    <a:pt x="2817446" y="920503"/>
                  </a:lnTo>
                  <a:lnTo>
                    <a:pt x="2817446" y="1031988"/>
                  </a:lnTo>
                  <a:lnTo>
                    <a:pt x="1949215" y="1031988"/>
                  </a:lnTo>
                  <a:cubicBezTo>
                    <a:pt x="1919097" y="1548425"/>
                    <a:pt x="1492215" y="1951963"/>
                    <a:pt x="975384" y="1952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34"/>
            <p:cNvSpPr/>
            <p:nvPr/>
          </p:nvSpPr>
          <p:spPr>
            <a:xfrm>
              <a:off x="3990395" y="3084722"/>
              <a:ext cx="581869" cy="286356"/>
            </a:xfrm>
            <a:custGeom>
              <a:rect b="b" l="l" r="r" t="t"/>
              <a:pathLst>
                <a:path extrusionOk="0" h="532755" w="1082547">
                  <a:moveTo>
                    <a:pt x="1082231" y="532677"/>
                  </a:moveTo>
                  <a:cubicBezTo>
                    <a:pt x="687336" y="531620"/>
                    <a:pt x="282758" y="361919"/>
                    <a:pt x="-20" y="78744"/>
                  </a:cubicBezTo>
                  <a:lnTo>
                    <a:pt x="78761" y="-79"/>
                  </a:lnTo>
                  <a:cubicBezTo>
                    <a:pt x="341183" y="262737"/>
                    <a:pt x="716424" y="420213"/>
                    <a:pt x="1082527" y="4211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34"/>
            <p:cNvSpPr/>
            <p:nvPr/>
          </p:nvSpPr>
          <p:spPr>
            <a:xfrm>
              <a:off x="3364721" y="3286371"/>
              <a:ext cx="475562" cy="476009"/>
            </a:xfrm>
            <a:custGeom>
              <a:rect b="b" l="l" r="r" t="t"/>
              <a:pathLst>
                <a:path extrusionOk="0" h="885599" w="884767">
                  <a:moveTo>
                    <a:pt x="884768" y="442800"/>
                  </a:moveTo>
                  <a:cubicBezTo>
                    <a:pt x="884768" y="687351"/>
                    <a:pt x="686706" y="885599"/>
                    <a:pt x="442384" y="885599"/>
                  </a:cubicBezTo>
                  <a:cubicBezTo>
                    <a:pt x="198062" y="885599"/>
                    <a:pt x="0" y="687351"/>
                    <a:pt x="0" y="442800"/>
                  </a:cubicBezTo>
                  <a:cubicBezTo>
                    <a:pt x="0" y="198248"/>
                    <a:pt x="198062" y="0"/>
                    <a:pt x="442384" y="0"/>
                  </a:cubicBezTo>
                  <a:cubicBezTo>
                    <a:pt x="686706"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4"/>
            <p:cNvSpPr/>
            <p:nvPr/>
          </p:nvSpPr>
          <p:spPr>
            <a:xfrm>
              <a:off x="3845684" y="1836184"/>
              <a:ext cx="1446092" cy="1446486"/>
            </a:xfrm>
            <a:custGeom>
              <a:rect b="b" l="l" r="r" t="t"/>
              <a:pathLst>
                <a:path extrusionOk="0" h="2691137" w="2690403">
                  <a:moveTo>
                    <a:pt x="78745" y="2691059"/>
                  </a:moveTo>
                  <a:lnTo>
                    <a:pt x="-20" y="2612237"/>
                  </a:lnTo>
                  <a:lnTo>
                    <a:pt x="367094" y="2244777"/>
                  </a:lnTo>
                  <a:cubicBezTo>
                    <a:pt x="-132660" y="1700037"/>
                    <a:pt x="-96607" y="852926"/>
                    <a:pt x="447622" y="352702"/>
                  </a:cubicBezTo>
                  <a:cubicBezTo>
                    <a:pt x="991850" y="-147522"/>
                    <a:pt x="1838166" y="-111434"/>
                    <a:pt x="2337920" y="433306"/>
                  </a:cubicBezTo>
                  <a:cubicBezTo>
                    <a:pt x="2641681" y="764410"/>
                    <a:pt x="2759202" y="1225979"/>
                    <a:pt x="2650817" y="1662219"/>
                  </a:cubicBezTo>
                  <a:lnTo>
                    <a:pt x="2542731" y="1635312"/>
                  </a:lnTo>
                  <a:cubicBezTo>
                    <a:pt x="2706937" y="977164"/>
                    <a:pt x="2307020" y="310390"/>
                    <a:pt x="1649490" y="146029"/>
                  </a:cubicBezTo>
                  <a:cubicBezTo>
                    <a:pt x="991961" y="-18331"/>
                    <a:pt x="325813" y="381962"/>
                    <a:pt x="161606" y="1040109"/>
                  </a:cubicBezTo>
                  <a:cubicBezTo>
                    <a:pt x="58701" y="1452559"/>
                    <a:pt x="176186" y="1888945"/>
                    <a:pt x="472205" y="2193794"/>
                  </a:cubicBezTo>
                  <a:lnTo>
                    <a:pt x="523527" y="224585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34"/>
            <p:cNvSpPr/>
            <p:nvPr/>
          </p:nvSpPr>
          <p:spPr>
            <a:xfrm>
              <a:off x="5032287" y="2713898"/>
              <a:ext cx="236453" cy="354264"/>
            </a:xfrm>
            <a:custGeom>
              <a:rect b="b" l="l" r="r" t="t"/>
              <a:pathLst>
                <a:path extrusionOk="0" h="659095" w="439912">
                  <a:moveTo>
                    <a:pt x="77952" y="659017"/>
                  </a:moveTo>
                  <a:lnTo>
                    <a:pt x="-20" y="579417"/>
                  </a:lnTo>
                  <a:cubicBezTo>
                    <a:pt x="162035" y="420711"/>
                    <a:pt x="276906" y="220101"/>
                    <a:pt x="331806" y="-79"/>
                  </a:cubicBezTo>
                  <a:lnTo>
                    <a:pt x="439892" y="26829"/>
                  </a:lnTo>
                  <a:cubicBezTo>
                    <a:pt x="380024" y="267026"/>
                    <a:pt x="254727" y="485877"/>
                    <a:pt x="77953" y="6590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34"/>
            <p:cNvSpPr/>
            <p:nvPr/>
          </p:nvSpPr>
          <p:spPr>
            <a:xfrm>
              <a:off x="5303063" y="3286636"/>
              <a:ext cx="475563" cy="476010"/>
            </a:xfrm>
            <a:custGeom>
              <a:rect b="b" l="l" r="r" t="t"/>
              <a:pathLst>
                <a:path extrusionOk="0" h="885600" w="884768">
                  <a:moveTo>
                    <a:pt x="884768" y="442800"/>
                  </a:moveTo>
                  <a:cubicBezTo>
                    <a:pt x="884768" y="687352"/>
                    <a:pt x="686707" y="885600"/>
                    <a:pt x="442384" y="885600"/>
                  </a:cubicBezTo>
                  <a:cubicBezTo>
                    <a:pt x="198062" y="885600"/>
                    <a:pt x="0" y="687352"/>
                    <a:pt x="0" y="442800"/>
                  </a:cubicBezTo>
                  <a:cubicBezTo>
                    <a:pt x="0" y="198248"/>
                    <a:pt x="198062" y="0"/>
                    <a:pt x="442384" y="0"/>
                  </a:cubicBezTo>
                  <a:cubicBezTo>
                    <a:pt x="686707"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4"/>
            <p:cNvSpPr/>
            <p:nvPr/>
          </p:nvSpPr>
          <p:spPr>
            <a:xfrm>
              <a:off x="3950420" y="1932726"/>
              <a:ext cx="1332417" cy="1333665"/>
            </a:xfrm>
            <a:custGeom>
              <a:rect b="b" l="l" r="r" t="t"/>
              <a:pathLst>
                <a:path extrusionOk="0" h="2481238" w="2478916">
                  <a:moveTo>
                    <a:pt x="2400148" y="2481160"/>
                  </a:moveTo>
                  <a:lnTo>
                    <a:pt x="1934582" y="2015158"/>
                  </a:lnTo>
                  <a:cubicBezTo>
                    <a:pt x="1461569" y="2445081"/>
                    <a:pt x="729923" y="2409790"/>
                    <a:pt x="300403" y="1936333"/>
                  </a:cubicBezTo>
                  <a:cubicBezTo>
                    <a:pt x="-129116" y="1462876"/>
                    <a:pt x="-93858" y="730542"/>
                    <a:pt x="379154" y="300619"/>
                  </a:cubicBezTo>
                  <a:cubicBezTo>
                    <a:pt x="592044" y="107122"/>
                    <a:pt x="869300" y="-77"/>
                    <a:pt x="1156863" y="-79"/>
                  </a:cubicBezTo>
                  <a:cubicBezTo>
                    <a:pt x="1563433" y="1194"/>
                    <a:pt x="1939857" y="214772"/>
                    <a:pt x="2149775" y="563287"/>
                  </a:cubicBezTo>
                  <a:lnTo>
                    <a:pt x="2054243" y="620615"/>
                  </a:lnTo>
                  <a:cubicBezTo>
                    <a:pt x="1757835" y="124579"/>
                    <a:pt x="1115810" y="-37026"/>
                    <a:pt x="620239" y="259661"/>
                  </a:cubicBezTo>
                  <a:cubicBezTo>
                    <a:pt x="124668" y="556348"/>
                    <a:pt x="-36785" y="1198977"/>
                    <a:pt x="259623" y="1695014"/>
                  </a:cubicBezTo>
                  <a:cubicBezTo>
                    <a:pt x="448397" y="2010924"/>
                    <a:pt x="789103" y="2204338"/>
                    <a:pt x="1156863" y="2204363"/>
                  </a:cubicBezTo>
                  <a:cubicBezTo>
                    <a:pt x="1430260" y="2204986"/>
                    <a:pt x="1692902" y="2097798"/>
                    <a:pt x="1887919" y="1906007"/>
                  </a:cubicBezTo>
                  <a:lnTo>
                    <a:pt x="1935686" y="1858616"/>
                  </a:lnTo>
                  <a:lnTo>
                    <a:pt x="2478897" y="24023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34"/>
            <p:cNvSpPr/>
            <p:nvPr/>
          </p:nvSpPr>
          <p:spPr>
            <a:xfrm rot="-4608320">
              <a:off x="3367086" y="1350782"/>
              <a:ext cx="474827" cy="475273"/>
            </a:xfrm>
            <a:custGeom>
              <a:rect b="b" l="l" r="r" t="t"/>
              <a:pathLst>
                <a:path extrusionOk="0" h="885600" w="884768">
                  <a:moveTo>
                    <a:pt x="884749" y="442722"/>
                  </a:moveTo>
                  <a:cubicBezTo>
                    <a:pt x="884749" y="687273"/>
                    <a:pt x="686686" y="885522"/>
                    <a:pt x="442364" y="885522"/>
                  </a:cubicBezTo>
                  <a:cubicBezTo>
                    <a:pt x="198042" y="885522"/>
                    <a:pt x="-21" y="687274"/>
                    <a:pt x="-21" y="442722"/>
                  </a:cubicBezTo>
                  <a:cubicBezTo>
                    <a:pt x="-21" y="198170"/>
                    <a:pt x="198042" y="-79"/>
                    <a:pt x="442364" y="-79"/>
                  </a:cubicBezTo>
                  <a:cubicBezTo>
                    <a:pt x="686686" y="-79"/>
                    <a:pt x="884749" y="198170"/>
                    <a:pt x="884749"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4"/>
            <p:cNvSpPr/>
            <p:nvPr/>
          </p:nvSpPr>
          <p:spPr>
            <a:xfrm>
              <a:off x="3738158" y="1640265"/>
              <a:ext cx="1748846" cy="1830601"/>
            </a:xfrm>
            <a:custGeom>
              <a:rect b="b" l="l" r="r" t="t"/>
              <a:pathLst>
                <a:path extrusionOk="0" h="3405770" w="3253667">
                  <a:moveTo>
                    <a:pt x="1552358" y="3405692"/>
                  </a:moveTo>
                  <a:cubicBezTo>
                    <a:pt x="882554" y="3404973"/>
                    <a:pt x="275233" y="3011731"/>
                    <a:pt x="-20" y="2400523"/>
                  </a:cubicBezTo>
                  <a:lnTo>
                    <a:pt x="101555" y="2354797"/>
                  </a:lnTo>
                  <a:cubicBezTo>
                    <a:pt x="461080" y="3156899"/>
                    <a:pt x="1402153" y="3515404"/>
                    <a:pt x="2203501" y="3155542"/>
                  </a:cubicBezTo>
                  <a:cubicBezTo>
                    <a:pt x="3004850" y="2795680"/>
                    <a:pt x="3363019" y="1853722"/>
                    <a:pt x="3003495" y="1051620"/>
                  </a:cubicBezTo>
                  <a:cubicBezTo>
                    <a:pt x="2643970" y="249519"/>
                    <a:pt x="1702897" y="-108987"/>
                    <a:pt x="901549" y="250875"/>
                  </a:cubicBezTo>
                  <a:cubicBezTo>
                    <a:pt x="730279" y="327788"/>
                    <a:pt x="573965" y="434444"/>
                    <a:pt x="439846" y="565907"/>
                  </a:cubicBezTo>
                  <a:lnTo>
                    <a:pt x="388988" y="617177"/>
                  </a:lnTo>
                  <a:lnTo>
                    <a:pt x="185821" y="413827"/>
                  </a:lnTo>
                  <a:lnTo>
                    <a:pt x="264586" y="334988"/>
                  </a:lnTo>
                  <a:lnTo>
                    <a:pt x="389392" y="459920"/>
                  </a:lnTo>
                  <a:cubicBezTo>
                    <a:pt x="1075177" y="-182972"/>
                    <a:pt x="2151793" y="-147678"/>
                    <a:pt x="2794081" y="538751"/>
                  </a:cubicBezTo>
                  <a:cubicBezTo>
                    <a:pt x="3436369" y="1225180"/>
                    <a:pt x="3401108" y="2302808"/>
                    <a:pt x="2715324" y="2945700"/>
                  </a:cubicBezTo>
                  <a:cubicBezTo>
                    <a:pt x="2400063" y="3241242"/>
                    <a:pt x="1984296" y="3405692"/>
                    <a:pt x="1552358" y="34056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4"/>
            <p:cNvSpPr/>
            <p:nvPr/>
          </p:nvSpPr>
          <p:spPr>
            <a:xfrm>
              <a:off x="3656632" y="2554998"/>
              <a:ext cx="134640" cy="375013"/>
            </a:xfrm>
            <a:custGeom>
              <a:rect b="b" l="l" r="r" t="t"/>
              <a:pathLst>
                <a:path extrusionOk="0" h="697698" w="250493">
                  <a:moveTo>
                    <a:pt x="148898" y="697620"/>
                  </a:moveTo>
                  <a:cubicBezTo>
                    <a:pt x="50219" y="478312"/>
                    <a:pt x="-551" y="240445"/>
                    <a:pt x="-16" y="-78"/>
                  </a:cubicBezTo>
                  <a:lnTo>
                    <a:pt x="111364" y="-79"/>
                  </a:lnTo>
                  <a:cubicBezTo>
                    <a:pt x="110850" y="224678"/>
                    <a:pt x="158276" y="446955"/>
                    <a:pt x="250474" y="6518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34"/>
            <p:cNvSpPr/>
            <p:nvPr/>
          </p:nvSpPr>
          <p:spPr>
            <a:xfrm>
              <a:off x="2963819" y="2316554"/>
              <a:ext cx="475562" cy="476009"/>
            </a:xfrm>
            <a:custGeom>
              <a:rect b="b" l="l" r="r" t="t"/>
              <a:pathLst>
                <a:path extrusionOk="0" h="885598" w="884766">
                  <a:moveTo>
                    <a:pt x="884767" y="442799"/>
                  </a:moveTo>
                  <a:cubicBezTo>
                    <a:pt x="884767" y="687351"/>
                    <a:pt x="686705" y="885598"/>
                    <a:pt x="442383" y="885598"/>
                  </a:cubicBezTo>
                  <a:cubicBezTo>
                    <a:pt x="198062" y="885598"/>
                    <a:pt x="0" y="687351"/>
                    <a:pt x="0" y="442799"/>
                  </a:cubicBezTo>
                  <a:cubicBezTo>
                    <a:pt x="0" y="198248"/>
                    <a:pt x="198062" y="0"/>
                    <a:pt x="442383" y="0"/>
                  </a:cubicBezTo>
                  <a:cubicBezTo>
                    <a:pt x="686705" y="0"/>
                    <a:pt x="884767" y="198248"/>
                    <a:pt x="884767" y="4427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34"/>
            <p:cNvSpPr/>
            <p:nvPr/>
          </p:nvSpPr>
          <p:spPr>
            <a:xfrm>
              <a:off x="3586578" y="1737968"/>
              <a:ext cx="1803117" cy="1635121"/>
            </a:xfrm>
            <a:custGeom>
              <a:rect b="b" l="l" r="r" t="t"/>
              <a:pathLst>
                <a:path extrusionOk="0" h="3042085" w="3354637">
                  <a:moveTo>
                    <a:pt x="1838818" y="3042003"/>
                  </a:moveTo>
                  <a:lnTo>
                    <a:pt x="1834638" y="3042003"/>
                  </a:lnTo>
                  <a:lnTo>
                    <a:pt x="1834934" y="2930518"/>
                  </a:lnTo>
                  <a:lnTo>
                    <a:pt x="1838810" y="2930518"/>
                  </a:lnTo>
                  <a:cubicBezTo>
                    <a:pt x="2615416" y="2929071"/>
                    <a:pt x="3243999" y="2298103"/>
                    <a:pt x="3243231" y="1520765"/>
                  </a:cubicBezTo>
                  <a:cubicBezTo>
                    <a:pt x="3243224" y="742169"/>
                    <a:pt x="2612634" y="110998"/>
                    <a:pt x="1834768" y="111005"/>
                  </a:cubicBezTo>
                  <a:cubicBezTo>
                    <a:pt x="1440860" y="111009"/>
                    <a:pt x="1064954" y="276123"/>
                    <a:pt x="798257" y="566286"/>
                  </a:cubicBezTo>
                  <a:cubicBezTo>
                    <a:pt x="787613" y="577864"/>
                    <a:pt x="777164" y="589614"/>
                    <a:pt x="766908" y="601536"/>
                  </a:cubicBezTo>
                  <a:cubicBezTo>
                    <a:pt x="547153" y="857284"/>
                    <a:pt x="426320" y="1183438"/>
                    <a:pt x="426350" y="1520765"/>
                  </a:cubicBezTo>
                  <a:lnTo>
                    <a:pt x="426350" y="1576508"/>
                  </a:lnTo>
                  <a:lnTo>
                    <a:pt x="-20" y="1576508"/>
                  </a:lnTo>
                  <a:lnTo>
                    <a:pt x="-20" y="1465023"/>
                  </a:lnTo>
                  <a:lnTo>
                    <a:pt x="315988" y="1465023"/>
                  </a:lnTo>
                  <a:cubicBezTo>
                    <a:pt x="328588" y="1120389"/>
                    <a:pt x="457820" y="790270"/>
                    <a:pt x="682487" y="528809"/>
                  </a:cubicBezTo>
                  <a:cubicBezTo>
                    <a:pt x="693551" y="515947"/>
                    <a:pt x="704825" y="503271"/>
                    <a:pt x="716307" y="490782"/>
                  </a:cubicBezTo>
                  <a:cubicBezTo>
                    <a:pt x="1284995" y="-127369"/>
                    <a:pt x="2246647" y="-167034"/>
                    <a:pt x="2864217" y="402187"/>
                  </a:cubicBezTo>
                  <a:cubicBezTo>
                    <a:pt x="3481788" y="971409"/>
                    <a:pt x="3521417" y="1933965"/>
                    <a:pt x="2952729" y="2552116"/>
                  </a:cubicBezTo>
                  <a:cubicBezTo>
                    <a:pt x="2937982" y="2568145"/>
                    <a:pt x="2922894" y="2583855"/>
                    <a:pt x="2907473" y="2599236"/>
                  </a:cubicBezTo>
                  <a:cubicBezTo>
                    <a:pt x="2624481" y="2883539"/>
                    <a:pt x="2239766" y="3042934"/>
                    <a:pt x="1838818" y="30420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4"/>
            <p:cNvSpPr/>
            <p:nvPr/>
          </p:nvSpPr>
          <p:spPr>
            <a:xfrm>
              <a:off x="4334488" y="2312898"/>
              <a:ext cx="475563" cy="476010"/>
            </a:xfrm>
            <a:custGeom>
              <a:rect b="b" l="l" r="r" t="t"/>
              <a:pathLst>
                <a:path extrusionOk="0" h="885600" w="884768">
                  <a:moveTo>
                    <a:pt x="884768" y="442800"/>
                  </a:moveTo>
                  <a:cubicBezTo>
                    <a:pt x="884768" y="687352"/>
                    <a:pt x="686707" y="885600"/>
                    <a:pt x="442384" y="885600"/>
                  </a:cubicBezTo>
                  <a:cubicBezTo>
                    <a:pt x="198062" y="885600"/>
                    <a:pt x="0" y="687352"/>
                    <a:pt x="0" y="442800"/>
                  </a:cubicBezTo>
                  <a:cubicBezTo>
                    <a:pt x="0" y="198248"/>
                    <a:pt x="198062" y="0"/>
                    <a:pt x="442384" y="0"/>
                  </a:cubicBezTo>
                  <a:cubicBezTo>
                    <a:pt x="686707"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4"/>
            <p:cNvSpPr/>
            <p:nvPr/>
          </p:nvSpPr>
          <p:spPr>
            <a:xfrm>
              <a:off x="3196843" y="1178593"/>
              <a:ext cx="817200" cy="817200"/>
            </a:xfrm>
            <a:prstGeom prst="donut">
              <a:avLst>
                <a:gd fmla="val 750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5" name="Google Shape;1285;p34"/>
            <p:cNvSpPr/>
            <p:nvPr/>
          </p:nvSpPr>
          <p:spPr>
            <a:xfrm>
              <a:off x="2797168" y="2141712"/>
              <a:ext cx="817200" cy="817200"/>
            </a:xfrm>
            <a:prstGeom prst="donut">
              <a:avLst>
                <a:gd fmla="val 750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6" name="Google Shape;1286;p34"/>
            <p:cNvSpPr/>
            <p:nvPr/>
          </p:nvSpPr>
          <p:spPr>
            <a:xfrm>
              <a:off x="3196843" y="3113813"/>
              <a:ext cx="817200" cy="817200"/>
            </a:xfrm>
            <a:prstGeom prst="donut">
              <a:avLst>
                <a:gd fmla="val 750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7" name="Google Shape;1287;p34"/>
            <p:cNvSpPr/>
            <p:nvPr/>
          </p:nvSpPr>
          <p:spPr>
            <a:xfrm>
              <a:off x="5133970" y="1171238"/>
              <a:ext cx="817200" cy="817200"/>
            </a:xfrm>
            <a:prstGeom prst="donut">
              <a:avLst>
                <a:gd fmla="val 7507" name="adj"/>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8" name="Google Shape;1288;p34"/>
            <p:cNvSpPr/>
            <p:nvPr/>
          </p:nvSpPr>
          <p:spPr>
            <a:xfrm>
              <a:off x="5530079" y="2145696"/>
              <a:ext cx="817200" cy="817200"/>
            </a:xfrm>
            <a:prstGeom prst="donut">
              <a:avLst>
                <a:gd fmla="val 750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9" name="Google Shape;1289;p34"/>
            <p:cNvSpPr/>
            <p:nvPr/>
          </p:nvSpPr>
          <p:spPr>
            <a:xfrm>
              <a:off x="5130651" y="3113047"/>
              <a:ext cx="817200" cy="817200"/>
            </a:xfrm>
            <a:prstGeom prst="donut">
              <a:avLst>
                <a:gd fmla="val 750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290" name="Google Shape;129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291" name="Google Shape;1291;p34"/>
          <p:cNvSpPr txBox="1"/>
          <p:nvPr/>
        </p:nvSpPr>
        <p:spPr>
          <a:xfrm>
            <a:off x="1312925" y="1348135"/>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1292" name="Google Shape;1292;p34"/>
          <p:cNvSpPr txBox="1"/>
          <p:nvPr/>
        </p:nvSpPr>
        <p:spPr>
          <a:xfrm>
            <a:off x="950850" y="2315097"/>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1293" name="Google Shape;1293;p34"/>
          <p:cNvSpPr txBox="1"/>
          <p:nvPr/>
        </p:nvSpPr>
        <p:spPr>
          <a:xfrm>
            <a:off x="1312925" y="3287016"/>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1294" name="Google Shape;1294;p34"/>
          <p:cNvSpPr txBox="1"/>
          <p:nvPr/>
        </p:nvSpPr>
        <p:spPr>
          <a:xfrm>
            <a:off x="6462775" y="3287016"/>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1295" name="Google Shape;1295;p34"/>
          <p:cNvSpPr txBox="1"/>
          <p:nvPr/>
        </p:nvSpPr>
        <p:spPr>
          <a:xfrm>
            <a:off x="6462775" y="1348135"/>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planet with life</a:t>
            </a:r>
            <a:endParaRPr sz="1200">
              <a:solidFill>
                <a:schemeClr val="dk1"/>
              </a:solidFill>
              <a:latin typeface="Catamaran"/>
              <a:ea typeface="Catamaran"/>
              <a:cs typeface="Catamaran"/>
              <a:sym typeface="Catamaran"/>
            </a:endParaRPr>
          </a:p>
        </p:txBody>
      </p:sp>
      <p:sp>
        <p:nvSpPr>
          <p:cNvPr id="1296" name="Google Shape;1296;p34"/>
          <p:cNvSpPr txBox="1"/>
          <p:nvPr/>
        </p:nvSpPr>
        <p:spPr>
          <a:xfrm>
            <a:off x="6824850" y="2315097"/>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grpSp>
        <p:nvGrpSpPr>
          <p:cNvPr id="1297" name="Google Shape;1297;p34"/>
          <p:cNvGrpSpPr/>
          <p:nvPr/>
        </p:nvGrpSpPr>
        <p:grpSpPr>
          <a:xfrm>
            <a:off x="3472917" y="1459630"/>
            <a:ext cx="258478" cy="258523"/>
            <a:chOff x="866015" y="1952948"/>
            <a:chExt cx="322573" cy="322629"/>
          </a:xfrm>
        </p:grpSpPr>
        <p:sp>
          <p:nvSpPr>
            <p:cNvPr id="1298" name="Google Shape;1298;p34"/>
            <p:cNvSpPr/>
            <p:nvPr/>
          </p:nvSpPr>
          <p:spPr>
            <a:xfrm>
              <a:off x="866015" y="1952948"/>
              <a:ext cx="303035" cy="161283"/>
            </a:xfrm>
            <a:custGeom>
              <a:rect b="b" l="l" r="r" t="t"/>
              <a:pathLst>
                <a:path extrusionOk="0" h="254993" w="479107">
                  <a:moveTo>
                    <a:pt x="479108" y="60760"/>
                  </a:move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ubicBezTo>
                    <a:pt x="326830" y="29882"/>
                    <a:pt x="393948" y="64721"/>
                    <a:pt x="436156" y="120524"/>
                  </a:cubicBezTo>
                  <a:lnTo>
                    <a:pt x="389462" y="120524"/>
                  </a:lnTo>
                  <a:lnTo>
                    <a:pt x="389462" y="150406"/>
                  </a:lnTo>
                  <a:lnTo>
                    <a:pt x="47910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34"/>
            <p:cNvSpPr/>
            <p:nvPr/>
          </p:nvSpPr>
          <p:spPr>
            <a:xfrm>
              <a:off x="885553" y="2114294"/>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34"/>
            <p:cNvSpPr/>
            <p:nvPr/>
          </p:nvSpPr>
          <p:spPr>
            <a:xfrm>
              <a:off x="923369" y="2010301"/>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239056" y="179292"/>
                  </a:moveTo>
                  <a:lnTo>
                    <a:pt x="149410" y="179292"/>
                  </a:lnTo>
                  <a:lnTo>
                    <a:pt x="149410" y="59764"/>
                  </a:lnTo>
                  <a:lnTo>
                    <a:pt x="179292" y="59764"/>
                  </a:lnTo>
                  <a:lnTo>
                    <a:pt x="179292" y="149410"/>
                  </a:lnTo>
                  <a:lnTo>
                    <a:pt x="239056"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1" name="Google Shape;1301;p34"/>
          <p:cNvGrpSpPr/>
          <p:nvPr/>
        </p:nvGrpSpPr>
        <p:grpSpPr>
          <a:xfrm>
            <a:off x="3082754" y="2430105"/>
            <a:ext cx="227172" cy="258508"/>
            <a:chOff x="866015" y="3430585"/>
            <a:chExt cx="283505" cy="322610"/>
          </a:xfrm>
        </p:grpSpPr>
        <p:sp>
          <p:nvSpPr>
            <p:cNvPr id="1302" name="Google Shape;1302;p34"/>
            <p:cNvSpPr/>
            <p:nvPr/>
          </p:nvSpPr>
          <p:spPr>
            <a:xfrm>
              <a:off x="1017277" y="3430585"/>
              <a:ext cx="94501" cy="95132"/>
            </a:xfrm>
            <a:custGeom>
              <a:rect b="b" l="l" r="r" t="t"/>
              <a:pathLst>
                <a:path extrusionOk="0" h="150406" w="149409">
                  <a:moveTo>
                    <a:pt x="29882" y="0"/>
                  </a:moveTo>
                  <a:cubicBezTo>
                    <a:pt x="19470" y="0"/>
                    <a:pt x="9560" y="2370"/>
                    <a:pt x="0" y="5778"/>
                  </a:cubicBezTo>
                  <a:lnTo>
                    <a:pt x="0" y="150406"/>
                  </a:lnTo>
                  <a:lnTo>
                    <a:pt x="149410" y="150406"/>
                  </a:lnTo>
                  <a:cubicBezTo>
                    <a:pt x="149410" y="123676"/>
                    <a:pt x="137418" y="99918"/>
                    <a:pt x="118804" y="83479"/>
                  </a:cubicBezTo>
                  <a:cubicBezTo>
                    <a:pt x="115085" y="37438"/>
                    <a:pt x="76861"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34"/>
            <p:cNvSpPr/>
            <p:nvPr/>
          </p:nvSpPr>
          <p:spPr>
            <a:xfrm>
              <a:off x="903830" y="3430585"/>
              <a:ext cx="94501" cy="95132"/>
            </a:xfrm>
            <a:custGeom>
              <a:rect b="b" l="l" r="r" t="t"/>
              <a:pathLst>
                <a:path extrusionOk="0" h="150406" w="149409">
                  <a:moveTo>
                    <a:pt x="30606" y="83479"/>
                  </a:moveTo>
                  <a:cubicBezTo>
                    <a:pt x="11992" y="99918"/>
                    <a:pt x="0" y="123676"/>
                    <a:pt x="0" y="150406"/>
                  </a:cubicBezTo>
                  <a:lnTo>
                    <a:pt x="149410" y="150406"/>
                  </a:lnTo>
                  <a:lnTo>
                    <a:pt x="149410" y="5778"/>
                  </a:lnTo>
                  <a:cubicBezTo>
                    <a:pt x="139850" y="2370"/>
                    <a:pt x="129940" y="0"/>
                    <a:pt x="119528" y="0"/>
                  </a:cubicBezTo>
                  <a:cubicBezTo>
                    <a:pt x="72549" y="0"/>
                    <a:pt x="34325" y="37438"/>
                    <a:pt x="30606" y="834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34"/>
            <p:cNvSpPr/>
            <p:nvPr/>
          </p:nvSpPr>
          <p:spPr>
            <a:xfrm>
              <a:off x="866015" y="3544662"/>
              <a:ext cx="283505" cy="208533"/>
            </a:xfrm>
            <a:custGeom>
              <a:rect b="b" l="l" r="r" t="t"/>
              <a:pathLst>
                <a:path extrusionOk="0" h="329697" w="448229">
                  <a:moveTo>
                    <a:pt x="194233" y="149410"/>
                  </a:moveTo>
                  <a:lnTo>
                    <a:pt x="194233" y="284875"/>
                  </a:lnTo>
                  <a:lnTo>
                    <a:pt x="253997" y="329698"/>
                  </a:lnTo>
                  <a:lnTo>
                    <a:pt x="253997" y="149410"/>
                  </a:lnTo>
                  <a:lnTo>
                    <a:pt x="448230"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5" name="Google Shape;1305;p34"/>
          <p:cNvGrpSpPr/>
          <p:nvPr/>
        </p:nvGrpSpPr>
        <p:grpSpPr>
          <a:xfrm>
            <a:off x="5846074" y="2427790"/>
            <a:ext cx="178529" cy="234387"/>
            <a:chOff x="4841780" y="1964351"/>
            <a:chExt cx="245704" cy="322581"/>
          </a:xfrm>
        </p:grpSpPr>
        <p:sp>
          <p:nvSpPr>
            <p:cNvPr id="1306" name="Google Shape;1306;p34"/>
            <p:cNvSpPr/>
            <p:nvPr/>
          </p:nvSpPr>
          <p:spPr>
            <a:xfrm>
              <a:off x="4907957" y="1964351"/>
              <a:ext cx="113402" cy="57331"/>
            </a:xfrm>
            <a:custGeom>
              <a:rect b="b" l="l" r="r" t="t"/>
              <a:pathLst>
                <a:path extrusionOk="0" h="90642" w="179291">
                  <a:moveTo>
                    <a:pt x="59764" y="0"/>
                  </a:moveTo>
                  <a:lnTo>
                    <a:pt x="59764" y="29882"/>
                  </a:lnTo>
                  <a:lnTo>
                    <a:pt x="0" y="29882"/>
                  </a:lnTo>
                  <a:lnTo>
                    <a:pt x="0" y="90642"/>
                  </a:lnTo>
                  <a:lnTo>
                    <a:pt x="179292" y="90642"/>
                  </a:lnTo>
                  <a:lnTo>
                    <a:pt x="179292" y="29882"/>
                  </a:lnTo>
                  <a:lnTo>
                    <a:pt x="119528" y="29882"/>
                  </a:lnTo>
                  <a:lnTo>
                    <a:pt x="11952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34"/>
            <p:cNvSpPr/>
            <p:nvPr/>
          </p:nvSpPr>
          <p:spPr>
            <a:xfrm>
              <a:off x="5011949" y="2220235"/>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34"/>
            <p:cNvSpPr/>
            <p:nvPr/>
          </p:nvSpPr>
          <p:spPr>
            <a:xfrm>
              <a:off x="4841780" y="2002797"/>
              <a:ext cx="245704" cy="284135"/>
            </a:xfrm>
            <a:custGeom>
              <a:rect b="b" l="l" r="r" t="t"/>
              <a:pathLst>
                <a:path extrusionOk="0" h="449225" w="388465">
                  <a:moveTo>
                    <a:pt x="0" y="0"/>
                  </a:moveTo>
                  <a:lnTo>
                    <a:pt x="0" y="449226"/>
                  </a:lnTo>
                  <a:lnTo>
                    <a:pt x="388466" y="449226"/>
                  </a:lnTo>
                  <a:lnTo>
                    <a:pt x="388466" y="0"/>
                  </a:lnTo>
                  <a:lnTo>
                    <a:pt x="313761" y="0"/>
                  </a:lnTo>
                  <a:lnTo>
                    <a:pt x="313761" y="59764"/>
                  </a:lnTo>
                  <a:lnTo>
                    <a:pt x="74705" y="59764"/>
                  </a:lnTo>
                  <a:lnTo>
                    <a:pt x="74705" y="0"/>
                  </a:lnTo>
                  <a:close/>
                  <a:moveTo>
                    <a:pt x="209174" y="313761"/>
                  </a:moveTo>
                  <a:lnTo>
                    <a:pt x="59764" y="313761"/>
                  </a:lnTo>
                  <a:lnTo>
                    <a:pt x="59764" y="283879"/>
                  </a:lnTo>
                  <a:lnTo>
                    <a:pt x="209174" y="283879"/>
                  </a:lnTo>
                  <a:close/>
                  <a:moveTo>
                    <a:pt x="283879" y="403407"/>
                  </a:moveTo>
                  <a:cubicBezTo>
                    <a:pt x="259164" y="403407"/>
                    <a:pt x="239056" y="383299"/>
                    <a:pt x="239056" y="358584"/>
                  </a:cubicBezTo>
                  <a:cubicBezTo>
                    <a:pt x="239056" y="333869"/>
                    <a:pt x="259164" y="313761"/>
                    <a:pt x="283879" y="313761"/>
                  </a:cubicBezTo>
                  <a:cubicBezTo>
                    <a:pt x="308594" y="313761"/>
                    <a:pt x="328702" y="333869"/>
                    <a:pt x="328702" y="358584"/>
                  </a:cubicBezTo>
                  <a:cubicBezTo>
                    <a:pt x="328702" y="383299"/>
                    <a:pt x="308594" y="403407"/>
                    <a:pt x="283879" y="403407"/>
                  </a:cubicBezTo>
                  <a:close/>
                  <a:moveTo>
                    <a:pt x="328702" y="253997"/>
                  </a:moveTo>
                  <a:lnTo>
                    <a:pt x="59764" y="253997"/>
                  </a:lnTo>
                  <a:lnTo>
                    <a:pt x="59764" y="224115"/>
                  </a:lnTo>
                  <a:lnTo>
                    <a:pt x="328702" y="224115"/>
                  </a:lnTo>
                  <a:close/>
                  <a:moveTo>
                    <a:pt x="328702" y="194233"/>
                  </a:moveTo>
                  <a:lnTo>
                    <a:pt x="59764" y="194233"/>
                  </a:lnTo>
                  <a:lnTo>
                    <a:pt x="59764" y="164351"/>
                  </a:lnTo>
                  <a:lnTo>
                    <a:pt x="328702" y="164351"/>
                  </a:lnTo>
                  <a:close/>
                  <a:moveTo>
                    <a:pt x="328702" y="104587"/>
                  </a:moveTo>
                  <a:lnTo>
                    <a:pt x="328702" y="134469"/>
                  </a:lnTo>
                  <a:lnTo>
                    <a:pt x="59764" y="134469"/>
                  </a:lnTo>
                  <a:lnTo>
                    <a:pt x="59764"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9" name="Google Shape;1309;p34"/>
          <p:cNvGrpSpPr/>
          <p:nvPr/>
        </p:nvGrpSpPr>
        <p:grpSpPr>
          <a:xfrm>
            <a:off x="3503758" y="3404783"/>
            <a:ext cx="210697" cy="234377"/>
            <a:chOff x="4909530" y="4154656"/>
            <a:chExt cx="289977" cy="322567"/>
          </a:xfrm>
        </p:grpSpPr>
        <p:sp>
          <p:nvSpPr>
            <p:cNvPr id="1310" name="Google Shape;1310;p34"/>
            <p:cNvSpPr/>
            <p:nvPr/>
          </p:nvSpPr>
          <p:spPr>
            <a:xfrm>
              <a:off x="5004063" y="4287004"/>
              <a:ext cx="56703" cy="18902"/>
            </a:xfrm>
            <a:custGeom>
              <a:rect b="b" l="l" r="r" t="t"/>
              <a:pathLst>
                <a:path extrusionOk="0" h="29885" w="89649">
                  <a:moveTo>
                    <a:pt x="0" y="0"/>
                  </a:moveTo>
                  <a:lnTo>
                    <a:pt x="89650" y="0"/>
                  </a:lnTo>
                  <a:lnTo>
                    <a:pt x="89650"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34"/>
            <p:cNvSpPr/>
            <p:nvPr/>
          </p:nvSpPr>
          <p:spPr>
            <a:xfrm>
              <a:off x="5004063" y="4324822"/>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34"/>
            <p:cNvSpPr/>
            <p:nvPr/>
          </p:nvSpPr>
          <p:spPr>
            <a:xfrm>
              <a:off x="5022970" y="4211371"/>
              <a:ext cx="18902" cy="18902"/>
            </a:xfrm>
            <a:custGeom>
              <a:rect b="b" l="l" r="r" t="t"/>
              <a:pathLst>
                <a:path extrusionOk="0" h="29885" w="29885">
                  <a:moveTo>
                    <a:pt x="0" y="0"/>
                  </a:moveTo>
                  <a:lnTo>
                    <a:pt x="29886" y="0"/>
                  </a:lnTo>
                  <a:lnTo>
                    <a:pt x="29886"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34"/>
            <p:cNvSpPr/>
            <p:nvPr/>
          </p:nvSpPr>
          <p:spPr>
            <a:xfrm>
              <a:off x="4909530" y="4154656"/>
              <a:ext cx="289977" cy="322567"/>
            </a:xfrm>
            <a:custGeom>
              <a:rect b="b" l="l" r="r" t="t"/>
              <a:pathLst>
                <a:path extrusionOk="0" h="509987" w="458461">
                  <a:moveTo>
                    <a:pt x="373523" y="358581"/>
                  </a:moveTo>
                  <a:lnTo>
                    <a:pt x="388464" y="358581"/>
                  </a:lnTo>
                  <a:lnTo>
                    <a:pt x="388464" y="328695"/>
                  </a:lnTo>
                  <a:lnTo>
                    <a:pt x="458461" y="328695"/>
                  </a:lnTo>
                  <a:lnTo>
                    <a:pt x="388437" y="190635"/>
                  </a:lnTo>
                  <a:cubicBezTo>
                    <a:pt x="386231" y="70072"/>
                    <a:pt x="275329" y="-21290"/>
                    <a:pt x="152599" y="4332"/>
                  </a:cubicBezTo>
                  <a:cubicBezTo>
                    <a:pt x="78851" y="19712"/>
                    <a:pt x="19204" y="79651"/>
                    <a:pt x="4146" y="153500"/>
                  </a:cubicBezTo>
                  <a:cubicBezTo>
                    <a:pt x="-9569" y="220766"/>
                    <a:pt x="11193" y="287872"/>
                    <a:pt x="59751" y="334388"/>
                  </a:cubicBezTo>
                  <a:lnTo>
                    <a:pt x="59751" y="509987"/>
                  </a:lnTo>
                  <a:lnTo>
                    <a:pt x="268933" y="509987"/>
                  </a:lnTo>
                  <a:lnTo>
                    <a:pt x="268933" y="449227"/>
                  </a:lnTo>
                  <a:lnTo>
                    <a:pt x="388464" y="449227"/>
                  </a:lnTo>
                  <a:lnTo>
                    <a:pt x="388464" y="388463"/>
                  </a:lnTo>
                  <a:lnTo>
                    <a:pt x="373523" y="388463"/>
                  </a:lnTo>
                  <a:cubicBezTo>
                    <a:pt x="332331" y="388463"/>
                    <a:pt x="298818" y="354947"/>
                    <a:pt x="298818" y="313758"/>
                  </a:cubicBezTo>
                  <a:lnTo>
                    <a:pt x="328700" y="313758"/>
                  </a:lnTo>
                  <a:cubicBezTo>
                    <a:pt x="328700" y="338473"/>
                    <a:pt x="348809" y="358581"/>
                    <a:pt x="373523" y="358581"/>
                  </a:cubicBezTo>
                  <a:close/>
                  <a:moveTo>
                    <a:pt x="268933" y="328695"/>
                  </a:moveTo>
                  <a:lnTo>
                    <a:pt x="119519" y="328695"/>
                  </a:lnTo>
                  <a:lnTo>
                    <a:pt x="119519" y="119517"/>
                  </a:lnTo>
                  <a:lnTo>
                    <a:pt x="149401" y="119517"/>
                  </a:lnTo>
                  <a:lnTo>
                    <a:pt x="149401" y="59750"/>
                  </a:lnTo>
                  <a:lnTo>
                    <a:pt x="239051" y="59750"/>
                  </a:lnTo>
                  <a:lnTo>
                    <a:pt x="239051" y="119517"/>
                  </a:lnTo>
                  <a:lnTo>
                    <a:pt x="268933" y="119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34"/>
            <p:cNvSpPr/>
            <p:nvPr/>
          </p:nvSpPr>
          <p:spPr>
            <a:xfrm>
              <a:off x="5004063" y="4249189"/>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5" name="Google Shape;1315;p34"/>
          <p:cNvGrpSpPr/>
          <p:nvPr/>
        </p:nvGrpSpPr>
        <p:grpSpPr>
          <a:xfrm>
            <a:off x="5412041" y="1482537"/>
            <a:ext cx="252598" cy="210037"/>
            <a:chOff x="6422646" y="1944311"/>
            <a:chExt cx="322603" cy="268281"/>
          </a:xfrm>
        </p:grpSpPr>
        <p:sp>
          <p:nvSpPr>
            <p:cNvPr id="1316" name="Google Shape;1316;p34"/>
            <p:cNvSpPr/>
            <p:nvPr/>
          </p:nvSpPr>
          <p:spPr>
            <a:xfrm>
              <a:off x="6422646" y="1944311"/>
              <a:ext cx="208533" cy="202366"/>
            </a:xfrm>
            <a:custGeom>
              <a:rect b="b" l="l" r="r" t="t"/>
              <a:pathLst>
                <a:path extrusionOk="0" h="319947" w="329697">
                  <a:moveTo>
                    <a:pt x="60760" y="319947"/>
                  </a:moveTo>
                  <a:lnTo>
                    <a:pt x="120524" y="260183"/>
                  </a:lnTo>
                  <a:lnTo>
                    <a:pt x="120524" y="29882"/>
                  </a:lnTo>
                  <a:lnTo>
                    <a:pt x="329698" y="29882"/>
                  </a:lnTo>
                  <a:lnTo>
                    <a:pt x="329698" y="0"/>
                  </a:lnTo>
                  <a:lnTo>
                    <a:pt x="0" y="0"/>
                  </a:lnTo>
                  <a:lnTo>
                    <a:pt x="0" y="239056"/>
                  </a:lnTo>
                  <a:lnTo>
                    <a:pt x="60760"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34"/>
            <p:cNvSpPr/>
            <p:nvPr/>
          </p:nvSpPr>
          <p:spPr>
            <a:xfrm>
              <a:off x="6517815" y="1982125"/>
              <a:ext cx="227434" cy="230466"/>
            </a:xfrm>
            <a:custGeom>
              <a:rect b="b" l="l" r="r" t="t"/>
              <a:pathLst>
                <a:path extrusionOk="0" h="364373" w="359579">
                  <a:moveTo>
                    <a:pt x="0" y="268938"/>
                  </a:moveTo>
                  <a:lnTo>
                    <a:pt x="188615" y="268938"/>
                  </a:lnTo>
                  <a:lnTo>
                    <a:pt x="298820" y="364374"/>
                  </a:lnTo>
                  <a:lnTo>
                    <a:pt x="298820" y="268938"/>
                  </a:lnTo>
                  <a:lnTo>
                    <a:pt x="359580" y="268938"/>
                  </a:lnTo>
                  <a:lnTo>
                    <a:pt x="359580" y="0"/>
                  </a:lnTo>
                  <a:lnTo>
                    <a:pt x="0" y="0"/>
                  </a:lnTo>
                  <a:close/>
                  <a:moveTo>
                    <a:pt x="239056" y="209174"/>
                  </a:moveTo>
                  <a:lnTo>
                    <a:pt x="209174" y="209174"/>
                  </a:lnTo>
                  <a:lnTo>
                    <a:pt x="209174" y="179292"/>
                  </a:lnTo>
                  <a:lnTo>
                    <a:pt x="239056" y="179292"/>
                  </a:lnTo>
                  <a:close/>
                  <a:moveTo>
                    <a:pt x="59764" y="59764"/>
                  </a:moveTo>
                  <a:lnTo>
                    <a:pt x="298820" y="59764"/>
                  </a:lnTo>
                  <a:lnTo>
                    <a:pt x="298820" y="89646"/>
                  </a:lnTo>
                  <a:lnTo>
                    <a:pt x="59764" y="89646"/>
                  </a:lnTo>
                  <a:close/>
                  <a:moveTo>
                    <a:pt x="59764" y="119528"/>
                  </a:moveTo>
                  <a:lnTo>
                    <a:pt x="298820" y="119528"/>
                  </a:lnTo>
                  <a:lnTo>
                    <a:pt x="298820" y="149410"/>
                  </a:lnTo>
                  <a:lnTo>
                    <a:pt x="59764" y="149410"/>
                  </a:lnTo>
                  <a:close/>
                  <a:moveTo>
                    <a:pt x="59764" y="179292"/>
                  </a:moveTo>
                  <a:lnTo>
                    <a:pt x="179292" y="179292"/>
                  </a:lnTo>
                  <a:lnTo>
                    <a:pt x="179292" y="209174"/>
                  </a:lnTo>
                  <a:lnTo>
                    <a:pt x="59764"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8" name="Google Shape;1318;p34"/>
          <p:cNvGrpSpPr/>
          <p:nvPr/>
        </p:nvGrpSpPr>
        <p:grpSpPr>
          <a:xfrm>
            <a:off x="5409096" y="3382352"/>
            <a:ext cx="258525" cy="258532"/>
            <a:chOff x="7955364" y="2692020"/>
            <a:chExt cx="322632" cy="322641"/>
          </a:xfrm>
        </p:grpSpPr>
        <p:sp>
          <p:nvSpPr>
            <p:cNvPr id="1319" name="Google Shape;1319;p34"/>
            <p:cNvSpPr/>
            <p:nvPr/>
          </p:nvSpPr>
          <p:spPr>
            <a:xfrm>
              <a:off x="8126163" y="2692044"/>
              <a:ext cx="55138" cy="120374"/>
            </a:xfrm>
            <a:custGeom>
              <a:rect b="b" l="l" r="r" t="t"/>
              <a:pathLst>
                <a:path extrusionOk="0" h="190314" w="87175">
                  <a:moveTo>
                    <a:pt x="0" y="190315"/>
                  </a:moveTo>
                  <a:lnTo>
                    <a:pt x="87175" y="146725"/>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34"/>
            <p:cNvSpPr/>
            <p:nvPr/>
          </p:nvSpPr>
          <p:spPr>
            <a:xfrm>
              <a:off x="8052089" y="2692020"/>
              <a:ext cx="55145" cy="120398"/>
            </a:xfrm>
            <a:custGeom>
              <a:rect b="b" l="l" r="r" t="t"/>
              <a:pathLst>
                <a:path extrusionOk="0" h="190353" w="87186">
                  <a:moveTo>
                    <a:pt x="87187" y="0"/>
                  </a:moveTo>
                  <a:lnTo>
                    <a:pt x="0" y="146764"/>
                  </a:lnTo>
                  <a:lnTo>
                    <a:pt x="87187" y="1903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34"/>
            <p:cNvSpPr/>
            <p:nvPr/>
          </p:nvSpPr>
          <p:spPr>
            <a:xfrm>
              <a:off x="8126163" y="2800655"/>
              <a:ext cx="83937" cy="68506"/>
            </a:xfrm>
            <a:custGeom>
              <a:rect b="b" l="l" r="r" t="t"/>
              <a:pathLst>
                <a:path extrusionOk="0" h="108310" w="132706">
                  <a:moveTo>
                    <a:pt x="0" y="108311"/>
                  </a:moveTo>
                  <a:lnTo>
                    <a:pt x="132706" y="41963"/>
                  </a:lnTo>
                  <a:lnTo>
                    <a:pt x="104143" y="0"/>
                  </a:lnTo>
                  <a:lnTo>
                    <a:pt x="0" y="520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34"/>
            <p:cNvSpPr/>
            <p:nvPr/>
          </p:nvSpPr>
          <p:spPr>
            <a:xfrm>
              <a:off x="8023286" y="2800658"/>
              <a:ext cx="83937" cy="68504"/>
            </a:xfrm>
            <a:custGeom>
              <a:rect b="b" l="l" r="r" t="t"/>
              <a:pathLst>
                <a:path extrusionOk="0" h="108306" w="132706">
                  <a:moveTo>
                    <a:pt x="0" y="41955"/>
                  </a:moveTo>
                  <a:lnTo>
                    <a:pt x="132706" y="108307"/>
                  </a:lnTo>
                  <a:lnTo>
                    <a:pt x="132706" y="52076"/>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34"/>
            <p:cNvSpPr/>
            <p:nvPr/>
          </p:nvSpPr>
          <p:spPr>
            <a:xfrm>
              <a:off x="7955364" y="2885304"/>
              <a:ext cx="151833" cy="129356"/>
            </a:xfrm>
            <a:custGeom>
              <a:rect b="b" l="l" r="r" t="t"/>
              <a:pathLst>
                <a:path extrusionOk="0" h="204516" w="240052">
                  <a:moveTo>
                    <a:pt x="240052" y="97591"/>
                  </a:moveTo>
                  <a:lnTo>
                    <a:pt x="44858" y="0"/>
                  </a:lnTo>
                  <a:lnTo>
                    <a:pt x="0" y="74771"/>
                  </a:lnTo>
                  <a:lnTo>
                    <a:pt x="240052" y="204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34"/>
            <p:cNvSpPr/>
            <p:nvPr/>
          </p:nvSpPr>
          <p:spPr>
            <a:xfrm>
              <a:off x="8126163" y="2885304"/>
              <a:ext cx="151833" cy="129356"/>
            </a:xfrm>
            <a:custGeom>
              <a:rect b="b" l="l" r="r" t="t"/>
              <a:pathLst>
                <a:path extrusionOk="0" h="204516" w="240052">
                  <a:moveTo>
                    <a:pt x="0" y="97591"/>
                  </a:moveTo>
                  <a:lnTo>
                    <a:pt x="0" y="204517"/>
                  </a:lnTo>
                  <a:lnTo>
                    <a:pt x="240052" y="74771"/>
                  </a:lnTo>
                  <a:lnTo>
                    <a:pt x="19519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34"/>
            <p:cNvSpPr/>
            <p:nvPr/>
          </p:nvSpPr>
          <p:spPr>
            <a:xfrm>
              <a:off x="8126163" y="2842981"/>
              <a:ext cx="112730" cy="82898"/>
            </a:xfrm>
            <a:custGeom>
              <a:rect b="b" l="l" r="r" t="t"/>
              <a:pathLst>
                <a:path extrusionOk="0" h="131064" w="178229">
                  <a:moveTo>
                    <a:pt x="0" y="131064"/>
                  </a:moveTo>
                  <a:lnTo>
                    <a:pt x="178230" y="41955"/>
                  </a:lnTo>
                  <a:lnTo>
                    <a:pt x="149675" y="0"/>
                  </a:lnTo>
                  <a:lnTo>
                    <a:pt x="0" y="748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34"/>
            <p:cNvSpPr/>
            <p:nvPr/>
          </p:nvSpPr>
          <p:spPr>
            <a:xfrm>
              <a:off x="7994484" y="2842979"/>
              <a:ext cx="112727" cy="82901"/>
            </a:xfrm>
            <a:custGeom>
              <a:rect b="b" l="l" r="r" t="t"/>
              <a:pathLst>
                <a:path extrusionOk="0" h="131068" w="178225">
                  <a:moveTo>
                    <a:pt x="0" y="41963"/>
                  </a:moveTo>
                  <a:lnTo>
                    <a:pt x="178226" y="131068"/>
                  </a:lnTo>
                  <a:lnTo>
                    <a:pt x="178226" y="74837"/>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7" name="Google Shape;1327;p34"/>
          <p:cNvGrpSpPr/>
          <p:nvPr/>
        </p:nvGrpSpPr>
        <p:grpSpPr>
          <a:xfrm>
            <a:off x="4442667" y="2459678"/>
            <a:ext cx="258531" cy="181738"/>
            <a:chOff x="3248224" y="3430585"/>
            <a:chExt cx="322640" cy="226804"/>
          </a:xfrm>
        </p:grpSpPr>
        <p:sp>
          <p:nvSpPr>
            <p:cNvPr id="1328" name="Google Shape;1328;p34"/>
            <p:cNvSpPr/>
            <p:nvPr/>
          </p:nvSpPr>
          <p:spPr>
            <a:xfrm>
              <a:off x="3248224" y="3468400"/>
              <a:ext cx="208533" cy="151202"/>
            </a:xfrm>
            <a:custGeom>
              <a:rect b="b" l="l" r="r" t="t"/>
              <a:pathLst>
                <a:path extrusionOk="0" h="239055" w="329697">
                  <a:moveTo>
                    <a:pt x="59764" y="179292"/>
                  </a:moveTo>
                  <a:lnTo>
                    <a:pt x="59764" y="239056"/>
                  </a:lnTo>
                  <a:lnTo>
                    <a:pt x="159145" y="239056"/>
                  </a:lnTo>
                  <a:cubicBezTo>
                    <a:pt x="153091" y="220722"/>
                    <a:pt x="150406" y="217384"/>
                    <a:pt x="150406" y="209174"/>
                  </a:cubicBezTo>
                  <a:cubicBezTo>
                    <a:pt x="150406" y="192700"/>
                    <a:pt x="163814" y="179292"/>
                    <a:pt x="180288" y="179292"/>
                  </a:cubicBezTo>
                  <a:cubicBezTo>
                    <a:pt x="196762" y="179292"/>
                    <a:pt x="210170" y="192700"/>
                    <a:pt x="210170" y="209174"/>
                  </a:cubicBezTo>
                  <a:cubicBezTo>
                    <a:pt x="210170" y="217228"/>
                    <a:pt x="207295" y="221302"/>
                    <a:pt x="201431" y="239056"/>
                  </a:cubicBezTo>
                  <a:lnTo>
                    <a:pt x="269934" y="239056"/>
                  </a:lnTo>
                  <a:lnTo>
                    <a:pt x="269934" y="140671"/>
                  </a:lnTo>
                  <a:lnTo>
                    <a:pt x="289851" y="147702"/>
                  </a:lnTo>
                  <a:cubicBezTo>
                    <a:pt x="308395" y="154285"/>
                    <a:pt x="329682" y="139418"/>
                    <a:pt x="329698" y="119528"/>
                  </a:cubicBezTo>
                  <a:cubicBezTo>
                    <a:pt x="329698" y="99642"/>
                    <a:pt x="308411" y="84685"/>
                    <a:pt x="289851" y="91354"/>
                  </a:cubicBezTo>
                  <a:lnTo>
                    <a:pt x="269934" y="98385"/>
                  </a:lnTo>
                  <a:lnTo>
                    <a:pt x="269934" y="0"/>
                  </a:lnTo>
                  <a:lnTo>
                    <a:pt x="201431" y="0"/>
                  </a:lnTo>
                  <a:lnTo>
                    <a:pt x="208462" y="19917"/>
                  </a:lnTo>
                  <a:cubicBezTo>
                    <a:pt x="215325" y="39181"/>
                    <a:pt x="200968" y="59764"/>
                    <a:pt x="180288" y="59764"/>
                  </a:cubicBezTo>
                  <a:cubicBezTo>
                    <a:pt x="159589" y="59764"/>
                    <a:pt x="145258" y="39166"/>
                    <a:pt x="152114" y="19917"/>
                  </a:cubicBezTo>
                  <a:lnTo>
                    <a:pt x="159145" y="0"/>
                  </a:lnTo>
                  <a:lnTo>
                    <a:pt x="59764" y="0"/>
                  </a:lnTo>
                  <a:lnTo>
                    <a:pt x="59764" y="59764"/>
                  </a:lnTo>
                  <a:cubicBezTo>
                    <a:pt x="26804" y="59764"/>
                    <a:pt x="0" y="86568"/>
                    <a:pt x="0" y="119528"/>
                  </a:cubicBezTo>
                  <a:cubicBezTo>
                    <a:pt x="0" y="152488"/>
                    <a:pt x="26804" y="179292"/>
                    <a:pt x="59764" y="1792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34"/>
            <p:cNvSpPr/>
            <p:nvPr/>
          </p:nvSpPr>
          <p:spPr>
            <a:xfrm>
              <a:off x="3437931" y="3430585"/>
              <a:ext cx="132933" cy="226804"/>
            </a:xfrm>
            <a:custGeom>
              <a:rect b="b" l="l" r="r" t="t"/>
              <a:pathLst>
                <a:path extrusionOk="0" h="358583" w="210170">
                  <a:moveTo>
                    <a:pt x="89646" y="0"/>
                  </a:moveTo>
                  <a:cubicBezTo>
                    <a:pt x="56686" y="0"/>
                    <a:pt x="29882" y="26804"/>
                    <a:pt x="29882" y="59764"/>
                  </a:cubicBezTo>
                  <a:lnTo>
                    <a:pt x="0" y="59764"/>
                  </a:lnTo>
                  <a:lnTo>
                    <a:pt x="0" y="119528"/>
                  </a:lnTo>
                  <a:cubicBezTo>
                    <a:pt x="32960" y="119528"/>
                    <a:pt x="59764" y="146332"/>
                    <a:pt x="59764" y="179292"/>
                  </a:cubicBezTo>
                  <a:cubicBezTo>
                    <a:pt x="59764" y="212252"/>
                    <a:pt x="32960" y="239056"/>
                    <a:pt x="0" y="239056"/>
                  </a:cubicBezTo>
                  <a:lnTo>
                    <a:pt x="0" y="298820"/>
                  </a:lnTo>
                  <a:lnTo>
                    <a:pt x="29882" y="298820"/>
                  </a:lnTo>
                  <a:cubicBezTo>
                    <a:pt x="29882" y="331780"/>
                    <a:pt x="56686" y="358584"/>
                    <a:pt x="89646" y="358584"/>
                  </a:cubicBezTo>
                  <a:cubicBezTo>
                    <a:pt x="122606" y="358584"/>
                    <a:pt x="149410" y="331780"/>
                    <a:pt x="149410" y="298820"/>
                  </a:cubicBezTo>
                  <a:lnTo>
                    <a:pt x="210170" y="298820"/>
                  </a:lnTo>
                  <a:lnTo>
                    <a:pt x="210170" y="200435"/>
                  </a:lnTo>
                  <a:lnTo>
                    <a:pt x="190253" y="207466"/>
                  </a:lnTo>
                  <a:cubicBezTo>
                    <a:pt x="171576" y="214061"/>
                    <a:pt x="149410" y="199178"/>
                    <a:pt x="149410" y="179292"/>
                  </a:cubicBezTo>
                  <a:cubicBezTo>
                    <a:pt x="149410" y="159406"/>
                    <a:pt x="171561" y="144434"/>
                    <a:pt x="190253" y="151118"/>
                  </a:cubicBezTo>
                  <a:lnTo>
                    <a:pt x="210170" y="158149"/>
                  </a:lnTo>
                  <a:lnTo>
                    <a:pt x="210170" y="59764"/>
                  </a:lnTo>
                  <a:lnTo>
                    <a:pt x="149410" y="59764"/>
                  </a:lnTo>
                  <a:cubicBezTo>
                    <a:pt x="149410" y="26804"/>
                    <a:pt x="122606" y="0"/>
                    <a:pt x="8964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330" name="Google Shape;1330;p34"/>
          <p:cNvCxnSpPr>
            <a:stCxn id="1287" idx="6"/>
            <a:endCxn id="1295" idx="1"/>
          </p:cNvCxnSpPr>
          <p:nvPr/>
        </p:nvCxnSpPr>
        <p:spPr>
          <a:xfrm>
            <a:off x="5951170" y="1579838"/>
            <a:ext cx="511500" cy="4800"/>
          </a:xfrm>
          <a:prstGeom prst="straightConnector1">
            <a:avLst/>
          </a:prstGeom>
          <a:noFill/>
          <a:ln cap="flat" cmpd="sng" w="9525">
            <a:solidFill>
              <a:schemeClr val="dk1"/>
            </a:solidFill>
            <a:prstDash val="solid"/>
            <a:round/>
            <a:headEnd len="med" w="med" type="none"/>
            <a:tailEnd len="med" w="med" type="oval"/>
          </a:ln>
        </p:spPr>
      </p:cxnSp>
      <p:cxnSp>
        <p:nvCxnSpPr>
          <p:cNvPr id="1331" name="Google Shape;1331;p34"/>
          <p:cNvCxnSpPr>
            <a:stCxn id="1285" idx="2"/>
            <a:endCxn id="1292" idx="3"/>
          </p:cNvCxnSpPr>
          <p:nvPr/>
        </p:nvCxnSpPr>
        <p:spPr>
          <a:xfrm flipH="1">
            <a:off x="2319268" y="2550312"/>
            <a:ext cx="477900" cy="1200"/>
          </a:xfrm>
          <a:prstGeom prst="straightConnector1">
            <a:avLst/>
          </a:prstGeom>
          <a:noFill/>
          <a:ln cap="flat" cmpd="sng" w="9525">
            <a:solidFill>
              <a:schemeClr val="dk1"/>
            </a:solidFill>
            <a:prstDash val="solid"/>
            <a:round/>
            <a:headEnd len="med" w="med" type="none"/>
            <a:tailEnd len="med" w="med" type="oval"/>
          </a:ln>
        </p:spPr>
      </p:cxnSp>
      <p:cxnSp>
        <p:nvCxnSpPr>
          <p:cNvPr id="1332" name="Google Shape;1332;p34"/>
          <p:cNvCxnSpPr>
            <a:stCxn id="1286" idx="2"/>
            <a:endCxn id="1293" idx="3"/>
          </p:cNvCxnSpPr>
          <p:nvPr/>
        </p:nvCxnSpPr>
        <p:spPr>
          <a:xfrm flipH="1">
            <a:off x="2681143" y="3522413"/>
            <a:ext cx="515700" cy="1200"/>
          </a:xfrm>
          <a:prstGeom prst="straightConnector1">
            <a:avLst/>
          </a:prstGeom>
          <a:noFill/>
          <a:ln cap="flat" cmpd="sng" w="9525">
            <a:solidFill>
              <a:schemeClr val="dk1"/>
            </a:solidFill>
            <a:prstDash val="solid"/>
            <a:round/>
            <a:headEnd len="med" w="med" type="none"/>
            <a:tailEnd len="med" w="med" type="oval"/>
          </a:ln>
        </p:spPr>
      </p:cxnSp>
      <p:cxnSp>
        <p:nvCxnSpPr>
          <p:cNvPr id="1333" name="Google Shape;1333;p34"/>
          <p:cNvCxnSpPr>
            <a:stCxn id="1284" idx="2"/>
            <a:endCxn id="1291" idx="3"/>
          </p:cNvCxnSpPr>
          <p:nvPr/>
        </p:nvCxnSpPr>
        <p:spPr>
          <a:xfrm rot="10800000">
            <a:off x="2681143" y="1584793"/>
            <a:ext cx="515700" cy="2400"/>
          </a:xfrm>
          <a:prstGeom prst="straightConnector1">
            <a:avLst/>
          </a:prstGeom>
          <a:noFill/>
          <a:ln cap="flat" cmpd="sng" w="9525">
            <a:solidFill>
              <a:schemeClr val="dk1"/>
            </a:solidFill>
            <a:prstDash val="solid"/>
            <a:round/>
            <a:headEnd len="med" w="med" type="none"/>
            <a:tailEnd len="med" w="med" type="oval"/>
          </a:ln>
        </p:spPr>
      </p:cxnSp>
      <p:cxnSp>
        <p:nvCxnSpPr>
          <p:cNvPr id="1334" name="Google Shape;1334;p34"/>
          <p:cNvCxnSpPr>
            <a:stCxn id="1288" idx="6"/>
            <a:endCxn id="1296" idx="1"/>
          </p:cNvCxnSpPr>
          <p:nvPr/>
        </p:nvCxnSpPr>
        <p:spPr>
          <a:xfrm flipH="1" rot="10800000">
            <a:off x="6347279" y="2551596"/>
            <a:ext cx="477600" cy="2700"/>
          </a:xfrm>
          <a:prstGeom prst="straightConnector1">
            <a:avLst/>
          </a:prstGeom>
          <a:noFill/>
          <a:ln cap="flat" cmpd="sng" w="9525">
            <a:solidFill>
              <a:schemeClr val="dk1"/>
            </a:solidFill>
            <a:prstDash val="solid"/>
            <a:round/>
            <a:headEnd len="med" w="med" type="none"/>
            <a:tailEnd len="med" w="med" type="oval"/>
          </a:ln>
        </p:spPr>
      </p:cxnSp>
      <p:cxnSp>
        <p:nvCxnSpPr>
          <p:cNvPr id="1335" name="Google Shape;1335;p34"/>
          <p:cNvCxnSpPr>
            <a:stCxn id="1289" idx="6"/>
            <a:endCxn id="1294" idx="1"/>
          </p:cNvCxnSpPr>
          <p:nvPr/>
        </p:nvCxnSpPr>
        <p:spPr>
          <a:xfrm>
            <a:off x="5947851" y="3521647"/>
            <a:ext cx="514800" cy="1800"/>
          </a:xfrm>
          <a:prstGeom prst="straightConnector1">
            <a:avLst/>
          </a:prstGeom>
          <a:noFill/>
          <a:ln cap="flat" cmpd="sng" w="9525">
            <a:solidFill>
              <a:schemeClr val="dk1"/>
            </a:solidFill>
            <a:prstDash val="solid"/>
            <a:round/>
            <a:headEnd len="med" w="med" type="none"/>
            <a:tailEnd len="med" w="med" type="oval"/>
          </a:ln>
        </p:spPr>
      </p:cxnSp>
      <p:sp>
        <p:nvSpPr>
          <p:cNvPr id="1336" name="Google Shape;1336;p34"/>
          <p:cNvSpPr/>
          <p:nvPr/>
        </p:nvSpPr>
        <p:spPr>
          <a:xfrm>
            <a:off x="2055838" y="41178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34"/>
          <p:cNvSpPr/>
          <p:nvPr/>
        </p:nvSpPr>
        <p:spPr>
          <a:xfrm>
            <a:off x="2055838" y="4117906"/>
            <a:ext cx="2224447" cy="59923"/>
          </a:xfrm>
          <a:custGeom>
            <a:rect b="b" l="l" r="r" t="t"/>
            <a:pathLst>
              <a:path extrusionOk="0" h="111484" w="3851856">
                <a:moveTo>
                  <a:pt x="0" y="0"/>
                </a:moveTo>
                <a:lnTo>
                  <a:pt x="3851856" y="0"/>
                </a:lnTo>
                <a:lnTo>
                  <a:pt x="3851856" y="111485"/>
                </a:lnTo>
                <a:lnTo>
                  <a:pt x="0" y="11148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34"/>
          <p:cNvSpPr txBox="1"/>
          <p:nvPr/>
        </p:nvSpPr>
        <p:spPr>
          <a:xfrm>
            <a:off x="1511263" y="4069656"/>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90%</a:t>
            </a:r>
            <a:endParaRPr b="1" sz="1100">
              <a:solidFill>
                <a:schemeClr val="dk1"/>
              </a:solidFill>
              <a:latin typeface="Inter"/>
              <a:ea typeface="Inter"/>
              <a:cs typeface="Inter"/>
              <a:sym typeface="Inter"/>
            </a:endParaRPr>
          </a:p>
        </p:txBody>
      </p:sp>
      <p:sp>
        <p:nvSpPr>
          <p:cNvPr id="1339" name="Google Shape;1339;p34"/>
          <p:cNvSpPr txBox="1"/>
          <p:nvPr/>
        </p:nvSpPr>
        <p:spPr>
          <a:xfrm>
            <a:off x="1511263" y="425859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50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0" name="Google Shape;1340;p34"/>
          <p:cNvSpPr/>
          <p:nvPr/>
        </p:nvSpPr>
        <p:spPr>
          <a:xfrm>
            <a:off x="2055838" y="430678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1" name="Google Shape;1341;p34"/>
          <p:cNvSpPr/>
          <p:nvPr/>
        </p:nvSpPr>
        <p:spPr>
          <a:xfrm>
            <a:off x="2055838" y="4306856"/>
            <a:ext cx="1213335" cy="59923"/>
          </a:xfrm>
          <a:custGeom>
            <a:rect b="b" l="l" r="r" t="t"/>
            <a:pathLst>
              <a:path extrusionOk="0" h="111484" w="3851856">
                <a:moveTo>
                  <a:pt x="0" y="0"/>
                </a:moveTo>
                <a:lnTo>
                  <a:pt x="3851856" y="0"/>
                </a:lnTo>
                <a:lnTo>
                  <a:pt x="3851856" y="111485"/>
                </a:lnTo>
                <a:lnTo>
                  <a:pt x="0" y="11148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34"/>
          <p:cNvSpPr/>
          <p:nvPr/>
        </p:nvSpPr>
        <p:spPr>
          <a:xfrm>
            <a:off x="2055838" y="44957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34"/>
          <p:cNvSpPr/>
          <p:nvPr/>
        </p:nvSpPr>
        <p:spPr>
          <a:xfrm>
            <a:off x="2055838" y="4495806"/>
            <a:ext cx="1444446" cy="59923"/>
          </a:xfrm>
          <a:custGeom>
            <a:rect b="b" l="l" r="r" t="t"/>
            <a:pathLst>
              <a:path extrusionOk="0" h="111484" w="3851856">
                <a:moveTo>
                  <a:pt x="0" y="0"/>
                </a:moveTo>
                <a:lnTo>
                  <a:pt x="3851856" y="0"/>
                </a:lnTo>
                <a:lnTo>
                  <a:pt x="3851856" y="111485"/>
                </a:lnTo>
                <a:lnTo>
                  <a:pt x="0" y="11148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34"/>
          <p:cNvSpPr txBox="1"/>
          <p:nvPr/>
        </p:nvSpPr>
        <p:spPr>
          <a:xfrm>
            <a:off x="1511263" y="444754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60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5" name="Google Shape;1345;p34"/>
          <p:cNvSpPr/>
          <p:nvPr/>
        </p:nvSpPr>
        <p:spPr>
          <a:xfrm>
            <a:off x="5196438" y="41178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34"/>
          <p:cNvSpPr/>
          <p:nvPr/>
        </p:nvSpPr>
        <p:spPr>
          <a:xfrm>
            <a:off x="5196443" y="4117900"/>
            <a:ext cx="914816" cy="59923"/>
          </a:xfrm>
          <a:custGeom>
            <a:rect b="b" l="l" r="r" t="t"/>
            <a:pathLst>
              <a:path extrusionOk="0" h="111484" w="3851856">
                <a:moveTo>
                  <a:pt x="0" y="0"/>
                </a:moveTo>
                <a:lnTo>
                  <a:pt x="3851856" y="0"/>
                </a:lnTo>
                <a:lnTo>
                  <a:pt x="3851856" y="111485"/>
                </a:lnTo>
                <a:lnTo>
                  <a:pt x="0" y="1114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34"/>
          <p:cNvSpPr txBox="1"/>
          <p:nvPr/>
        </p:nvSpPr>
        <p:spPr>
          <a:xfrm>
            <a:off x="4651863" y="4069656"/>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40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8" name="Google Shape;1348;p34"/>
          <p:cNvSpPr txBox="1"/>
          <p:nvPr/>
        </p:nvSpPr>
        <p:spPr>
          <a:xfrm>
            <a:off x="4651863" y="425859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25</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9" name="Google Shape;1349;p34"/>
          <p:cNvSpPr/>
          <p:nvPr/>
        </p:nvSpPr>
        <p:spPr>
          <a:xfrm>
            <a:off x="5196438" y="430678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34"/>
          <p:cNvSpPr/>
          <p:nvPr/>
        </p:nvSpPr>
        <p:spPr>
          <a:xfrm>
            <a:off x="5196453" y="4306850"/>
            <a:ext cx="616297" cy="59923"/>
          </a:xfrm>
          <a:custGeom>
            <a:rect b="b" l="l" r="r" t="t"/>
            <a:pathLst>
              <a:path extrusionOk="0" h="111484" w="3851856">
                <a:moveTo>
                  <a:pt x="0" y="0"/>
                </a:moveTo>
                <a:lnTo>
                  <a:pt x="3851856" y="0"/>
                </a:lnTo>
                <a:lnTo>
                  <a:pt x="3851856" y="111485"/>
                </a:lnTo>
                <a:lnTo>
                  <a:pt x="0" y="1114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34"/>
          <p:cNvSpPr/>
          <p:nvPr/>
        </p:nvSpPr>
        <p:spPr>
          <a:xfrm>
            <a:off x="5196438" y="44957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2" name="Google Shape;1352;p34"/>
          <p:cNvSpPr/>
          <p:nvPr/>
        </p:nvSpPr>
        <p:spPr>
          <a:xfrm>
            <a:off x="5196452" y="4495800"/>
            <a:ext cx="1829632" cy="59923"/>
          </a:xfrm>
          <a:custGeom>
            <a:rect b="b" l="l" r="r" t="t"/>
            <a:pathLst>
              <a:path extrusionOk="0" h="111484" w="3851856">
                <a:moveTo>
                  <a:pt x="0" y="0"/>
                </a:moveTo>
                <a:lnTo>
                  <a:pt x="3851856" y="0"/>
                </a:lnTo>
                <a:lnTo>
                  <a:pt x="3851856" y="111485"/>
                </a:lnTo>
                <a:lnTo>
                  <a:pt x="0" y="1114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3" name="Google Shape;1353;p34"/>
          <p:cNvSpPr txBox="1"/>
          <p:nvPr/>
        </p:nvSpPr>
        <p:spPr>
          <a:xfrm>
            <a:off x="4651863" y="444754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75</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7" name="Shape 1357"/>
        <p:cNvGrpSpPr/>
        <p:nvPr/>
      </p:nvGrpSpPr>
      <p:grpSpPr>
        <a:xfrm>
          <a:off x="0" y="0"/>
          <a:ext cx="0" cy="0"/>
          <a:chOff x="0" y="0"/>
          <a:chExt cx="0" cy="0"/>
        </a:xfrm>
      </p:grpSpPr>
      <p:grpSp>
        <p:nvGrpSpPr>
          <p:cNvPr id="1358" name="Google Shape;1358;p35"/>
          <p:cNvGrpSpPr/>
          <p:nvPr/>
        </p:nvGrpSpPr>
        <p:grpSpPr>
          <a:xfrm>
            <a:off x="2959948" y="1193910"/>
            <a:ext cx="3224104" cy="3265463"/>
            <a:chOff x="2959948" y="1193910"/>
            <a:chExt cx="3224104" cy="3265463"/>
          </a:xfrm>
        </p:grpSpPr>
        <p:grpSp>
          <p:nvGrpSpPr>
            <p:cNvPr id="1359" name="Google Shape;1359;p35"/>
            <p:cNvGrpSpPr/>
            <p:nvPr/>
          </p:nvGrpSpPr>
          <p:grpSpPr>
            <a:xfrm>
              <a:off x="3357432" y="1645460"/>
              <a:ext cx="2429139" cy="2429871"/>
              <a:chOff x="4396792" y="1688821"/>
              <a:chExt cx="3397873" cy="3398421"/>
            </a:xfrm>
          </p:grpSpPr>
          <p:sp>
            <p:nvSpPr>
              <p:cNvPr id="1360" name="Google Shape;1360;p35"/>
              <p:cNvSpPr/>
              <p:nvPr/>
            </p:nvSpPr>
            <p:spPr>
              <a:xfrm>
                <a:off x="6801949" y="1688821"/>
                <a:ext cx="992716" cy="992879"/>
              </a:xfrm>
              <a:custGeom>
                <a:rect b="b" l="l" r="r" t="t"/>
                <a:pathLst>
                  <a:path extrusionOk="0" h="992879" w="992716">
                    <a:moveTo>
                      <a:pt x="749396" y="992854"/>
                    </a:moveTo>
                    <a:lnTo>
                      <a:pt x="992670" y="920434"/>
                    </a:lnTo>
                    <a:cubicBezTo>
                      <a:pt x="805686" y="513510"/>
                      <a:pt x="479216" y="186988"/>
                      <a:pt x="72358" y="-26"/>
                    </a:cubicBezTo>
                    <a:lnTo>
                      <a:pt x="-47" y="243276"/>
                    </a:lnTo>
                    <a:cubicBezTo>
                      <a:pt x="326548" y="402283"/>
                      <a:pt x="590420" y="666203"/>
                      <a:pt x="749396" y="9928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35"/>
              <p:cNvSpPr/>
              <p:nvPr/>
            </p:nvSpPr>
            <p:spPr>
              <a:xfrm>
                <a:off x="4396792" y="1688821"/>
                <a:ext cx="992716" cy="992866"/>
              </a:xfrm>
              <a:custGeom>
                <a:rect b="b" l="l" r="r" t="t"/>
                <a:pathLst>
                  <a:path extrusionOk="0" h="992866" w="992716">
                    <a:moveTo>
                      <a:pt x="992669" y="243226"/>
                    </a:moveTo>
                    <a:lnTo>
                      <a:pt x="920265" y="-26"/>
                    </a:lnTo>
                    <a:cubicBezTo>
                      <a:pt x="513406" y="186987"/>
                      <a:pt x="186936" y="513510"/>
                      <a:pt x="-47" y="920434"/>
                    </a:cubicBezTo>
                    <a:lnTo>
                      <a:pt x="243133" y="992840"/>
                    </a:lnTo>
                    <a:cubicBezTo>
                      <a:pt x="402126" y="666161"/>
                      <a:pt x="666034" y="402226"/>
                      <a:pt x="992669" y="243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35"/>
              <p:cNvSpPr/>
              <p:nvPr/>
            </p:nvSpPr>
            <p:spPr>
              <a:xfrm>
                <a:off x="4396792" y="4094370"/>
                <a:ext cx="992718" cy="992871"/>
              </a:xfrm>
              <a:custGeom>
                <a:rect b="b" l="l" r="r" t="t"/>
                <a:pathLst>
                  <a:path extrusionOk="0" h="992871" w="992718">
                    <a:moveTo>
                      <a:pt x="243153" y="-26"/>
                    </a:moveTo>
                    <a:lnTo>
                      <a:pt x="-47" y="72386"/>
                    </a:lnTo>
                    <a:cubicBezTo>
                      <a:pt x="186936" y="479310"/>
                      <a:pt x="513406" y="805833"/>
                      <a:pt x="920265" y="992845"/>
                    </a:cubicBezTo>
                    <a:lnTo>
                      <a:pt x="992672" y="749589"/>
                    </a:lnTo>
                    <a:cubicBezTo>
                      <a:pt x="666054" y="590570"/>
                      <a:pt x="402157" y="326639"/>
                      <a:pt x="243153" y="-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35"/>
              <p:cNvSpPr/>
              <p:nvPr/>
            </p:nvSpPr>
            <p:spPr>
              <a:xfrm>
                <a:off x="6801947" y="4094357"/>
                <a:ext cx="992718" cy="992885"/>
              </a:xfrm>
              <a:custGeom>
                <a:rect b="b" l="l" r="r" t="t"/>
                <a:pathLst>
                  <a:path extrusionOk="0" h="992885" w="992718">
                    <a:moveTo>
                      <a:pt x="-47" y="749553"/>
                    </a:moveTo>
                    <a:lnTo>
                      <a:pt x="72360" y="992859"/>
                    </a:lnTo>
                    <a:cubicBezTo>
                      <a:pt x="479218" y="805845"/>
                      <a:pt x="805688" y="479323"/>
                      <a:pt x="992672" y="72399"/>
                    </a:cubicBezTo>
                    <a:lnTo>
                      <a:pt x="749378" y="-26"/>
                    </a:lnTo>
                    <a:cubicBezTo>
                      <a:pt x="590392" y="326611"/>
                      <a:pt x="326531" y="590527"/>
                      <a:pt x="-47" y="74955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4" name="Google Shape;1364;p35"/>
            <p:cNvGrpSpPr/>
            <p:nvPr/>
          </p:nvGrpSpPr>
          <p:grpSpPr>
            <a:xfrm>
              <a:off x="2959948" y="1193910"/>
              <a:ext cx="3224104" cy="3265463"/>
              <a:chOff x="3840792" y="1057282"/>
              <a:chExt cx="4509867" cy="4567081"/>
            </a:xfrm>
          </p:grpSpPr>
          <p:sp>
            <p:nvSpPr>
              <p:cNvPr id="1365" name="Google Shape;1365;p35"/>
              <p:cNvSpPr/>
              <p:nvPr/>
            </p:nvSpPr>
            <p:spPr>
              <a:xfrm>
                <a:off x="5299244" y="1504386"/>
                <a:ext cx="1592970" cy="1455531"/>
              </a:xfrm>
              <a:custGeom>
                <a:rect b="b" l="l" r="r" t="t"/>
                <a:pathLst>
                  <a:path extrusionOk="0" h="1455531" w="1592970">
                    <a:moveTo>
                      <a:pt x="380734" y="1455505"/>
                    </a:moveTo>
                    <a:lnTo>
                      <a:pt x="-47" y="176315"/>
                    </a:lnTo>
                    <a:lnTo>
                      <a:pt x="11637" y="170949"/>
                    </a:lnTo>
                    <a:cubicBezTo>
                      <a:pt x="510014" y="-57018"/>
                      <a:pt x="1082863" y="-57018"/>
                      <a:pt x="1581239" y="170949"/>
                    </a:cubicBezTo>
                    <a:lnTo>
                      <a:pt x="1592924" y="176315"/>
                    </a:lnTo>
                    <a:lnTo>
                      <a:pt x="1333787" y="1047053"/>
                    </a:lnTo>
                    <a:lnTo>
                      <a:pt x="1212128" y="145550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35"/>
              <p:cNvSpPr/>
              <p:nvPr/>
            </p:nvSpPr>
            <p:spPr>
              <a:xfrm>
                <a:off x="5703366" y="1057282"/>
                <a:ext cx="784614" cy="784740"/>
              </a:xfrm>
              <a:custGeom>
                <a:rect b="b" l="l" r="r" t="t"/>
                <a:pathLst>
                  <a:path extrusionOk="0" h="784740" w="784614">
                    <a:moveTo>
                      <a:pt x="392273" y="784714"/>
                    </a:moveTo>
                    <a:cubicBezTo>
                      <a:pt x="175608" y="784721"/>
                      <a:pt x="-40" y="609057"/>
                      <a:pt x="-47" y="392357"/>
                    </a:cubicBezTo>
                    <a:cubicBezTo>
                      <a:pt x="-54" y="175657"/>
                      <a:pt x="175582" y="-19"/>
                      <a:pt x="392247" y="-26"/>
                    </a:cubicBezTo>
                    <a:cubicBezTo>
                      <a:pt x="608912" y="-34"/>
                      <a:pt x="784560" y="175631"/>
                      <a:pt x="784567" y="392331"/>
                    </a:cubicBezTo>
                    <a:cubicBezTo>
                      <a:pt x="784567" y="392333"/>
                      <a:pt x="784567" y="392336"/>
                      <a:pt x="784567" y="392339"/>
                    </a:cubicBezTo>
                    <a:cubicBezTo>
                      <a:pt x="784320" y="608932"/>
                      <a:pt x="608832" y="784457"/>
                      <a:pt x="392273" y="7847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35"/>
              <p:cNvSpPr/>
              <p:nvPr/>
            </p:nvSpPr>
            <p:spPr>
              <a:xfrm>
                <a:off x="4212386" y="2591419"/>
                <a:ext cx="1455290" cy="1593227"/>
              </a:xfrm>
              <a:custGeom>
                <a:rect b="b" l="l" r="r" t="t"/>
                <a:pathLst>
                  <a:path extrusionOk="0" h="1593227" w="1455290">
                    <a:moveTo>
                      <a:pt x="170894" y="1581515"/>
                    </a:moveTo>
                    <a:cubicBezTo>
                      <a:pt x="-57027" y="1083054"/>
                      <a:pt x="-57027" y="510114"/>
                      <a:pt x="170894" y="11652"/>
                    </a:cubicBezTo>
                    <a:lnTo>
                      <a:pt x="176259" y="-26"/>
                    </a:lnTo>
                    <a:lnTo>
                      <a:pt x="1455243" y="380823"/>
                    </a:lnTo>
                    <a:lnTo>
                      <a:pt x="1455243" y="1212358"/>
                    </a:lnTo>
                    <a:lnTo>
                      <a:pt x="176259" y="15932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35"/>
              <p:cNvSpPr/>
              <p:nvPr/>
            </p:nvSpPr>
            <p:spPr>
              <a:xfrm>
                <a:off x="5299244" y="3816141"/>
                <a:ext cx="1592971" cy="1455543"/>
              </a:xfrm>
              <a:custGeom>
                <a:rect b="b" l="l" r="r" t="t"/>
                <a:pathLst>
                  <a:path extrusionOk="0" h="1455543" w="1592971">
                    <a:moveTo>
                      <a:pt x="796438" y="1455512"/>
                    </a:moveTo>
                    <a:cubicBezTo>
                      <a:pt x="525534" y="1456150"/>
                      <a:pt x="257736" y="1397810"/>
                      <a:pt x="11638" y="1284543"/>
                    </a:cubicBezTo>
                    <a:lnTo>
                      <a:pt x="-47" y="1279178"/>
                    </a:lnTo>
                    <a:lnTo>
                      <a:pt x="380734" y="-26"/>
                    </a:lnTo>
                    <a:lnTo>
                      <a:pt x="1212129" y="-26"/>
                    </a:lnTo>
                    <a:lnTo>
                      <a:pt x="1333787" y="408427"/>
                    </a:lnTo>
                    <a:lnTo>
                      <a:pt x="1592925" y="1279178"/>
                    </a:lnTo>
                    <a:lnTo>
                      <a:pt x="1581240" y="1284544"/>
                    </a:lnTo>
                    <a:cubicBezTo>
                      <a:pt x="1335142" y="1397811"/>
                      <a:pt x="1067343" y="1456150"/>
                      <a:pt x="796439" y="14555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35"/>
              <p:cNvSpPr/>
              <p:nvPr/>
            </p:nvSpPr>
            <p:spPr>
              <a:xfrm>
                <a:off x="6523610" y="2591419"/>
                <a:ext cx="1455463" cy="1593227"/>
              </a:xfrm>
              <a:custGeom>
                <a:rect b="b" l="l" r="r" t="t"/>
                <a:pathLst>
                  <a:path extrusionOk="0" h="1593227" w="1455463">
                    <a:moveTo>
                      <a:pt x="-47" y="1212358"/>
                    </a:moveTo>
                    <a:lnTo>
                      <a:pt x="-47" y="380823"/>
                    </a:lnTo>
                    <a:lnTo>
                      <a:pt x="1279111" y="-26"/>
                    </a:lnTo>
                    <a:lnTo>
                      <a:pt x="1284476" y="11652"/>
                    </a:lnTo>
                    <a:cubicBezTo>
                      <a:pt x="1512397" y="510114"/>
                      <a:pt x="1512397" y="1083054"/>
                      <a:pt x="1284476" y="1581515"/>
                    </a:cubicBezTo>
                    <a:lnTo>
                      <a:pt x="1279111" y="159320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35"/>
              <p:cNvSpPr/>
              <p:nvPr/>
            </p:nvSpPr>
            <p:spPr>
              <a:xfrm>
                <a:off x="5105390" y="2864784"/>
                <a:ext cx="547484" cy="1046496"/>
              </a:xfrm>
              <a:custGeom>
                <a:rect b="b" l="l" r="r" t="t"/>
                <a:pathLst>
                  <a:path extrusionOk="0" h="1046496" w="547484">
                    <a:moveTo>
                      <a:pt x="547438" y="927944"/>
                    </a:moveTo>
                    <a:lnTo>
                      <a:pt x="149475" y="1046470"/>
                    </a:lnTo>
                    <a:cubicBezTo>
                      <a:pt x="-49888" y="726132"/>
                      <a:pt x="-49888" y="320312"/>
                      <a:pt x="149475" y="-26"/>
                    </a:cubicBezTo>
                    <a:lnTo>
                      <a:pt x="547438" y="118501"/>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35"/>
              <p:cNvSpPr/>
              <p:nvPr/>
            </p:nvSpPr>
            <p:spPr>
              <a:xfrm>
                <a:off x="5572566" y="3830957"/>
                <a:ext cx="1046326" cy="547409"/>
              </a:xfrm>
              <a:custGeom>
                <a:rect b="b" l="l" r="r" t="t"/>
                <a:pathLst>
                  <a:path extrusionOk="0" h="547409" w="1046326">
                    <a:moveTo>
                      <a:pt x="927774" y="-26"/>
                    </a:moveTo>
                    <a:lnTo>
                      <a:pt x="1046280" y="397837"/>
                    </a:lnTo>
                    <a:cubicBezTo>
                      <a:pt x="725994" y="597173"/>
                      <a:pt x="320302" y="597236"/>
                      <a:pt x="-47" y="398002"/>
                    </a:cubicBezTo>
                    <a:lnTo>
                      <a:pt x="118460" y="-26"/>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35"/>
              <p:cNvSpPr/>
              <p:nvPr/>
            </p:nvSpPr>
            <p:spPr>
              <a:xfrm>
                <a:off x="5572566" y="2397697"/>
                <a:ext cx="1046326" cy="547411"/>
              </a:xfrm>
              <a:custGeom>
                <a:rect b="b" l="l" r="r" t="t"/>
                <a:pathLst>
                  <a:path extrusionOk="0" h="547411" w="1046326">
                    <a:moveTo>
                      <a:pt x="118460" y="547385"/>
                    </a:moveTo>
                    <a:lnTo>
                      <a:pt x="-47" y="149357"/>
                    </a:lnTo>
                    <a:cubicBezTo>
                      <a:pt x="320301" y="-49880"/>
                      <a:pt x="725993" y="-49817"/>
                      <a:pt x="1046280" y="149520"/>
                    </a:cubicBezTo>
                    <a:lnTo>
                      <a:pt x="927774" y="547385"/>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35"/>
              <p:cNvSpPr/>
              <p:nvPr/>
            </p:nvSpPr>
            <p:spPr>
              <a:xfrm>
                <a:off x="6538418" y="2864784"/>
                <a:ext cx="547487" cy="1046496"/>
              </a:xfrm>
              <a:custGeom>
                <a:rect b="b" l="l" r="r" t="t"/>
                <a:pathLst>
                  <a:path extrusionOk="0" h="1046496" w="547487">
                    <a:moveTo>
                      <a:pt x="547439" y="523222"/>
                    </a:moveTo>
                    <a:cubicBezTo>
                      <a:pt x="547769" y="708228"/>
                      <a:pt x="495947" y="889580"/>
                      <a:pt x="397918" y="1046470"/>
                    </a:cubicBezTo>
                    <a:lnTo>
                      <a:pt x="-47" y="927944"/>
                    </a:lnTo>
                    <a:lnTo>
                      <a:pt x="-47" y="118501"/>
                    </a:lnTo>
                    <a:lnTo>
                      <a:pt x="397918" y="-26"/>
                    </a:lnTo>
                    <a:cubicBezTo>
                      <a:pt x="495947" y="156864"/>
                      <a:pt x="547770" y="338216"/>
                      <a:pt x="547439" y="523222"/>
                    </a:cubicBez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35"/>
              <p:cNvSpPr/>
              <p:nvPr/>
            </p:nvSpPr>
            <p:spPr>
              <a:xfrm>
                <a:off x="5501298" y="2808003"/>
                <a:ext cx="1203688" cy="1203882"/>
              </a:xfrm>
              <a:custGeom>
                <a:rect b="b" l="l" r="r" t="t"/>
                <a:pathLst>
                  <a:path extrusionOk="0" h="1433193" w="1432962">
                    <a:moveTo>
                      <a:pt x="1432963" y="716597"/>
                    </a:moveTo>
                    <a:cubicBezTo>
                      <a:pt x="1432963" y="1112362"/>
                      <a:pt x="1112183" y="1433193"/>
                      <a:pt x="716481" y="1433193"/>
                    </a:cubicBezTo>
                    <a:cubicBezTo>
                      <a:pt x="320779" y="1433193"/>
                      <a:pt x="0" y="1112362"/>
                      <a:pt x="0" y="716596"/>
                    </a:cubicBezTo>
                    <a:cubicBezTo>
                      <a:pt x="0" y="320831"/>
                      <a:pt x="320779" y="0"/>
                      <a:pt x="716481" y="0"/>
                    </a:cubicBezTo>
                    <a:cubicBezTo>
                      <a:pt x="1112183" y="0"/>
                      <a:pt x="1432963" y="320831"/>
                      <a:pt x="1432963" y="71659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35"/>
              <p:cNvSpPr/>
              <p:nvPr/>
            </p:nvSpPr>
            <p:spPr>
              <a:xfrm>
                <a:off x="5738890" y="1092811"/>
                <a:ext cx="713566" cy="713681"/>
              </a:xfrm>
              <a:custGeom>
                <a:rect b="b" l="l" r="r" t="t"/>
                <a:pathLst>
                  <a:path extrusionOk="0" h="713681" w="713566">
                    <a:moveTo>
                      <a:pt x="356748" y="713655"/>
                    </a:moveTo>
                    <a:cubicBezTo>
                      <a:pt x="159702" y="713661"/>
                      <a:pt x="-40" y="553904"/>
                      <a:pt x="-47" y="356826"/>
                    </a:cubicBezTo>
                    <a:cubicBezTo>
                      <a:pt x="-54" y="159748"/>
                      <a:pt x="159678" y="-20"/>
                      <a:pt x="356724" y="-26"/>
                    </a:cubicBezTo>
                    <a:cubicBezTo>
                      <a:pt x="553770" y="-33"/>
                      <a:pt x="713513" y="159725"/>
                      <a:pt x="713519" y="356802"/>
                    </a:cubicBezTo>
                    <a:cubicBezTo>
                      <a:pt x="713519" y="356805"/>
                      <a:pt x="713519" y="356807"/>
                      <a:pt x="713519" y="356810"/>
                    </a:cubicBezTo>
                    <a:cubicBezTo>
                      <a:pt x="713295" y="553790"/>
                      <a:pt x="553697" y="713421"/>
                      <a:pt x="356748" y="713655"/>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1</a:t>
                </a:r>
                <a:endParaRPr sz="1800">
                  <a:solidFill>
                    <a:srgbClr val="000000"/>
                  </a:solidFill>
                  <a:latin typeface="Calibri"/>
                  <a:ea typeface="Calibri"/>
                  <a:cs typeface="Calibri"/>
                  <a:sym typeface="Calibri"/>
                </a:endParaRPr>
              </a:p>
            </p:txBody>
          </p:sp>
          <p:grpSp>
            <p:nvGrpSpPr>
              <p:cNvPr id="1376" name="Google Shape;1376;p35"/>
              <p:cNvGrpSpPr/>
              <p:nvPr/>
            </p:nvGrpSpPr>
            <p:grpSpPr>
              <a:xfrm>
                <a:off x="7577862" y="3022425"/>
                <a:ext cx="772797" cy="772922"/>
                <a:chOff x="7577862" y="3022425"/>
                <a:chExt cx="772797" cy="772922"/>
              </a:xfrm>
            </p:grpSpPr>
            <p:sp>
              <p:nvSpPr>
                <p:cNvPr id="1377" name="Google Shape;1377;p35"/>
                <p:cNvSpPr/>
                <p:nvPr/>
              </p:nvSpPr>
              <p:spPr>
                <a:xfrm>
                  <a:off x="7592674" y="3037237"/>
                  <a:ext cx="743175" cy="743295"/>
                </a:xfrm>
                <a:custGeom>
                  <a:rect b="b" l="l" r="r" t="t"/>
                  <a:pathLst>
                    <a:path extrusionOk="0" h="743295" w="743175">
                      <a:moveTo>
                        <a:pt x="371559" y="743269"/>
                      </a:moveTo>
                      <a:cubicBezTo>
                        <a:pt x="166337" y="743279"/>
                        <a:pt x="-37" y="576895"/>
                        <a:pt x="-47" y="371639"/>
                      </a:cubicBezTo>
                      <a:cubicBezTo>
                        <a:pt x="-57" y="166384"/>
                        <a:pt x="166300" y="-17"/>
                        <a:pt x="371523" y="-26"/>
                      </a:cubicBezTo>
                      <a:cubicBezTo>
                        <a:pt x="576745" y="-36"/>
                        <a:pt x="743119" y="166348"/>
                        <a:pt x="743129" y="371603"/>
                      </a:cubicBezTo>
                      <a:cubicBezTo>
                        <a:pt x="743129" y="371608"/>
                        <a:pt x="743129" y="371613"/>
                        <a:pt x="743129" y="371618"/>
                      </a:cubicBezTo>
                      <a:cubicBezTo>
                        <a:pt x="742895" y="576770"/>
                        <a:pt x="576678" y="743023"/>
                        <a:pt x="371559" y="743269"/>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2</a:t>
                  </a:r>
                  <a:endParaRPr sz="1800">
                    <a:solidFill>
                      <a:srgbClr val="000000"/>
                    </a:solidFill>
                    <a:latin typeface="Calibri"/>
                    <a:ea typeface="Calibri"/>
                    <a:cs typeface="Calibri"/>
                    <a:sym typeface="Calibri"/>
                  </a:endParaRPr>
                </a:p>
              </p:txBody>
            </p:sp>
            <p:sp>
              <p:nvSpPr>
                <p:cNvPr id="1378" name="Google Shape;1378;p35"/>
                <p:cNvSpPr/>
                <p:nvPr/>
              </p:nvSpPr>
              <p:spPr>
                <a:xfrm>
                  <a:off x="7577862" y="3022425"/>
                  <a:ext cx="772797" cy="772922"/>
                </a:xfrm>
                <a:custGeom>
                  <a:rect b="b" l="l" r="r" t="t"/>
                  <a:pathLst>
                    <a:path extrusionOk="0" h="772922" w="772797">
                      <a:moveTo>
                        <a:pt x="386366" y="29594"/>
                      </a:moveTo>
                      <a:cubicBezTo>
                        <a:pt x="583412" y="29597"/>
                        <a:pt x="743147" y="189363"/>
                        <a:pt x="743143" y="386441"/>
                      </a:cubicBezTo>
                      <a:cubicBezTo>
                        <a:pt x="743140" y="583518"/>
                        <a:pt x="583400" y="743279"/>
                        <a:pt x="386354" y="743276"/>
                      </a:cubicBezTo>
                      <a:cubicBezTo>
                        <a:pt x="189309" y="743272"/>
                        <a:pt x="29574" y="583507"/>
                        <a:pt x="29577" y="386430"/>
                      </a:cubicBezTo>
                      <a:cubicBezTo>
                        <a:pt x="29798" y="189443"/>
                        <a:pt x="189410" y="29810"/>
                        <a:pt x="386366" y="29594"/>
                      </a:cubicBezTo>
                      <a:moveTo>
                        <a:pt x="386366" y="-26"/>
                      </a:moveTo>
                      <a:cubicBezTo>
                        <a:pt x="172964" y="-34"/>
                        <a:pt x="-39" y="172984"/>
                        <a:pt x="-47" y="386421"/>
                      </a:cubicBezTo>
                      <a:cubicBezTo>
                        <a:pt x="-55" y="599858"/>
                        <a:pt x="172936" y="772888"/>
                        <a:pt x="386338" y="772896"/>
                      </a:cubicBezTo>
                      <a:cubicBezTo>
                        <a:pt x="599740" y="772904"/>
                        <a:pt x="772743" y="599886"/>
                        <a:pt x="772751" y="386449"/>
                      </a:cubicBezTo>
                      <a:cubicBezTo>
                        <a:pt x="772751" y="386443"/>
                        <a:pt x="772751" y="386436"/>
                        <a:pt x="772751" y="386430"/>
                      </a:cubicBezTo>
                      <a:cubicBezTo>
                        <a:pt x="772506" y="173101"/>
                        <a:pt x="599661" y="223"/>
                        <a:pt x="386366"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79" name="Google Shape;1379;p35"/>
              <p:cNvGrpSpPr/>
              <p:nvPr/>
            </p:nvGrpSpPr>
            <p:grpSpPr>
              <a:xfrm>
                <a:off x="3840792" y="3022425"/>
                <a:ext cx="772797" cy="772922"/>
                <a:chOff x="3840792" y="3022425"/>
                <a:chExt cx="772797" cy="772922"/>
              </a:xfrm>
            </p:grpSpPr>
            <p:sp>
              <p:nvSpPr>
                <p:cNvPr id="1380" name="Google Shape;1380;p35"/>
                <p:cNvSpPr/>
                <p:nvPr/>
              </p:nvSpPr>
              <p:spPr>
                <a:xfrm>
                  <a:off x="3855602" y="3037237"/>
                  <a:ext cx="743176" cy="743295"/>
                </a:xfrm>
                <a:custGeom>
                  <a:rect b="b" l="l" r="r" t="t"/>
                  <a:pathLst>
                    <a:path extrusionOk="0" h="743295" w="743176">
                      <a:moveTo>
                        <a:pt x="371559" y="743269"/>
                      </a:moveTo>
                      <a:cubicBezTo>
                        <a:pt x="166337" y="743279"/>
                        <a:pt x="-37" y="576895"/>
                        <a:pt x="-47" y="371640"/>
                      </a:cubicBezTo>
                      <a:cubicBezTo>
                        <a:pt x="-57" y="166384"/>
                        <a:pt x="166300" y="-16"/>
                        <a:pt x="371523" y="-26"/>
                      </a:cubicBezTo>
                      <a:cubicBezTo>
                        <a:pt x="576745" y="-37"/>
                        <a:pt x="743119" y="166348"/>
                        <a:pt x="743129" y="371603"/>
                      </a:cubicBezTo>
                      <a:cubicBezTo>
                        <a:pt x="743129" y="371608"/>
                        <a:pt x="743129" y="371613"/>
                        <a:pt x="743129" y="371618"/>
                      </a:cubicBezTo>
                      <a:cubicBezTo>
                        <a:pt x="742895" y="576770"/>
                        <a:pt x="576678" y="743023"/>
                        <a:pt x="371559" y="743269"/>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4</a:t>
                  </a:r>
                  <a:endParaRPr sz="1800">
                    <a:solidFill>
                      <a:srgbClr val="000000"/>
                    </a:solidFill>
                    <a:latin typeface="Calibri"/>
                    <a:ea typeface="Calibri"/>
                    <a:cs typeface="Calibri"/>
                    <a:sym typeface="Calibri"/>
                  </a:endParaRPr>
                </a:p>
              </p:txBody>
            </p:sp>
            <p:sp>
              <p:nvSpPr>
                <p:cNvPr id="1381" name="Google Shape;1381;p35"/>
                <p:cNvSpPr/>
                <p:nvPr/>
              </p:nvSpPr>
              <p:spPr>
                <a:xfrm>
                  <a:off x="3840792" y="3022425"/>
                  <a:ext cx="772797" cy="772922"/>
                </a:xfrm>
                <a:custGeom>
                  <a:rect b="b" l="l" r="r" t="t"/>
                  <a:pathLst>
                    <a:path extrusionOk="0" h="772922" w="772797">
                      <a:moveTo>
                        <a:pt x="386364" y="29594"/>
                      </a:moveTo>
                      <a:cubicBezTo>
                        <a:pt x="583410" y="29596"/>
                        <a:pt x="743146" y="189361"/>
                        <a:pt x="743143" y="386439"/>
                      </a:cubicBezTo>
                      <a:cubicBezTo>
                        <a:pt x="743141" y="583516"/>
                        <a:pt x="583402" y="743278"/>
                        <a:pt x="386356" y="743275"/>
                      </a:cubicBezTo>
                      <a:cubicBezTo>
                        <a:pt x="189310" y="743273"/>
                        <a:pt x="29575" y="583508"/>
                        <a:pt x="29577" y="386431"/>
                      </a:cubicBezTo>
                      <a:cubicBezTo>
                        <a:pt x="29798" y="189444"/>
                        <a:pt x="189409" y="29811"/>
                        <a:pt x="386364" y="29594"/>
                      </a:cubicBezTo>
                      <a:moveTo>
                        <a:pt x="386364" y="-26"/>
                      </a:moveTo>
                      <a:cubicBezTo>
                        <a:pt x="172962" y="-33"/>
                        <a:pt x="-40" y="172986"/>
                        <a:pt x="-47" y="386422"/>
                      </a:cubicBezTo>
                      <a:cubicBezTo>
                        <a:pt x="-54" y="599859"/>
                        <a:pt x="172938" y="772889"/>
                        <a:pt x="386340" y="772896"/>
                      </a:cubicBezTo>
                      <a:cubicBezTo>
                        <a:pt x="599742" y="772903"/>
                        <a:pt x="772744" y="599884"/>
                        <a:pt x="772751" y="386447"/>
                      </a:cubicBezTo>
                      <a:cubicBezTo>
                        <a:pt x="772751" y="386441"/>
                        <a:pt x="772751" y="386436"/>
                        <a:pt x="772751" y="386430"/>
                      </a:cubicBezTo>
                      <a:cubicBezTo>
                        <a:pt x="772507" y="173100"/>
                        <a:pt x="599660" y="221"/>
                        <a:pt x="386364"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2" name="Google Shape;1382;p35"/>
              <p:cNvGrpSpPr/>
              <p:nvPr/>
            </p:nvGrpSpPr>
            <p:grpSpPr>
              <a:xfrm>
                <a:off x="5709270" y="4851435"/>
                <a:ext cx="772803" cy="772928"/>
                <a:chOff x="5709270" y="4851435"/>
                <a:chExt cx="772803" cy="772928"/>
              </a:xfrm>
            </p:grpSpPr>
            <p:sp>
              <p:nvSpPr>
                <p:cNvPr id="1383" name="Google Shape;1383;p35"/>
                <p:cNvSpPr/>
                <p:nvPr/>
              </p:nvSpPr>
              <p:spPr>
                <a:xfrm>
                  <a:off x="5724087" y="4866250"/>
                  <a:ext cx="743183" cy="743302"/>
                </a:xfrm>
                <a:custGeom>
                  <a:rect b="b" l="l" r="r" t="t"/>
                  <a:pathLst>
                    <a:path extrusionOk="0" h="743302" w="743183">
                      <a:moveTo>
                        <a:pt x="371552" y="743276"/>
                      </a:moveTo>
                      <a:cubicBezTo>
                        <a:pt x="166327" y="743280"/>
                        <a:pt x="-43" y="576889"/>
                        <a:pt x="-47" y="371632"/>
                      </a:cubicBezTo>
                      <a:cubicBezTo>
                        <a:pt x="-51" y="166375"/>
                        <a:pt x="166313" y="-22"/>
                        <a:pt x="371537" y="-26"/>
                      </a:cubicBezTo>
                      <a:cubicBezTo>
                        <a:pt x="576762" y="-31"/>
                        <a:pt x="743132" y="166360"/>
                        <a:pt x="743136" y="371618"/>
                      </a:cubicBezTo>
                      <a:cubicBezTo>
                        <a:pt x="742900" y="576776"/>
                        <a:pt x="576677" y="743033"/>
                        <a:pt x="371552" y="743276"/>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3</a:t>
                  </a:r>
                  <a:endParaRPr sz="1800">
                    <a:solidFill>
                      <a:schemeClr val="dk1"/>
                    </a:solidFill>
                    <a:latin typeface="Calibri"/>
                    <a:ea typeface="Calibri"/>
                    <a:cs typeface="Calibri"/>
                    <a:sym typeface="Calibri"/>
                  </a:endParaRPr>
                </a:p>
              </p:txBody>
            </p:sp>
            <p:sp>
              <p:nvSpPr>
                <p:cNvPr id="1384" name="Google Shape;1384;p35"/>
                <p:cNvSpPr/>
                <p:nvPr/>
              </p:nvSpPr>
              <p:spPr>
                <a:xfrm>
                  <a:off x="5709270" y="4851435"/>
                  <a:ext cx="772803" cy="772928"/>
                </a:xfrm>
                <a:custGeom>
                  <a:rect b="b" l="l" r="r" t="t"/>
                  <a:pathLst>
                    <a:path extrusionOk="0" h="772928" w="772803">
                      <a:moveTo>
                        <a:pt x="386368" y="29594"/>
                      </a:moveTo>
                      <a:cubicBezTo>
                        <a:pt x="583416" y="29594"/>
                        <a:pt x="743155" y="189358"/>
                        <a:pt x="743156" y="386437"/>
                      </a:cubicBezTo>
                      <a:cubicBezTo>
                        <a:pt x="743156" y="583516"/>
                        <a:pt x="583418" y="743281"/>
                        <a:pt x="386370" y="743281"/>
                      </a:cubicBezTo>
                      <a:cubicBezTo>
                        <a:pt x="189322" y="743282"/>
                        <a:pt x="29583" y="583518"/>
                        <a:pt x="29583" y="386438"/>
                      </a:cubicBezTo>
                      <a:cubicBezTo>
                        <a:pt x="29804" y="189451"/>
                        <a:pt x="189413" y="29816"/>
                        <a:pt x="386368" y="29595"/>
                      </a:cubicBezTo>
                      <a:moveTo>
                        <a:pt x="386368" y="-26"/>
                      </a:moveTo>
                      <a:cubicBezTo>
                        <a:pt x="172965" y="-34"/>
                        <a:pt x="-40" y="172986"/>
                        <a:pt x="-47" y="386424"/>
                      </a:cubicBezTo>
                      <a:cubicBezTo>
                        <a:pt x="-54" y="599862"/>
                        <a:pt x="172938" y="772894"/>
                        <a:pt x="386342" y="772902"/>
                      </a:cubicBezTo>
                      <a:cubicBezTo>
                        <a:pt x="599745" y="772909"/>
                        <a:pt x="772750" y="599889"/>
                        <a:pt x="772757" y="386451"/>
                      </a:cubicBezTo>
                      <a:cubicBezTo>
                        <a:pt x="772757" y="386446"/>
                        <a:pt x="772757" y="386442"/>
                        <a:pt x="772757" y="386437"/>
                      </a:cubicBezTo>
                      <a:cubicBezTo>
                        <a:pt x="772515" y="173105"/>
                        <a:pt x="599667" y="223"/>
                        <a:pt x="386368"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85" name="Google Shape;1385;p35"/>
            <p:cNvSpPr/>
            <p:nvPr/>
          </p:nvSpPr>
          <p:spPr>
            <a:xfrm>
              <a:off x="3836613" y="3346950"/>
              <a:ext cx="191400" cy="191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6" name="Google Shape;1386;p35"/>
            <p:cNvSpPr/>
            <p:nvPr/>
          </p:nvSpPr>
          <p:spPr>
            <a:xfrm>
              <a:off x="3836613" y="2185050"/>
              <a:ext cx="191400" cy="19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7" name="Google Shape;1387;p35"/>
            <p:cNvSpPr/>
            <p:nvPr/>
          </p:nvSpPr>
          <p:spPr>
            <a:xfrm>
              <a:off x="5115988" y="2185050"/>
              <a:ext cx="191400" cy="19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8" name="Google Shape;1388;p35"/>
            <p:cNvSpPr/>
            <p:nvPr/>
          </p:nvSpPr>
          <p:spPr>
            <a:xfrm>
              <a:off x="5115988" y="3346950"/>
              <a:ext cx="191400" cy="19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389" name="Google Shape;138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1390" name="Google Shape;1390;p35"/>
          <p:cNvGrpSpPr/>
          <p:nvPr/>
        </p:nvGrpSpPr>
        <p:grpSpPr>
          <a:xfrm>
            <a:off x="4374761" y="2674174"/>
            <a:ext cx="394470" cy="394562"/>
            <a:chOff x="6398637" y="2708375"/>
            <a:chExt cx="322596" cy="322644"/>
          </a:xfrm>
        </p:grpSpPr>
        <p:sp>
          <p:nvSpPr>
            <p:cNvPr id="1391" name="Google Shape;1391;p35"/>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2" name="Google Shape;1392;p35"/>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35"/>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35"/>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5" name="Google Shape;1395;p35"/>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96" name="Google Shape;1396;p35"/>
          <p:cNvSpPr txBox="1"/>
          <p:nvPr/>
        </p:nvSpPr>
        <p:spPr>
          <a:xfrm>
            <a:off x="710500" y="1609138"/>
            <a:ext cx="1532700" cy="419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1397" name="Google Shape;1397;p35"/>
          <p:cNvSpPr txBox="1"/>
          <p:nvPr/>
        </p:nvSpPr>
        <p:spPr>
          <a:xfrm>
            <a:off x="710500" y="3633806"/>
            <a:ext cx="1532700" cy="419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sp>
        <p:nvSpPr>
          <p:cNvPr id="1398" name="Google Shape;1398;p35"/>
          <p:cNvSpPr txBox="1"/>
          <p:nvPr/>
        </p:nvSpPr>
        <p:spPr>
          <a:xfrm>
            <a:off x="6906200" y="3633806"/>
            <a:ext cx="1527300" cy="419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1399" name="Google Shape;1399;p35"/>
          <p:cNvSpPr txBox="1"/>
          <p:nvPr/>
        </p:nvSpPr>
        <p:spPr>
          <a:xfrm>
            <a:off x="6906200" y="1609138"/>
            <a:ext cx="1527300" cy="419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cxnSp>
        <p:nvCxnSpPr>
          <p:cNvPr id="1400" name="Google Shape;1400;p35"/>
          <p:cNvCxnSpPr>
            <a:stCxn id="1385" idx="4"/>
            <a:endCxn id="1401" idx="3"/>
          </p:cNvCxnSpPr>
          <p:nvPr/>
        </p:nvCxnSpPr>
        <p:spPr>
          <a:xfrm rot="5400000">
            <a:off x="3487263" y="3398400"/>
            <a:ext cx="305100" cy="585000"/>
          </a:xfrm>
          <a:prstGeom prst="bentConnector2">
            <a:avLst/>
          </a:prstGeom>
          <a:noFill/>
          <a:ln cap="flat" cmpd="sng" w="9525">
            <a:solidFill>
              <a:schemeClr val="dk1"/>
            </a:solidFill>
            <a:prstDash val="solid"/>
            <a:round/>
            <a:headEnd len="med" w="med" type="none"/>
            <a:tailEnd len="med" w="med" type="none"/>
          </a:ln>
        </p:spPr>
      </p:cxnSp>
      <p:sp>
        <p:nvSpPr>
          <p:cNvPr id="1401" name="Google Shape;1401;p35"/>
          <p:cNvSpPr/>
          <p:nvPr/>
        </p:nvSpPr>
        <p:spPr>
          <a:xfrm>
            <a:off x="2238763" y="3633806"/>
            <a:ext cx="1108500" cy="419100"/>
          </a:xfrm>
          <a:prstGeom prst="rect">
            <a:avLst/>
          </a:prstGeom>
          <a:solidFill>
            <a:schemeClr val="lt2"/>
          </a:solidFill>
          <a:ln>
            <a:noFill/>
          </a:ln>
        </p:spPr>
        <p:txBody>
          <a:bodyPr anchorCtr="0" anchor="b" bIns="73150" lIns="91425" spcFirstLastPara="1" rIns="91425" wrap="square" tIns="91425">
            <a:noAutofit/>
          </a:bodyPr>
          <a:lstStyle/>
          <a:p>
            <a:pPr indent="0" lvl="0" marL="0" rtl="0" algn="ctr">
              <a:spcBef>
                <a:spcPts val="0"/>
              </a:spcBef>
              <a:spcAft>
                <a:spcPts val="0"/>
              </a:spcAft>
              <a:buClr>
                <a:srgbClr val="000000"/>
              </a:buClr>
              <a:buFont typeface="Arial"/>
              <a:buNone/>
            </a:pPr>
            <a:r>
              <a:rPr b="1" lang="en" sz="1800">
                <a:solidFill>
                  <a:schemeClr val="dk1"/>
                </a:solidFill>
                <a:latin typeface="Inter"/>
                <a:ea typeface="Inter"/>
                <a:cs typeface="Inter"/>
                <a:sym typeface="Inter"/>
              </a:rPr>
              <a:t>Step 4</a:t>
            </a:r>
            <a:endParaRPr>
              <a:latin typeface="Catamaran"/>
              <a:ea typeface="Catamaran"/>
              <a:cs typeface="Catamaran"/>
              <a:sym typeface="Catamaran"/>
            </a:endParaRPr>
          </a:p>
        </p:txBody>
      </p:sp>
      <p:sp>
        <p:nvSpPr>
          <p:cNvPr id="1402" name="Google Shape;1402;p35"/>
          <p:cNvSpPr/>
          <p:nvPr/>
        </p:nvSpPr>
        <p:spPr>
          <a:xfrm>
            <a:off x="2238750" y="1609138"/>
            <a:ext cx="1108500" cy="419100"/>
          </a:xfrm>
          <a:prstGeom prst="rect">
            <a:avLst/>
          </a:prstGeom>
          <a:solidFill>
            <a:schemeClr val="accent1"/>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nter"/>
                <a:ea typeface="Inter"/>
                <a:cs typeface="Inter"/>
                <a:sym typeface="Inter"/>
              </a:rPr>
              <a:t>Step 1</a:t>
            </a:r>
            <a:endParaRPr>
              <a:latin typeface="Catamaran"/>
              <a:ea typeface="Catamaran"/>
              <a:cs typeface="Catamaran"/>
              <a:sym typeface="Catamaran"/>
            </a:endParaRPr>
          </a:p>
        </p:txBody>
      </p:sp>
      <p:cxnSp>
        <p:nvCxnSpPr>
          <p:cNvPr id="1403" name="Google Shape;1403;p35"/>
          <p:cNvCxnSpPr>
            <a:stCxn id="1386" idx="0"/>
            <a:endCxn id="1402" idx="3"/>
          </p:cNvCxnSpPr>
          <p:nvPr/>
        </p:nvCxnSpPr>
        <p:spPr>
          <a:xfrm flipH="1" rot="5400000">
            <a:off x="3456663" y="1709400"/>
            <a:ext cx="366300" cy="585000"/>
          </a:xfrm>
          <a:prstGeom prst="bentConnector2">
            <a:avLst/>
          </a:prstGeom>
          <a:noFill/>
          <a:ln cap="flat" cmpd="sng" w="9525">
            <a:solidFill>
              <a:schemeClr val="dk1"/>
            </a:solidFill>
            <a:prstDash val="solid"/>
            <a:round/>
            <a:headEnd len="med" w="med" type="none"/>
            <a:tailEnd len="med" w="med" type="none"/>
          </a:ln>
        </p:spPr>
      </p:cxnSp>
      <p:sp>
        <p:nvSpPr>
          <p:cNvPr id="1404" name="Google Shape;1404;p35"/>
          <p:cNvSpPr/>
          <p:nvPr/>
        </p:nvSpPr>
        <p:spPr>
          <a:xfrm>
            <a:off x="5796738" y="1609138"/>
            <a:ext cx="1108500" cy="419100"/>
          </a:xfrm>
          <a:prstGeom prst="rect">
            <a:avLst/>
          </a:prstGeom>
          <a:solidFill>
            <a:schemeClr val="dk2"/>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nter"/>
                <a:ea typeface="Inter"/>
                <a:cs typeface="Inter"/>
                <a:sym typeface="Inter"/>
              </a:rPr>
              <a:t>Step 2</a:t>
            </a:r>
            <a:endParaRPr>
              <a:latin typeface="Catamaran"/>
              <a:ea typeface="Catamaran"/>
              <a:cs typeface="Catamaran"/>
              <a:sym typeface="Catamaran"/>
            </a:endParaRPr>
          </a:p>
        </p:txBody>
      </p:sp>
      <p:cxnSp>
        <p:nvCxnSpPr>
          <p:cNvPr id="1405" name="Google Shape;1405;p35"/>
          <p:cNvCxnSpPr>
            <a:stCxn id="1404" idx="1"/>
            <a:endCxn id="1387" idx="0"/>
          </p:cNvCxnSpPr>
          <p:nvPr/>
        </p:nvCxnSpPr>
        <p:spPr>
          <a:xfrm flipH="1">
            <a:off x="5211738" y="1818688"/>
            <a:ext cx="585000" cy="366300"/>
          </a:xfrm>
          <a:prstGeom prst="bentConnector2">
            <a:avLst/>
          </a:prstGeom>
          <a:noFill/>
          <a:ln cap="flat" cmpd="sng" w="9525">
            <a:solidFill>
              <a:schemeClr val="dk1"/>
            </a:solidFill>
            <a:prstDash val="solid"/>
            <a:round/>
            <a:headEnd len="med" w="med" type="none"/>
            <a:tailEnd len="med" w="med" type="none"/>
          </a:ln>
        </p:spPr>
      </p:cxnSp>
      <p:sp>
        <p:nvSpPr>
          <p:cNvPr id="1406" name="Google Shape;1406;p35"/>
          <p:cNvSpPr/>
          <p:nvPr/>
        </p:nvSpPr>
        <p:spPr>
          <a:xfrm>
            <a:off x="5796725" y="3633806"/>
            <a:ext cx="1108500" cy="419100"/>
          </a:xfrm>
          <a:prstGeom prst="rect">
            <a:avLst/>
          </a:prstGeom>
          <a:solidFill>
            <a:schemeClr val="accent2"/>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Inter"/>
                <a:ea typeface="Inter"/>
                <a:cs typeface="Inter"/>
                <a:sym typeface="Inter"/>
              </a:rPr>
              <a:t>Step 3</a:t>
            </a:r>
            <a:endParaRPr>
              <a:solidFill>
                <a:schemeClr val="accent4"/>
              </a:solidFill>
              <a:latin typeface="Catamaran"/>
              <a:ea typeface="Catamaran"/>
              <a:cs typeface="Catamaran"/>
              <a:sym typeface="Catamaran"/>
            </a:endParaRPr>
          </a:p>
        </p:txBody>
      </p:sp>
      <p:cxnSp>
        <p:nvCxnSpPr>
          <p:cNvPr id="1407" name="Google Shape;1407;p35"/>
          <p:cNvCxnSpPr>
            <a:stCxn id="1406" idx="1"/>
            <a:endCxn id="1388" idx="4"/>
          </p:cNvCxnSpPr>
          <p:nvPr/>
        </p:nvCxnSpPr>
        <p:spPr>
          <a:xfrm rot="10800000">
            <a:off x="5211725" y="3538256"/>
            <a:ext cx="585000" cy="305100"/>
          </a:xfrm>
          <a:prstGeom prst="bentConnector2">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1" name="Shape 1411"/>
        <p:cNvGrpSpPr/>
        <p:nvPr/>
      </p:nvGrpSpPr>
      <p:grpSpPr>
        <a:xfrm>
          <a:off x="0" y="0"/>
          <a:ext cx="0" cy="0"/>
          <a:chOff x="0" y="0"/>
          <a:chExt cx="0" cy="0"/>
        </a:xfrm>
      </p:grpSpPr>
      <p:sp>
        <p:nvSpPr>
          <p:cNvPr id="1412" name="Google Shape;1412;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413" name="Google Shape;1413;p36"/>
          <p:cNvSpPr/>
          <p:nvPr/>
        </p:nvSpPr>
        <p:spPr>
          <a:xfrm rot="-5400000">
            <a:off x="4141386" y="3394438"/>
            <a:ext cx="781560" cy="544460"/>
          </a:xfrm>
          <a:custGeom>
            <a:rect b="b" l="l" r="r" t="t"/>
            <a:pathLst>
              <a:path extrusionOk="0" h="769555" w="1104678">
                <a:moveTo>
                  <a:pt x="831181" y="769529"/>
                </a:moveTo>
                <a:cubicBezTo>
                  <a:pt x="361538" y="769529"/>
                  <a:pt x="502103" y="-26"/>
                  <a:pt x="-47" y="-26"/>
                </a:cubicBezTo>
                <a:lnTo>
                  <a:pt x="273404" y="-26"/>
                </a:lnTo>
                <a:cubicBezTo>
                  <a:pt x="775554" y="-26"/>
                  <a:pt x="634991" y="769529"/>
                  <a:pt x="1104632" y="7695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4" name="Google Shape;1414;p36"/>
          <p:cNvSpPr/>
          <p:nvPr/>
        </p:nvSpPr>
        <p:spPr>
          <a:xfrm rot="-5400000">
            <a:off x="4141387" y="2618508"/>
            <a:ext cx="781558" cy="544460"/>
          </a:xfrm>
          <a:custGeom>
            <a:rect b="b" l="l" r="r" t="t"/>
            <a:pathLst>
              <a:path extrusionOk="0" h="769555" w="1104676">
                <a:moveTo>
                  <a:pt x="831180" y="769529"/>
                </a:moveTo>
                <a:cubicBezTo>
                  <a:pt x="361538" y="769529"/>
                  <a:pt x="502103" y="-26"/>
                  <a:pt x="-47" y="-26"/>
                </a:cubicBezTo>
                <a:lnTo>
                  <a:pt x="273404" y="-26"/>
                </a:lnTo>
                <a:cubicBezTo>
                  <a:pt x="775554" y="-26"/>
                  <a:pt x="634989" y="769529"/>
                  <a:pt x="1104630" y="7695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5" name="Google Shape;1415;p36"/>
          <p:cNvSpPr/>
          <p:nvPr/>
        </p:nvSpPr>
        <p:spPr>
          <a:xfrm rot="-5400000">
            <a:off x="4141387" y="1842578"/>
            <a:ext cx="781559" cy="544460"/>
          </a:xfrm>
          <a:custGeom>
            <a:rect b="b" l="l" r="r" t="t"/>
            <a:pathLst>
              <a:path extrusionOk="0" h="769555" w="1104677">
                <a:moveTo>
                  <a:pt x="831180" y="769529"/>
                </a:moveTo>
                <a:cubicBezTo>
                  <a:pt x="361539" y="769529"/>
                  <a:pt x="502103" y="-26"/>
                  <a:pt x="-47" y="-26"/>
                </a:cubicBezTo>
                <a:lnTo>
                  <a:pt x="273404" y="-26"/>
                </a:lnTo>
                <a:cubicBezTo>
                  <a:pt x="775554" y="-26"/>
                  <a:pt x="634989" y="769529"/>
                  <a:pt x="1104630" y="7695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6" name="Google Shape;1416;p36"/>
          <p:cNvSpPr/>
          <p:nvPr/>
        </p:nvSpPr>
        <p:spPr>
          <a:xfrm rot="-5400000">
            <a:off x="4249449" y="3773874"/>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7" name="Google Shape;1417;p36"/>
          <p:cNvSpPr/>
          <p:nvPr/>
        </p:nvSpPr>
        <p:spPr>
          <a:xfrm>
            <a:off x="4340182" y="3864010"/>
            <a:ext cx="386290" cy="386351"/>
          </a:xfrm>
          <a:custGeom>
            <a:rect b="b" l="l" r="r" t="t"/>
            <a:pathLst>
              <a:path extrusionOk="0" h="544157" w="544070">
                <a:moveTo>
                  <a:pt x="544070" y="272079"/>
                </a:moveTo>
                <a:cubicBezTo>
                  <a:pt x="544070" y="422344"/>
                  <a:pt x="422276" y="544158"/>
                  <a:pt x="272035" y="544158"/>
                </a:cubicBezTo>
                <a:cubicBezTo>
                  <a:pt x="121794" y="544158"/>
                  <a:pt x="0" y="422344"/>
                  <a:pt x="0" y="272079"/>
                </a:cubicBezTo>
                <a:cubicBezTo>
                  <a:pt x="0" y="121814"/>
                  <a:pt x="121794" y="0"/>
                  <a:pt x="272035" y="0"/>
                </a:cubicBezTo>
                <a:cubicBezTo>
                  <a:pt x="422276" y="0"/>
                  <a:pt x="544070" y="121814"/>
                  <a:pt x="544070"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4</a:t>
            </a:r>
            <a:endParaRPr b="1" sz="1800">
              <a:solidFill>
                <a:schemeClr val="dk1"/>
              </a:solidFill>
              <a:latin typeface="Inter"/>
              <a:ea typeface="Inter"/>
              <a:cs typeface="Inter"/>
              <a:sym typeface="Inter"/>
            </a:endParaRPr>
          </a:p>
        </p:txBody>
      </p:sp>
      <p:sp>
        <p:nvSpPr>
          <p:cNvPr id="1418" name="Google Shape;1418;p36"/>
          <p:cNvSpPr/>
          <p:nvPr/>
        </p:nvSpPr>
        <p:spPr>
          <a:xfrm rot="-5400000">
            <a:off x="4249449" y="2205890"/>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3" y="0"/>
                  <a:pt x="399523" y="0"/>
                </a:cubicBezTo>
                <a:cubicBezTo>
                  <a:pt x="620173" y="0"/>
                  <a:pt x="799045" y="178901"/>
                  <a:pt x="799045" y="3995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9" name="Google Shape;1419;p36"/>
          <p:cNvSpPr/>
          <p:nvPr/>
        </p:nvSpPr>
        <p:spPr>
          <a:xfrm>
            <a:off x="4339940" y="2296462"/>
            <a:ext cx="386290" cy="386351"/>
          </a:xfrm>
          <a:custGeom>
            <a:rect b="b" l="l" r="r" t="t"/>
            <a:pathLst>
              <a:path extrusionOk="0" h="544157" w="544070">
                <a:moveTo>
                  <a:pt x="544070" y="272079"/>
                </a:moveTo>
                <a:cubicBezTo>
                  <a:pt x="544070" y="422344"/>
                  <a:pt x="422276" y="544158"/>
                  <a:pt x="272035" y="544158"/>
                </a:cubicBezTo>
                <a:cubicBezTo>
                  <a:pt x="121794" y="544158"/>
                  <a:pt x="0" y="422344"/>
                  <a:pt x="0" y="272079"/>
                </a:cubicBezTo>
                <a:cubicBezTo>
                  <a:pt x="0" y="121814"/>
                  <a:pt x="121794" y="0"/>
                  <a:pt x="272035" y="0"/>
                </a:cubicBezTo>
                <a:cubicBezTo>
                  <a:pt x="422276" y="0"/>
                  <a:pt x="544070" y="121814"/>
                  <a:pt x="544070"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2</a:t>
            </a:r>
            <a:endParaRPr b="1" sz="1800">
              <a:solidFill>
                <a:schemeClr val="dk1"/>
              </a:solidFill>
              <a:latin typeface="Inter"/>
              <a:ea typeface="Inter"/>
              <a:cs typeface="Inter"/>
              <a:sym typeface="Inter"/>
            </a:endParaRPr>
          </a:p>
        </p:txBody>
      </p:sp>
      <p:sp>
        <p:nvSpPr>
          <p:cNvPr id="1420" name="Google Shape;1420;p36"/>
          <p:cNvSpPr/>
          <p:nvPr/>
        </p:nvSpPr>
        <p:spPr>
          <a:xfrm rot="-5400000">
            <a:off x="4249449" y="1421902"/>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21" name="Google Shape;1421;p36"/>
          <p:cNvSpPr/>
          <p:nvPr/>
        </p:nvSpPr>
        <p:spPr>
          <a:xfrm>
            <a:off x="4340182" y="1512040"/>
            <a:ext cx="386290" cy="386352"/>
          </a:xfrm>
          <a:custGeom>
            <a:rect b="b" l="l" r="r" t="t"/>
            <a:pathLst>
              <a:path extrusionOk="0" h="544158" w="544071">
                <a:moveTo>
                  <a:pt x="544071" y="272079"/>
                </a:moveTo>
                <a:cubicBezTo>
                  <a:pt x="544071" y="422345"/>
                  <a:pt x="422276" y="544159"/>
                  <a:pt x="272035" y="544159"/>
                </a:cubicBezTo>
                <a:cubicBezTo>
                  <a:pt x="121794" y="544159"/>
                  <a:pt x="0" y="422345"/>
                  <a:pt x="0" y="272079"/>
                </a:cubicBezTo>
                <a:cubicBezTo>
                  <a:pt x="0" y="121814"/>
                  <a:pt x="121795" y="0"/>
                  <a:pt x="272035" y="0"/>
                </a:cubicBezTo>
                <a:cubicBezTo>
                  <a:pt x="422277" y="0"/>
                  <a:pt x="544071" y="121814"/>
                  <a:pt x="544071"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1</a:t>
            </a:r>
            <a:endParaRPr b="1" sz="1800">
              <a:solidFill>
                <a:schemeClr val="dk1"/>
              </a:solidFill>
              <a:latin typeface="Inter"/>
              <a:ea typeface="Inter"/>
              <a:cs typeface="Inter"/>
              <a:sym typeface="Inter"/>
            </a:endParaRPr>
          </a:p>
        </p:txBody>
      </p:sp>
      <p:sp>
        <p:nvSpPr>
          <p:cNvPr id="1422" name="Google Shape;1422;p36"/>
          <p:cNvSpPr/>
          <p:nvPr/>
        </p:nvSpPr>
        <p:spPr>
          <a:xfrm rot="-5400000">
            <a:off x="4249449" y="2989887"/>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23" name="Google Shape;1423;p36"/>
          <p:cNvSpPr/>
          <p:nvPr/>
        </p:nvSpPr>
        <p:spPr>
          <a:xfrm>
            <a:off x="4339968" y="3081513"/>
            <a:ext cx="384930" cy="384992"/>
          </a:xfrm>
          <a:custGeom>
            <a:rect b="b" l="l" r="r" t="t"/>
            <a:pathLst>
              <a:path extrusionOk="0" h="544158" w="544071">
                <a:moveTo>
                  <a:pt x="544071" y="272079"/>
                </a:moveTo>
                <a:cubicBezTo>
                  <a:pt x="544071" y="422345"/>
                  <a:pt x="422277" y="544159"/>
                  <a:pt x="272036" y="544159"/>
                </a:cubicBezTo>
                <a:cubicBezTo>
                  <a:pt x="121795" y="544159"/>
                  <a:pt x="0" y="422345"/>
                  <a:pt x="0" y="272079"/>
                </a:cubicBezTo>
                <a:cubicBezTo>
                  <a:pt x="0" y="121814"/>
                  <a:pt x="121795" y="0"/>
                  <a:pt x="272036" y="0"/>
                </a:cubicBezTo>
                <a:cubicBezTo>
                  <a:pt x="422277" y="0"/>
                  <a:pt x="544071" y="121814"/>
                  <a:pt x="544071"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3</a:t>
            </a:r>
            <a:endParaRPr b="1" sz="1800">
              <a:solidFill>
                <a:schemeClr val="dk1"/>
              </a:solidFill>
              <a:latin typeface="Inter"/>
              <a:ea typeface="Inter"/>
              <a:cs typeface="Inter"/>
              <a:sym typeface="Inter"/>
            </a:endParaRPr>
          </a:p>
        </p:txBody>
      </p:sp>
      <p:sp>
        <p:nvSpPr>
          <p:cNvPr id="1424" name="Google Shape;1424;p36"/>
          <p:cNvSpPr txBox="1"/>
          <p:nvPr/>
        </p:nvSpPr>
        <p:spPr>
          <a:xfrm flipH="1">
            <a:off x="4909050" y="1530900"/>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1425" name="Google Shape;1425;p36"/>
          <p:cNvSpPr txBox="1"/>
          <p:nvPr/>
        </p:nvSpPr>
        <p:spPr>
          <a:xfrm flipH="1">
            <a:off x="4909050" y="3099050"/>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1426" name="Google Shape;1426;p36"/>
          <p:cNvSpPr txBox="1"/>
          <p:nvPr/>
        </p:nvSpPr>
        <p:spPr>
          <a:xfrm flipH="1">
            <a:off x="4909050" y="2314971"/>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1427" name="Google Shape;1427;p36"/>
          <p:cNvSpPr txBox="1"/>
          <p:nvPr/>
        </p:nvSpPr>
        <p:spPr>
          <a:xfrm flipH="1">
            <a:off x="4909050" y="3883125"/>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grpSp>
        <p:nvGrpSpPr>
          <p:cNvPr id="1428" name="Google Shape;1428;p36"/>
          <p:cNvGrpSpPr/>
          <p:nvPr/>
        </p:nvGrpSpPr>
        <p:grpSpPr>
          <a:xfrm>
            <a:off x="733650" y="1254338"/>
            <a:ext cx="3168201" cy="3272800"/>
            <a:chOff x="765375" y="1278150"/>
            <a:chExt cx="3168201" cy="3272800"/>
          </a:xfrm>
        </p:grpSpPr>
        <p:grpSp>
          <p:nvGrpSpPr>
            <p:cNvPr id="1429" name="Google Shape;1429;p36"/>
            <p:cNvGrpSpPr/>
            <p:nvPr/>
          </p:nvGrpSpPr>
          <p:grpSpPr>
            <a:xfrm>
              <a:off x="1503945" y="1411672"/>
              <a:ext cx="2429631" cy="2985668"/>
              <a:chOff x="3385538" y="779579"/>
              <a:chExt cx="1750833" cy="2151523"/>
            </a:xfrm>
          </p:grpSpPr>
          <p:grpSp>
            <p:nvGrpSpPr>
              <p:cNvPr id="1430" name="Google Shape;1430;p36"/>
              <p:cNvGrpSpPr/>
              <p:nvPr/>
            </p:nvGrpSpPr>
            <p:grpSpPr>
              <a:xfrm>
                <a:off x="3385538" y="1350218"/>
                <a:ext cx="1349968" cy="1580884"/>
                <a:chOff x="3385538" y="1350218"/>
                <a:chExt cx="1349968" cy="1580884"/>
              </a:xfrm>
            </p:grpSpPr>
            <p:grpSp>
              <p:nvGrpSpPr>
                <p:cNvPr id="1431" name="Google Shape;1431;p36"/>
                <p:cNvGrpSpPr/>
                <p:nvPr/>
              </p:nvGrpSpPr>
              <p:grpSpPr>
                <a:xfrm>
                  <a:off x="3385538" y="1424345"/>
                  <a:ext cx="1106065" cy="936281"/>
                  <a:chOff x="3385538" y="1424345"/>
                  <a:chExt cx="1106065" cy="936281"/>
                </a:xfrm>
              </p:grpSpPr>
              <p:sp>
                <p:nvSpPr>
                  <p:cNvPr id="1432" name="Google Shape;1432;p36"/>
                  <p:cNvSpPr/>
                  <p:nvPr/>
                </p:nvSpPr>
                <p:spPr>
                  <a:xfrm>
                    <a:off x="4060522" y="1424345"/>
                    <a:ext cx="232744" cy="198345"/>
                  </a:xfrm>
                  <a:custGeom>
                    <a:rect b="b" l="l" r="r" t="t"/>
                    <a:pathLst>
                      <a:path extrusionOk="0" h="198345" w="232744">
                        <a:moveTo>
                          <a:pt x="118086" y="0"/>
                        </a:moveTo>
                        <a:cubicBezTo>
                          <a:pt x="73462" y="29370"/>
                          <a:pt x="33632" y="65444"/>
                          <a:pt x="0" y="106951"/>
                        </a:cubicBezTo>
                        <a:cubicBezTo>
                          <a:pt x="13177" y="123230"/>
                          <a:pt x="25358" y="140290"/>
                          <a:pt x="36476" y="158038"/>
                        </a:cubicBezTo>
                        <a:cubicBezTo>
                          <a:pt x="103548" y="161567"/>
                          <a:pt x="169710" y="175155"/>
                          <a:pt x="232745" y="198346"/>
                        </a:cubicBezTo>
                        <a:cubicBezTo>
                          <a:pt x="206094" y="126186"/>
                          <a:pt x="167317" y="59107"/>
                          <a:pt x="11808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3" name="Google Shape;1433;p36"/>
                  <p:cNvGrpSpPr/>
                  <p:nvPr/>
                </p:nvGrpSpPr>
                <p:grpSpPr>
                  <a:xfrm>
                    <a:off x="3385538" y="1737341"/>
                    <a:ext cx="350895" cy="623285"/>
                    <a:chOff x="3385538" y="1737341"/>
                    <a:chExt cx="350895" cy="623285"/>
                  </a:xfrm>
                </p:grpSpPr>
                <p:sp>
                  <p:nvSpPr>
                    <p:cNvPr id="1434" name="Google Shape;1434;p36"/>
                    <p:cNvSpPr/>
                    <p:nvPr/>
                  </p:nvSpPr>
                  <p:spPr>
                    <a:xfrm>
                      <a:off x="3385538" y="1855369"/>
                      <a:ext cx="243887" cy="505257"/>
                    </a:xfrm>
                    <a:custGeom>
                      <a:rect b="b" l="l" r="r" t="t"/>
                      <a:pathLst>
                        <a:path extrusionOk="0" h="505257" w="243887">
                          <a:moveTo>
                            <a:pt x="132374" y="0"/>
                          </a:moveTo>
                          <a:cubicBezTo>
                            <a:pt x="46280" y="115921"/>
                            <a:pt x="-141" y="256512"/>
                            <a:pt x="0" y="400906"/>
                          </a:cubicBezTo>
                          <a:cubicBezTo>
                            <a:pt x="0" y="413141"/>
                            <a:pt x="381" y="425270"/>
                            <a:pt x="1010" y="437348"/>
                          </a:cubicBezTo>
                          <a:cubicBezTo>
                            <a:pt x="52773" y="469854"/>
                            <a:pt x="109927" y="492851"/>
                            <a:pt x="169778" y="505258"/>
                          </a:cubicBezTo>
                          <a:cubicBezTo>
                            <a:pt x="142200" y="371500"/>
                            <a:pt x="168856" y="232265"/>
                            <a:pt x="243887" y="118151"/>
                          </a:cubicBezTo>
                          <a:cubicBezTo>
                            <a:pt x="202126" y="83368"/>
                            <a:pt x="164687" y="43701"/>
                            <a:pt x="13237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36"/>
                    <p:cNvSpPr/>
                    <p:nvPr/>
                  </p:nvSpPr>
                  <p:spPr>
                    <a:xfrm>
                      <a:off x="3517912" y="1737341"/>
                      <a:ext cx="218521" cy="236179"/>
                    </a:xfrm>
                    <a:custGeom>
                      <a:rect b="b" l="l" r="r" t="t"/>
                      <a:pathLst>
                        <a:path extrusionOk="0" h="236179" w="218521">
                          <a:moveTo>
                            <a:pt x="0" y="118029"/>
                          </a:moveTo>
                          <a:cubicBezTo>
                            <a:pt x="32313" y="161730"/>
                            <a:pt x="69751" y="201397"/>
                            <a:pt x="111513" y="236180"/>
                          </a:cubicBezTo>
                          <a:cubicBezTo>
                            <a:pt x="140901" y="191540"/>
                            <a:pt x="176994" y="151696"/>
                            <a:pt x="218522" y="118053"/>
                          </a:cubicBezTo>
                          <a:cubicBezTo>
                            <a:pt x="177004" y="84428"/>
                            <a:pt x="140912" y="44610"/>
                            <a:pt x="111513" y="0"/>
                          </a:cubicBezTo>
                          <a:cubicBezTo>
                            <a:pt x="69768" y="34754"/>
                            <a:pt x="32331" y="74379"/>
                            <a:pt x="0" y="118029"/>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6" name="Google Shape;1436;p36"/>
                  <p:cNvSpPr/>
                  <p:nvPr/>
                </p:nvSpPr>
                <p:spPr>
                  <a:xfrm>
                    <a:off x="3629425" y="1581306"/>
                    <a:ext cx="862178" cy="274103"/>
                  </a:xfrm>
                  <a:custGeom>
                    <a:rect b="b" l="l" r="r" t="t"/>
                    <a:pathLst>
                      <a:path extrusionOk="0" h="274103" w="862178">
                        <a:moveTo>
                          <a:pt x="663842" y="41385"/>
                        </a:moveTo>
                        <a:cubicBezTo>
                          <a:pt x="600807" y="18194"/>
                          <a:pt x="534646" y="4606"/>
                          <a:pt x="467573" y="1077"/>
                        </a:cubicBezTo>
                        <a:cubicBezTo>
                          <a:pt x="455486" y="431"/>
                          <a:pt x="443333" y="0"/>
                          <a:pt x="431097" y="0"/>
                        </a:cubicBezTo>
                        <a:cubicBezTo>
                          <a:pt x="273550" y="-134"/>
                          <a:pt x="120964" y="55094"/>
                          <a:pt x="0" y="156034"/>
                        </a:cubicBezTo>
                        <a:cubicBezTo>
                          <a:pt x="29399" y="200644"/>
                          <a:pt x="65491" y="240462"/>
                          <a:pt x="107008" y="274087"/>
                        </a:cubicBezTo>
                        <a:cubicBezTo>
                          <a:pt x="277813" y="135583"/>
                          <a:pt x="517758" y="120936"/>
                          <a:pt x="704141" y="237636"/>
                        </a:cubicBezTo>
                        <a:cubicBezTo>
                          <a:pt x="721887" y="248751"/>
                          <a:pt x="738944" y="260929"/>
                          <a:pt x="755220" y="274104"/>
                        </a:cubicBezTo>
                        <a:cubicBezTo>
                          <a:pt x="796730" y="240477"/>
                          <a:pt x="832807" y="200650"/>
                          <a:pt x="862179" y="156027"/>
                        </a:cubicBezTo>
                        <a:cubicBezTo>
                          <a:pt x="803072" y="106805"/>
                          <a:pt x="735996" y="68033"/>
                          <a:pt x="663842" y="41385"/>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7" name="Google Shape;1437;p36"/>
                <p:cNvSpPr/>
                <p:nvPr/>
              </p:nvSpPr>
              <p:spPr>
                <a:xfrm>
                  <a:off x="3525662" y="1855410"/>
                  <a:ext cx="1209844" cy="1075692"/>
                </a:xfrm>
                <a:custGeom>
                  <a:rect b="b" l="l" r="r" t="t"/>
                  <a:pathLst>
                    <a:path extrusionOk="0" h="1075692" w="1209844">
                      <a:moveTo>
                        <a:pt x="1077521" y="0"/>
                      </a:moveTo>
                      <a:cubicBezTo>
                        <a:pt x="1045173" y="43675"/>
                        <a:pt x="1007714" y="83321"/>
                        <a:pt x="965942" y="118093"/>
                      </a:cubicBezTo>
                      <a:cubicBezTo>
                        <a:pt x="1122308" y="355990"/>
                        <a:pt x="1056214" y="675603"/>
                        <a:pt x="818317" y="831969"/>
                      </a:cubicBezTo>
                      <a:cubicBezTo>
                        <a:pt x="638155" y="950388"/>
                        <a:pt x="403327" y="944173"/>
                        <a:pt x="229679" y="816391"/>
                      </a:cubicBezTo>
                      <a:lnTo>
                        <a:pt x="337135" y="705590"/>
                      </a:lnTo>
                      <a:lnTo>
                        <a:pt x="111974" y="695697"/>
                      </a:lnTo>
                      <a:lnTo>
                        <a:pt x="0" y="690781"/>
                      </a:lnTo>
                      <a:lnTo>
                        <a:pt x="10017" y="824653"/>
                      </a:lnTo>
                      <a:lnTo>
                        <a:pt x="25166" y="1027287"/>
                      </a:lnTo>
                      <a:lnTo>
                        <a:pt x="118217" y="931323"/>
                      </a:lnTo>
                      <a:cubicBezTo>
                        <a:pt x="411053" y="1161634"/>
                        <a:pt x="835148" y="1110948"/>
                        <a:pt x="1065460" y="818112"/>
                      </a:cubicBezTo>
                      <a:cubicBezTo>
                        <a:pt x="1151332" y="708926"/>
                        <a:pt x="1201404" y="575893"/>
                        <a:pt x="1208835" y="437184"/>
                      </a:cubicBezTo>
                      <a:cubicBezTo>
                        <a:pt x="1209481" y="425154"/>
                        <a:pt x="1209844" y="413059"/>
                        <a:pt x="1209844" y="400865"/>
                      </a:cubicBezTo>
                      <a:cubicBezTo>
                        <a:pt x="1209983" y="256492"/>
                        <a:pt x="1163581" y="115920"/>
                        <a:pt x="107752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36"/>
                <p:cNvSpPr/>
                <p:nvPr/>
              </p:nvSpPr>
              <p:spPr>
                <a:xfrm>
                  <a:off x="4060522" y="1751184"/>
                  <a:ext cx="274120" cy="535316"/>
                </a:xfrm>
                <a:custGeom>
                  <a:rect b="b" l="l" r="r" t="t"/>
                  <a:pathLst>
                    <a:path extrusionOk="0" h="535316" w="274120">
                      <a:moveTo>
                        <a:pt x="273044" y="67759"/>
                      </a:moveTo>
                      <a:cubicBezTo>
                        <a:pt x="221267" y="35289"/>
                        <a:pt x="164101" y="12342"/>
                        <a:pt x="104245" y="0"/>
                      </a:cubicBezTo>
                      <a:cubicBezTo>
                        <a:pt x="135502" y="151194"/>
                        <a:pt x="97236" y="308433"/>
                        <a:pt x="0" y="428357"/>
                      </a:cubicBezTo>
                      <a:cubicBezTo>
                        <a:pt x="33637" y="469862"/>
                        <a:pt x="73466" y="505938"/>
                        <a:pt x="118086" y="535316"/>
                      </a:cubicBezTo>
                      <a:cubicBezTo>
                        <a:pt x="211049" y="423997"/>
                        <a:pt x="265420" y="285541"/>
                        <a:pt x="273044" y="140711"/>
                      </a:cubicBezTo>
                      <a:cubicBezTo>
                        <a:pt x="273690" y="128624"/>
                        <a:pt x="274120" y="116471"/>
                        <a:pt x="274120" y="104243"/>
                      </a:cubicBezTo>
                      <a:cubicBezTo>
                        <a:pt x="274120" y="91990"/>
                        <a:pt x="273690" y="79845"/>
                        <a:pt x="273044" y="6775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36"/>
                <p:cNvSpPr/>
                <p:nvPr/>
              </p:nvSpPr>
              <p:spPr>
                <a:xfrm>
                  <a:off x="4293267" y="1350218"/>
                  <a:ext cx="442239" cy="737927"/>
                </a:xfrm>
                <a:custGeom>
                  <a:rect b="b" l="l" r="r" t="t"/>
                  <a:pathLst>
                    <a:path extrusionOk="0" h="737927" w="442239">
                      <a:moveTo>
                        <a:pt x="441214" y="67910"/>
                      </a:moveTo>
                      <a:cubicBezTo>
                        <a:pt x="389462" y="35381"/>
                        <a:pt x="332305" y="12382"/>
                        <a:pt x="272447" y="0"/>
                      </a:cubicBezTo>
                      <a:cubicBezTo>
                        <a:pt x="315612" y="211305"/>
                        <a:pt x="223082" y="427207"/>
                        <a:pt x="40299" y="541676"/>
                      </a:cubicBezTo>
                      <a:cubicBezTo>
                        <a:pt x="36765" y="608742"/>
                        <a:pt x="23181" y="674897"/>
                        <a:pt x="0" y="737928"/>
                      </a:cubicBezTo>
                      <a:cubicBezTo>
                        <a:pt x="265391" y="639973"/>
                        <a:pt x="441806" y="387226"/>
                        <a:pt x="442239" y="104335"/>
                      </a:cubicBezTo>
                      <a:cubicBezTo>
                        <a:pt x="442240" y="92116"/>
                        <a:pt x="441860" y="79980"/>
                        <a:pt x="441214" y="679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0" name="Google Shape;1440;p36"/>
              <p:cNvSpPr/>
              <p:nvPr/>
            </p:nvSpPr>
            <p:spPr>
              <a:xfrm>
                <a:off x="3385541" y="779579"/>
                <a:ext cx="1209825" cy="1075789"/>
              </a:xfrm>
              <a:custGeom>
                <a:rect b="b" l="l" r="r" t="t"/>
                <a:pathLst>
                  <a:path extrusionOk="0" h="1075789" w="1209825">
                    <a:moveTo>
                      <a:pt x="1199826" y="251203"/>
                    </a:moveTo>
                    <a:lnTo>
                      <a:pt x="1184676" y="48560"/>
                    </a:lnTo>
                    <a:lnTo>
                      <a:pt x="1091624" y="144509"/>
                    </a:lnTo>
                    <a:cubicBezTo>
                      <a:pt x="798921" y="-85881"/>
                      <a:pt x="374870" y="-35365"/>
                      <a:pt x="144481" y="257338"/>
                    </a:cubicBezTo>
                    <a:cubicBezTo>
                      <a:pt x="-43564" y="496243"/>
                      <a:pt x="-48523" y="831426"/>
                      <a:pt x="132371" y="1075790"/>
                    </a:cubicBezTo>
                    <a:cubicBezTo>
                      <a:pt x="164701" y="1032140"/>
                      <a:pt x="202139" y="992516"/>
                      <a:pt x="243884" y="957761"/>
                    </a:cubicBezTo>
                    <a:cubicBezTo>
                      <a:pt x="87518" y="719858"/>
                      <a:pt x="153617" y="400241"/>
                      <a:pt x="391520" y="243875"/>
                    </a:cubicBezTo>
                    <a:cubicBezTo>
                      <a:pt x="571686" y="125459"/>
                      <a:pt x="806514" y="131674"/>
                      <a:pt x="980162" y="259456"/>
                    </a:cubicBezTo>
                    <a:lnTo>
                      <a:pt x="872723" y="370240"/>
                    </a:lnTo>
                    <a:lnTo>
                      <a:pt x="1097867" y="380158"/>
                    </a:lnTo>
                    <a:lnTo>
                      <a:pt x="1209826" y="38507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36"/>
              <p:cNvSpPr/>
              <p:nvPr/>
            </p:nvSpPr>
            <p:spPr>
              <a:xfrm>
                <a:off x="3827796" y="2088161"/>
                <a:ext cx="737951" cy="442241"/>
              </a:xfrm>
              <a:custGeom>
                <a:rect b="b" l="l" r="r" t="t"/>
                <a:pathLst>
                  <a:path extrusionOk="0" h="442241" w="737951">
                    <a:moveTo>
                      <a:pt x="633591" y="283069"/>
                    </a:moveTo>
                    <a:cubicBezTo>
                      <a:pt x="533064" y="283154"/>
                      <a:pt x="434729" y="253690"/>
                      <a:pt x="350812" y="198339"/>
                    </a:cubicBezTo>
                    <a:cubicBezTo>
                      <a:pt x="288552" y="157396"/>
                      <a:pt x="235851" y="103512"/>
                      <a:pt x="196301" y="40359"/>
                    </a:cubicBezTo>
                    <a:cubicBezTo>
                      <a:pt x="129214" y="36818"/>
                      <a:pt x="63042" y="23213"/>
                      <a:pt x="0" y="0"/>
                    </a:cubicBezTo>
                    <a:cubicBezTo>
                      <a:pt x="97955" y="265390"/>
                      <a:pt x="350701" y="441804"/>
                      <a:pt x="633591" y="442241"/>
                    </a:cubicBezTo>
                    <a:cubicBezTo>
                      <a:pt x="645827" y="442241"/>
                      <a:pt x="657980" y="441802"/>
                      <a:pt x="670065" y="441149"/>
                    </a:cubicBezTo>
                    <a:cubicBezTo>
                      <a:pt x="702577" y="389383"/>
                      <a:pt x="725568" y="332219"/>
                      <a:pt x="737951" y="272357"/>
                    </a:cubicBezTo>
                    <a:cubicBezTo>
                      <a:pt x="703621" y="279479"/>
                      <a:pt x="668652" y="283069"/>
                      <a:pt x="633591" y="2830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36"/>
              <p:cNvSpPr/>
              <p:nvPr/>
            </p:nvSpPr>
            <p:spPr>
              <a:xfrm>
                <a:off x="3629425" y="1855393"/>
                <a:ext cx="535341" cy="274145"/>
              </a:xfrm>
              <a:custGeom>
                <a:rect b="b" l="l" r="r" t="t"/>
                <a:pathLst>
                  <a:path extrusionOk="0" h="274145" w="535341">
                    <a:moveTo>
                      <a:pt x="431097" y="114973"/>
                    </a:moveTo>
                    <a:cubicBezTo>
                      <a:pt x="313075" y="114975"/>
                      <a:pt x="198643" y="74380"/>
                      <a:pt x="107008" y="0"/>
                    </a:cubicBezTo>
                    <a:cubicBezTo>
                      <a:pt x="65481" y="33644"/>
                      <a:pt x="29388" y="73487"/>
                      <a:pt x="0" y="118127"/>
                    </a:cubicBezTo>
                    <a:cubicBezTo>
                      <a:pt x="111362" y="211068"/>
                      <a:pt x="249826" y="265447"/>
                      <a:pt x="394672" y="273127"/>
                    </a:cubicBezTo>
                    <a:cubicBezTo>
                      <a:pt x="406725" y="273781"/>
                      <a:pt x="418878" y="274146"/>
                      <a:pt x="431097" y="274146"/>
                    </a:cubicBezTo>
                    <a:cubicBezTo>
                      <a:pt x="443350" y="274146"/>
                      <a:pt x="455486" y="273707"/>
                      <a:pt x="467590" y="273061"/>
                    </a:cubicBezTo>
                    <a:cubicBezTo>
                      <a:pt x="500056" y="221283"/>
                      <a:pt x="523002" y="164116"/>
                      <a:pt x="535342" y="104260"/>
                    </a:cubicBezTo>
                    <a:cubicBezTo>
                      <a:pt x="501048" y="111367"/>
                      <a:pt x="466119" y="114956"/>
                      <a:pt x="431097" y="1149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36"/>
              <p:cNvSpPr/>
              <p:nvPr/>
            </p:nvSpPr>
            <p:spPr>
              <a:xfrm>
                <a:off x="3786418" y="1180443"/>
                <a:ext cx="1349953" cy="1209829"/>
              </a:xfrm>
              <a:custGeom>
                <a:rect b="b" l="l" r="r" t="t"/>
                <a:pathLst>
                  <a:path extrusionOk="0" h="1209829" w="1349953">
                    <a:moveTo>
                      <a:pt x="1349954" y="674984"/>
                    </a:moveTo>
                    <a:cubicBezTo>
                      <a:pt x="1350031" y="316328"/>
                      <a:pt x="1069533" y="20273"/>
                      <a:pt x="711394" y="1009"/>
                    </a:cubicBezTo>
                    <a:cubicBezTo>
                      <a:pt x="699325" y="363"/>
                      <a:pt x="687188" y="0"/>
                      <a:pt x="674969" y="0"/>
                    </a:cubicBezTo>
                    <a:cubicBezTo>
                      <a:pt x="530597" y="-142"/>
                      <a:pt x="390024" y="46258"/>
                      <a:pt x="274104" y="132317"/>
                    </a:cubicBezTo>
                    <a:cubicBezTo>
                      <a:pt x="230429" y="164659"/>
                      <a:pt x="190790" y="202122"/>
                      <a:pt x="156036" y="243903"/>
                    </a:cubicBezTo>
                    <a:cubicBezTo>
                      <a:pt x="55088" y="364856"/>
                      <a:pt x="-142" y="517440"/>
                      <a:pt x="0" y="674984"/>
                    </a:cubicBezTo>
                    <a:cubicBezTo>
                      <a:pt x="1" y="687212"/>
                      <a:pt x="414" y="699357"/>
                      <a:pt x="1060" y="711452"/>
                    </a:cubicBezTo>
                    <a:cubicBezTo>
                      <a:pt x="52844" y="743960"/>
                      <a:pt x="110020" y="766952"/>
                      <a:pt x="169893" y="779344"/>
                    </a:cubicBezTo>
                    <a:cubicBezTo>
                      <a:pt x="111991" y="500405"/>
                      <a:pt x="291178" y="227340"/>
                      <a:pt x="570118" y="169439"/>
                    </a:cubicBezTo>
                    <a:cubicBezTo>
                      <a:pt x="849058" y="111537"/>
                      <a:pt x="1122122" y="290724"/>
                      <a:pt x="1180024" y="569664"/>
                    </a:cubicBezTo>
                    <a:cubicBezTo>
                      <a:pt x="1209776" y="712998"/>
                      <a:pt x="1177227" y="862224"/>
                      <a:pt x="1090487" y="980148"/>
                    </a:cubicBezTo>
                    <a:lnTo>
                      <a:pt x="979703" y="872718"/>
                    </a:lnTo>
                    <a:lnTo>
                      <a:pt x="969786" y="1097862"/>
                    </a:lnTo>
                    <a:lnTo>
                      <a:pt x="964885" y="1209829"/>
                    </a:lnTo>
                    <a:lnTo>
                      <a:pt x="1098749" y="1199828"/>
                    </a:lnTo>
                    <a:lnTo>
                      <a:pt x="1301391" y="1184671"/>
                    </a:lnTo>
                    <a:lnTo>
                      <a:pt x="1205427" y="1091611"/>
                    </a:lnTo>
                    <a:cubicBezTo>
                      <a:pt x="1299136" y="972969"/>
                      <a:pt x="1350060" y="826171"/>
                      <a:pt x="1349954" y="6749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4" name="Google Shape;1444;p36"/>
            <p:cNvSpPr/>
            <p:nvPr/>
          </p:nvSpPr>
          <p:spPr>
            <a:xfrm>
              <a:off x="947921" y="2162399"/>
              <a:ext cx="1492484" cy="1678649"/>
            </a:xfrm>
            <a:custGeom>
              <a:rect b="b" l="l" r="r" t="t"/>
              <a:pathLst>
                <a:path extrusionOk="0" h="1209837" w="1075664">
                  <a:moveTo>
                    <a:pt x="957596" y="965935"/>
                  </a:moveTo>
                  <a:cubicBezTo>
                    <a:pt x="719707" y="1122314"/>
                    <a:pt x="400089" y="1056236"/>
                    <a:pt x="243710" y="818347"/>
                  </a:cubicBezTo>
                  <a:cubicBezTo>
                    <a:pt x="125274" y="638177"/>
                    <a:pt x="131486" y="403329"/>
                    <a:pt x="259282" y="229672"/>
                  </a:cubicBezTo>
                  <a:lnTo>
                    <a:pt x="370082" y="337129"/>
                  </a:lnTo>
                  <a:lnTo>
                    <a:pt x="379967" y="111968"/>
                  </a:lnTo>
                  <a:lnTo>
                    <a:pt x="384901" y="0"/>
                  </a:lnTo>
                  <a:lnTo>
                    <a:pt x="251020" y="10008"/>
                  </a:lnTo>
                  <a:lnTo>
                    <a:pt x="48394" y="25159"/>
                  </a:lnTo>
                  <a:lnTo>
                    <a:pt x="144343" y="118219"/>
                  </a:lnTo>
                  <a:cubicBezTo>
                    <a:pt x="-85954" y="411084"/>
                    <a:pt x="-35233" y="835191"/>
                    <a:pt x="257633" y="1065489"/>
                  </a:cubicBezTo>
                  <a:cubicBezTo>
                    <a:pt x="366772" y="1151311"/>
                    <a:pt x="499734" y="1201369"/>
                    <a:pt x="638374" y="1208829"/>
                  </a:cubicBezTo>
                  <a:cubicBezTo>
                    <a:pt x="650444" y="1209466"/>
                    <a:pt x="662582" y="1209837"/>
                    <a:pt x="674801" y="1209837"/>
                  </a:cubicBezTo>
                  <a:cubicBezTo>
                    <a:pt x="819176" y="1209981"/>
                    <a:pt x="959751" y="1163575"/>
                    <a:pt x="1075665" y="1077504"/>
                  </a:cubicBezTo>
                  <a:cubicBezTo>
                    <a:pt x="1031990" y="1045168"/>
                    <a:pt x="992351" y="1007711"/>
                    <a:pt x="957596" y="9659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36"/>
            <p:cNvSpPr/>
            <p:nvPr/>
          </p:nvSpPr>
          <p:spPr>
            <a:xfrm>
              <a:off x="765375" y="325480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6" name="Google Shape;1446;p36"/>
            <p:cNvSpPr/>
            <p:nvPr/>
          </p:nvSpPr>
          <p:spPr>
            <a:xfrm>
              <a:off x="2822100" y="405745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7" name="Google Shape;1447;p36"/>
            <p:cNvSpPr/>
            <p:nvPr/>
          </p:nvSpPr>
          <p:spPr>
            <a:xfrm>
              <a:off x="1503950" y="127815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8" name="Google Shape;1448;p36"/>
            <p:cNvSpPr/>
            <p:nvPr/>
          </p:nvSpPr>
          <p:spPr>
            <a:xfrm>
              <a:off x="3425438" y="1807363"/>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449" name="Google Shape;1449;p36"/>
          <p:cNvSpPr/>
          <p:nvPr/>
        </p:nvSpPr>
        <p:spPr>
          <a:xfrm>
            <a:off x="892475" y="3339399"/>
            <a:ext cx="201037" cy="276667"/>
          </a:xfrm>
          <a:custGeom>
            <a:rect b="b" l="l" r="r" t="t"/>
            <a:pathLst>
              <a:path extrusionOk="0" h="509986" w="370575">
                <a:moveTo>
                  <a:pt x="101642" y="0"/>
                </a:moveTo>
                <a:lnTo>
                  <a:pt x="101642" y="67701"/>
                </a:lnTo>
                <a:lnTo>
                  <a:pt x="0" y="135465"/>
                </a:lnTo>
                <a:lnTo>
                  <a:pt x="101638" y="203229"/>
                </a:lnTo>
                <a:lnTo>
                  <a:pt x="101638" y="390435"/>
                </a:lnTo>
                <a:cubicBezTo>
                  <a:pt x="58772" y="395073"/>
                  <a:pt x="26933" y="419134"/>
                  <a:pt x="26933" y="449226"/>
                </a:cubicBezTo>
                <a:cubicBezTo>
                  <a:pt x="26933" y="482742"/>
                  <a:pt x="66316" y="509986"/>
                  <a:pt x="116579" y="509986"/>
                </a:cubicBezTo>
                <a:cubicBezTo>
                  <a:pt x="166845" y="509986"/>
                  <a:pt x="206225" y="482742"/>
                  <a:pt x="206225" y="449226"/>
                </a:cubicBezTo>
                <a:cubicBezTo>
                  <a:pt x="206225" y="419134"/>
                  <a:pt x="174389" y="395073"/>
                  <a:pt x="131520" y="390435"/>
                </a:cubicBezTo>
                <a:lnTo>
                  <a:pt x="131520" y="359580"/>
                </a:lnTo>
                <a:lnTo>
                  <a:pt x="310812" y="359580"/>
                </a:lnTo>
                <a:lnTo>
                  <a:pt x="310812" y="299816"/>
                </a:lnTo>
                <a:lnTo>
                  <a:pt x="370576" y="299816"/>
                </a:lnTo>
                <a:lnTo>
                  <a:pt x="370576" y="180288"/>
                </a:lnTo>
                <a:lnTo>
                  <a:pt x="310812" y="180288"/>
                </a:lnTo>
                <a:lnTo>
                  <a:pt x="310812" y="120524"/>
                </a:lnTo>
                <a:lnTo>
                  <a:pt x="210754" y="120524"/>
                </a:lnTo>
                <a:lnTo>
                  <a:pt x="131520" y="67701"/>
                </a:lnTo>
                <a:lnTo>
                  <a:pt x="131520" y="0"/>
                </a:lnTo>
                <a:close/>
                <a:moveTo>
                  <a:pt x="210754" y="150406"/>
                </a:moveTo>
                <a:lnTo>
                  <a:pt x="280930" y="150406"/>
                </a:lnTo>
                <a:lnTo>
                  <a:pt x="280930" y="180288"/>
                </a:lnTo>
                <a:lnTo>
                  <a:pt x="221166" y="180288"/>
                </a:lnTo>
                <a:lnTo>
                  <a:pt x="221166" y="299816"/>
                </a:lnTo>
                <a:lnTo>
                  <a:pt x="280930" y="299816"/>
                </a:lnTo>
                <a:lnTo>
                  <a:pt x="280930" y="329698"/>
                </a:lnTo>
                <a:lnTo>
                  <a:pt x="131520" y="329698"/>
                </a:lnTo>
                <a:lnTo>
                  <a:pt x="131520" y="2032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50" name="Google Shape;1450;p36"/>
          <p:cNvGrpSpPr/>
          <p:nvPr/>
        </p:nvGrpSpPr>
        <p:grpSpPr>
          <a:xfrm>
            <a:off x="1620447" y="1387862"/>
            <a:ext cx="240893" cy="240932"/>
            <a:chOff x="1662451" y="1213239"/>
            <a:chExt cx="322610" cy="322662"/>
          </a:xfrm>
        </p:grpSpPr>
        <p:sp>
          <p:nvSpPr>
            <p:cNvPr id="1451" name="Google Shape;1451;p36"/>
            <p:cNvSpPr/>
            <p:nvPr/>
          </p:nvSpPr>
          <p:spPr>
            <a:xfrm>
              <a:off x="1662451" y="1270593"/>
              <a:ext cx="189633" cy="170103"/>
            </a:xfrm>
            <a:custGeom>
              <a:rect b="b" l="l" r="r" t="t"/>
              <a:pathLst>
                <a:path extrusionOk="0" h="268937" w="299815">
                  <a:moveTo>
                    <a:pt x="299816" y="239056"/>
                  </a:moveTo>
                  <a:lnTo>
                    <a:pt x="108151" y="239056"/>
                  </a:lnTo>
                  <a:lnTo>
                    <a:pt x="201999" y="145192"/>
                  </a:lnTo>
                  <a:cubicBezTo>
                    <a:pt x="192062" y="126897"/>
                    <a:pt x="180288" y="97758"/>
                    <a:pt x="180288" y="59764"/>
                  </a:cubicBezTo>
                  <a:cubicBezTo>
                    <a:pt x="180288" y="38784"/>
                    <a:pt x="184097" y="18727"/>
                    <a:pt x="190747" y="0"/>
                  </a:cubicBezTo>
                  <a:lnTo>
                    <a:pt x="0" y="0"/>
                  </a:lnTo>
                  <a:lnTo>
                    <a:pt x="0" y="268938"/>
                  </a:lnTo>
                  <a:lnTo>
                    <a:pt x="299816"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36"/>
            <p:cNvSpPr/>
            <p:nvPr/>
          </p:nvSpPr>
          <p:spPr>
            <a:xfrm>
              <a:off x="1662451" y="1213239"/>
              <a:ext cx="164883" cy="38431"/>
            </a:xfrm>
            <a:custGeom>
              <a:rect b="b" l="l" r="r" t="t"/>
              <a:pathLst>
                <a:path extrusionOk="0" h="60760" w="260685">
                  <a:moveTo>
                    <a:pt x="260685" y="0"/>
                  </a:moveTo>
                  <a:lnTo>
                    <a:pt x="0" y="0"/>
                  </a:lnTo>
                  <a:lnTo>
                    <a:pt x="0" y="60760"/>
                  </a:lnTo>
                  <a:lnTo>
                    <a:pt x="204544" y="60760"/>
                  </a:lnTo>
                  <a:cubicBezTo>
                    <a:pt x="218458" y="36792"/>
                    <a:pt x="237659" y="15291"/>
                    <a:pt x="2606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36"/>
            <p:cNvSpPr/>
            <p:nvPr/>
          </p:nvSpPr>
          <p:spPr>
            <a:xfrm>
              <a:off x="1776528" y="1213239"/>
              <a:ext cx="208533" cy="189633"/>
            </a:xfrm>
            <a:custGeom>
              <a:rect b="b" l="l" r="r" t="t"/>
              <a:pathLst>
                <a:path extrusionOk="0" h="299815" w="329697">
                  <a:moveTo>
                    <a:pt x="179292" y="0"/>
                  </a:moveTo>
                  <a:cubicBezTo>
                    <a:pt x="96914" y="0"/>
                    <a:pt x="29882" y="68028"/>
                    <a:pt x="29882" y="150406"/>
                  </a:cubicBezTo>
                  <a:cubicBezTo>
                    <a:pt x="29882" y="203412"/>
                    <a:pt x="56826" y="234974"/>
                    <a:pt x="59429" y="240387"/>
                  </a:cubicBezTo>
                  <a:lnTo>
                    <a:pt x="0" y="299816"/>
                  </a:lnTo>
                  <a:lnTo>
                    <a:pt x="179292" y="299816"/>
                  </a:lnTo>
                  <a:cubicBezTo>
                    <a:pt x="261670" y="299816"/>
                    <a:pt x="329698" y="232784"/>
                    <a:pt x="329698" y="150406"/>
                  </a:cubicBezTo>
                  <a:cubicBezTo>
                    <a:pt x="329698" y="68028"/>
                    <a:pt x="261670" y="0"/>
                    <a:pt x="179292" y="0"/>
                  </a:cubicBezTo>
                  <a:close/>
                  <a:moveTo>
                    <a:pt x="179132" y="139842"/>
                  </a:moveTo>
                  <a:cubicBezTo>
                    <a:pt x="203847" y="139842"/>
                    <a:pt x="223955" y="159950"/>
                    <a:pt x="223955" y="184665"/>
                  </a:cubicBezTo>
                  <a:cubicBezTo>
                    <a:pt x="223955" y="204057"/>
                    <a:pt x="211505" y="220454"/>
                    <a:pt x="194233" y="226687"/>
                  </a:cubicBezTo>
                  <a:lnTo>
                    <a:pt x="194233" y="254993"/>
                  </a:lnTo>
                  <a:lnTo>
                    <a:pt x="164351" y="254993"/>
                  </a:lnTo>
                  <a:lnTo>
                    <a:pt x="164351" y="226784"/>
                  </a:lnTo>
                  <a:cubicBezTo>
                    <a:pt x="146916" y="220644"/>
                    <a:pt x="134309" y="204781"/>
                    <a:pt x="134309" y="185268"/>
                  </a:cubicBezTo>
                  <a:lnTo>
                    <a:pt x="164191" y="185268"/>
                  </a:lnTo>
                  <a:cubicBezTo>
                    <a:pt x="164191" y="193513"/>
                    <a:pt x="170888" y="199606"/>
                    <a:pt x="179132" y="199606"/>
                  </a:cubicBezTo>
                  <a:cubicBezTo>
                    <a:pt x="187373" y="199606"/>
                    <a:pt x="194073" y="192910"/>
                    <a:pt x="194073" y="184665"/>
                  </a:cubicBezTo>
                  <a:cubicBezTo>
                    <a:pt x="194073" y="176420"/>
                    <a:pt x="187373" y="169724"/>
                    <a:pt x="179132" y="169724"/>
                  </a:cubicBezTo>
                  <a:cubicBezTo>
                    <a:pt x="154414" y="169724"/>
                    <a:pt x="134309" y="149620"/>
                    <a:pt x="134309" y="124901"/>
                  </a:cubicBezTo>
                  <a:cubicBezTo>
                    <a:pt x="134309" y="105388"/>
                    <a:pt x="146916" y="88926"/>
                    <a:pt x="164351" y="82782"/>
                  </a:cubicBezTo>
                  <a:lnTo>
                    <a:pt x="164351" y="45819"/>
                  </a:lnTo>
                  <a:lnTo>
                    <a:pt x="194233" y="45819"/>
                  </a:lnTo>
                  <a:lnTo>
                    <a:pt x="194233" y="82884"/>
                  </a:lnTo>
                  <a:cubicBezTo>
                    <a:pt x="211505" y="89113"/>
                    <a:pt x="223955" y="105116"/>
                    <a:pt x="223955" y="124508"/>
                  </a:cubicBezTo>
                  <a:lnTo>
                    <a:pt x="194073" y="124508"/>
                  </a:lnTo>
                  <a:cubicBezTo>
                    <a:pt x="194073" y="116264"/>
                    <a:pt x="187373" y="109960"/>
                    <a:pt x="179132" y="109960"/>
                  </a:cubicBezTo>
                  <a:cubicBezTo>
                    <a:pt x="170888" y="109960"/>
                    <a:pt x="164191" y="116656"/>
                    <a:pt x="164191" y="124901"/>
                  </a:cubicBezTo>
                  <a:cubicBezTo>
                    <a:pt x="164191" y="133146"/>
                    <a:pt x="170888" y="139842"/>
                    <a:pt x="179132" y="139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36"/>
            <p:cNvSpPr/>
            <p:nvPr/>
          </p:nvSpPr>
          <p:spPr>
            <a:xfrm>
              <a:off x="1662451" y="1459670"/>
              <a:ext cx="189633" cy="76231"/>
            </a:xfrm>
            <a:custGeom>
              <a:rect b="b" l="l" r="r" t="t"/>
              <a:pathLst>
                <a:path extrusionOk="0" h="120524" w="299815">
                  <a:moveTo>
                    <a:pt x="299816" y="0"/>
                  </a:moveTo>
                  <a:lnTo>
                    <a:pt x="0" y="0"/>
                  </a:lnTo>
                  <a:lnTo>
                    <a:pt x="0" y="120524"/>
                  </a:lnTo>
                  <a:lnTo>
                    <a:pt x="299816" y="120524"/>
                  </a:lnTo>
                  <a:close/>
                  <a:moveTo>
                    <a:pt x="180288" y="59764"/>
                  </a:moveTo>
                  <a:lnTo>
                    <a:pt x="120524" y="59764"/>
                  </a:lnTo>
                  <a:lnTo>
                    <a:pt x="120524" y="29882"/>
                  </a:lnTo>
                  <a:lnTo>
                    <a:pt x="180288"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5" name="Google Shape;1455;p36"/>
          <p:cNvGrpSpPr/>
          <p:nvPr/>
        </p:nvGrpSpPr>
        <p:grpSpPr>
          <a:xfrm>
            <a:off x="3511974" y="1909850"/>
            <a:ext cx="256988" cy="240925"/>
            <a:chOff x="2456628" y="2680766"/>
            <a:chExt cx="322566" cy="302442"/>
          </a:xfrm>
        </p:grpSpPr>
        <p:sp>
          <p:nvSpPr>
            <p:cNvPr id="1456" name="Google Shape;1456;p36"/>
            <p:cNvSpPr/>
            <p:nvPr/>
          </p:nvSpPr>
          <p:spPr>
            <a:xfrm>
              <a:off x="2456628" y="2680766"/>
              <a:ext cx="322566" cy="75601"/>
            </a:xfrm>
            <a:custGeom>
              <a:rect b="b" l="l" r="r" t="t"/>
              <a:pathLst>
                <a:path extrusionOk="0" h="119527" w="509986">
                  <a:moveTo>
                    <a:pt x="299816" y="44823"/>
                  </a:moveTo>
                  <a:cubicBezTo>
                    <a:pt x="299816" y="20108"/>
                    <a:pt x="279708" y="0"/>
                    <a:pt x="254993" y="0"/>
                  </a:cubicBezTo>
                  <a:cubicBezTo>
                    <a:pt x="230278" y="0"/>
                    <a:pt x="210170" y="20108"/>
                    <a:pt x="210170" y="44823"/>
                  </a:cubicBezTo>
                  <a:lnTo>
                    <a:pt x="210170" y="59764"/>
                  </a:lnTo>
                  <a:lnTo>
                    <a:pt x="0" y="59764"/>
                  </a:lnTo>
                  <a:lnTo>
                    <a:pt x="0" y="119528"/>
                  </a:lnTo>
                  <a:lnTo>
                    <a:pt x="509986" y="119528"/>
                  </a:lnTo>
                  <a:lnTo>
                    <a:pt x="509986" y="59764"/>
                  </a:lnTo>
                  <a:lnTo>
                    <a:pt x="299816"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36"/>
            <p:cNvSpPr/>
            <p:nvPr/>
          </p:nvSpPr>
          <p:spPr>
            <a:xfrm>
              <a:off x="2542343" y="2813120"/>
              <a:ext cx="37800" cy="37800"/>
            </a:xfrm>
            <a:custGeom>
              <a:rect b="b" l="l" r="r" t="t"/>
              <a:pathLst>
                <a:path extrusionOk="0" h="59763" w="59763">
                  <a:moveTo>
                    <a:pt x="29882" y="0"/>
                  </a:moveTo>
                  <a:cubicBezTo>
                    <a:pt x="13408" y="0"/>
                    <a:pt x="0" y="13408"/>
                    <a:pt x="0" y="29882"/>
                  </a:cubicBezTo>
                  <a:cubicBezTo>
                    <a:pt x="0" y="46356"/>
                    <a:pt x="13408" y="59764"/>
                    <a:pt x="29882" y="59764"/>
                  </a:cubicBezTo>
                  <a:cubicBezTo>
                    <a:pt x="46356" y="59764"/>
                    <a:pt x="59764" y="46356"/>
                    <a:pt x="59764" y="29882"/>
                  </a:cubicBezTo>
                  <a:cubicBezTo>
                    <a:pt x="59764" y="13408"/>
                    <a:pt x="46356"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36"/>
            <p:cNvSpPr/>
            <p:nvPr/>
          </p:nvSpPr>
          <p:spPr>
            <a:xfrm>
              <a:off x="2513982" y="2888751"/>
              <a:ext cx="37800" cy="37800"/>
            </a:xfrm>
            <a:custGeom>
              <a:rect b="b" l="l" r="r" t="t"/>
              <a:pathLst>
                <a:path extrusionOk="0" h="59763" w="59763">
                  <a:moveTo>
                    <a:pt x="0" y="44823"/>
                  </a:moveTo>
                  <a:lnTo>
                    <a:pt x="0" y="59764"/>
                  </a:lnTo>
                  <a:lnTo>
                    <a:pt x="59764" y="59764"/>
                  </a:lnTo>
                  <a:lnTo>
                    <a:pt x="59764" y="0"/>
                  </a:lnTo>
                  <a:lnTo>
                    <a:pt x="44823" y="0"/>
                  </a:ln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36"/>
            <p:cNvSpPr/>
            <p:nvPr/>
          </p:nvSpPr>
          <p:spPr>
            <a:xfrm>
              <a:off x="2570705" y="2888751"/>
              <a:ext cx="37800" cy="37800"/>
            </a:xfrm>
            <a:custGeom>
              <a:rect b="b" l="l" r="r" t="t"/>
              <a:pathLst>
                <a:path extrusionOk="0" h="59763" w="59763">
                  <a:moveTo>
                    <a:pt x="14941" y="0"/>
                  </a:moveTo>
                  <a:lnTo>
                    <a:pt x="0" y="0"/>
                  </a:lnTo>
                  <a:lnTo>
                    <a:pt x="0" y="59764"/>
                  </a:lnTo>
                  <a:lnTo>
                    <a:pt x="59764" y="59764"/>
                  </a:lnTo>
                  <a:lnTo>
                    <a:pt x="59764" y="44823"/>
                  </a:lnTo>
                  <a:cubicBezTo>
                    <a:pt x="59764" y="20108"/>
                    <a:pt x="3965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36"/>
            <p:cNvSpPr/>
            <p:nvPr/>
          </p:nvSpPr>
          <p:spPr>
            <a:xfrm>
              <a:off x="2456628" y="2775304"/>
              <a:ext cx="322566" cy="207903"/>
            </a:xfrm>
            <a:custGeom>
              <a:rect b="b" l="l" r="r" t="t"/>
              <a:pathLst>
                <a:path extrusionOk="0" h="328701" w="509986">
                  <a:moveTo>
                    <a:pt x="0" y="328702"/>
                  </a:moveTo>
                  <a:lnTo>
                    <a:pt x="509986" y="328702"/>
                  </a:lnTo>
                  <a:lnTo>
                    <a:pt x="509986" y="0"/>
                  </a:lnTo>
                  <a:lnTo>
                    <a:pt x="0" y="0"/>
                  </a:lnTo>
                  <a:close/>
                  <a:moveTo>
                    <a:pt x="299816" y="89646"/>
                  </a:moveTo>
                  <a:lnTo>
                    <a:pt x="450222" y="89646"/>
                  </a:lnTo>
                  <a:lnTo>
                    <a:pt x="450222" y="119528"/>
                  </a:lnTo>
                  <a:lnTo>
                    <a:pt x="299816" y="119528"/>
                  </a:lnTo>
                  <a:close/>
                  <a:moveTo>
                    <a:pt x="299816" y="149410"/>
                  </a:moveTo>
                  <a:lnTo>
                    <a:pt x="450222" y="149410"/>
                  </a:lnTo>
                  <a:lnTo>
                    <a:pt x="450222" y="179292"/>
                  </a:lnTo>
                  <a:lnTo>
                    <a:pt x="299816" y="179292"/>
                  </a:lnTo>
                  <a:close/>
                  <a:moveTo>
                    <a:pt x="299816" y="209174"/>
                  </a:moveTo>
                  <a:lnTo>
                    <a:pt x="450222" y="209174"/>
                  </a:lnTo>
                  <a:lnTo>
                    <a:pt x="450222" y="239056"/>
                  </a:lnTo>
                  <a:lnTo>
                    <a:pt x="299816" y="239056"/>
                  </a:lnTo>
                  <a:close/>
                  <a:moveTo>
                    <a:pt x="60760" y="224115"/>
                  </a:moveTo>
                  <a:cubicBezTo>
                    <a:pt x="60760" y="182926"/>
                    <a:pt x="94276" y="149410"/>
                    <a:pt x="135465" y="149410"/>
                  </a:cubicBezTo>
                  <a:lnTo>
                    <a:pt x="165347" y="149410"/>
                  </a:lnTo>
                  <a:cubicBezTo>
                    <a:pt x="132387" y="149410"/>
                    <a:pt x="105583" y="122606"/>
                    <a:pt x="105583" y="89646"/>
                  </a:cubicBezTo>
                  <a:cubicBezTo>
                    <a:pt x="105583" y="56686"/>
                    <a:pt x="132387" y="29882"/>
                    <a:pt x="165347" y="29882"/>
                  </a:cubicBezTo>
                  <a:cubicBezTo>
                    <a:pt x="198307" y="29882"/>
                    <a:pt x="225111" y="56686"/>
                    <a:pt x="225111" y="89646"/>
                  </a:cubicBezTo>
                  <a:cubicBezTo>
                    <a:pt x="225111" y="122606"/>
                    <a:pt x="198307" y="149410"/>
                    <a:pt x="165347" y="149410"/>
                  </a:cubicBezTo>
                  <a:lnTo>
                    <a:pt x="195229" y="149410"/>
                  </a:lnTo>
                  <a:cubicBezTo>
                    <a:pt x="236418" y="149410"/>
                    <a:pt x="269934" y="182926"/>
                    <a:pt x="269934" y="224115"/>
                  </a:cubicBezTo>
                  <a:lnTo>
                    <a:pt x="269934" y="268938"/>
                  </a:lnTo>
                  <a:lnTo>
                    <a:pt x="60760"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1" name="Google Shape;1461;p36"/>
          <p:cNvGrpSpPr/>
          <p:nvPr/>
        </p:nvGrpSpPr>
        <p:grpSpPr>
          <a:xfrm>
            <a:off x="2899169" y="4142429"/>
            <a:ext cx="275916" cy="275925"/>
            <a:chOff x="6398637" y="2708375"/>
            <a:chExt cx="322596" cy="322644"/>
          </a:xfrm>
        </p:grpSpPr>
        <p:sp>
          <p:nvSpPr>
            <p:cNvPr id="1462" name="Google Shape;1462;p36"/>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36"/>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36"/>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36"/>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36"/>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37"/>
          <p:cNvSpPr txBox="1"/>
          <p:nvPr>
            <p:ph idx="1" type="subTitle"/>
          </p:nvPr>
        </p:nvSpPr>
        <p:spPr>
          <a:xfrm>
            <a:off x="1207476" y="1537203"/>
            <a:ext cx="32430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472" name="Google Shape;1472;p37"/>
          <p:cNvSpPr txBox="1"/>
          <p:nvPr/>
        </p:nvSpPr>
        <p:spPr>
          <a:xfrm>
            <a:off x="1207484" y="4037977"/>
            <a:ext cx="28596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Catamaran"/>
                <a:ea typeface="Catamaran"/>
                <a:cs typeface="Catamaran"/>
                <a:sym typeface="Catamaran"/>
              </a:rPr>
              <a:t>Please keep this slide for attribution</a:t>
            </a:r>
            <a:endParaRPr sz="1000">
              <a:solidFill>
                <a:schemeClr val="dk1"/>
              </a:solidFill>
              <a:latin typeface="Catamaran"/>
              <a:ea typeface="Catamaran"/>
              <a:cs typeface="Catamaran"/>
              <a:sym typeface="Catamaran"/>
            </a:endParaRPr>
          </a:p>
        </p:txBody>
      </p:sp>
      <p:sp>
        <p:nvSpPr>
          <p:cNvPr id="1473" name="Google Shape;1473;p37"/>
          <p:cNvSpPr txBox="1"/>
          <p:nvPr>
            <p:ph type="title"/>
          </p:nvPr>
        </p:nvSpPr>
        <p:spPr>
          <a:xfrm>
            <a:off x="1207475" y="626275"/>
            <a:ext cx="3243000" cy="8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474" name="Google Shape;1474;p37"/>
          <p:cNvSpPr/>
          <p:nvPr/>
        </p:nvSpPr>
        <p:spPr>
          <a:xfrm>
            <a:off x="2167649"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37"/>
          <p:cNvSpPr/>
          <p:nvPr/>
        </p:nvSpPr>
        <p:spPr>
          <a:xfrm>
            <a:off x="3012124"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37"/>
          <p:cNvSpPr/>
          <p:nvPr/>
        </p:nvSpPr>
        <p:spPr>
          <a:xfrm>
            <a:off x="1323174"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77" name="Google Shape;1477;p37"/>
          <p:cNvGrpSpPr/>
          <p:nvPr/>
        </p:nvGrpSpPr>
        <p:grpSpPr>
          <a:xfrm>
            <a:off x="1472201" y="2826754"/>
            <a:ext cx="321947" cy="321930"/>
            <a:chOff x="266768" y="1721375"/>
            <a:chExt cx="397907" cy="397887"/>
          </a:xfrm>
        </p:grpSpPr>
        <p:sp>
          <p:nvSpPr>
            <p:cNvPr id="1478" name="Google Shape;1478;p3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37"/>
          <p:cNvGrpSpPr/>
          <p:nvPr/>
        </p:nvGrpSpPr>
        <p:grpSpPr>
          <a:xfrm>
            <a:off x="3161151" y="2826754"/>
            <a:ext cx="321930" cy="321930"/>
            <a:chOff x="1379798" y="1723250"/>
            <a:chExt cx="397887" cy="397887"/>
          </a:xfrm>
        </p:grpSpPr>
        <p:sp>
          <p:nvSpPr>
            <p:cNvPr id="1481" name="Google Shape;1481;p3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37"/>
          <p:cNvGrpSpPr/>
          <p:nvPr/>
        </p:nvGrpSpPr>
        <p:grpSpPr>
          <a:xfrm>
            <a:off x="2316693" y="2826757"/>
            <a:ext cx="321913" cy="321930"/>
            <a:chOff x="864491" y="1723250"/>
            <a:chExt cx="397866" cy="397887"/>
          </a:xfrm>
        </p:grpSpPr>
        <p:sp>
          <p:nvSpPr>
            <p:cNvPr id="1486" name="Google Shape;1486;p3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37"/>
          <p:cNvGrpSpPr/>
          <p:nvPr/>
        </p:nvGrpSpPr>
        <p:grpSpPr>
          <a:xfrm>
            <a:off x="4920099" y="1089346"/>
            <a:ext cx="2962172" cy="2964808"/>
            <a:chOff x="4920099" y="1089346"/>
            <a:chExt cx="2962172" cy="2964808"/>
          </a:xfrm>
        </p:grpSpPr>
        <p:sp>
          <p:nvSpPr>
            <p:cNvPr id="1490" name="Google Shape;1490;p37"/>
            <p:cNvSpPr/>
            <p:nvPr/>
          </p:nvSpPr>
          <p:spPr>
            <a:xfrm>
              <a:off x="4920099" y="1089346"/>
              <a:ext cx="2962172" cy="2964808"/>
            </a:xfrm>
            <a:custGeom>
              <a:rect b="b" l="l" r="r" t="t"/>
              <a:pathLst>
                <a:path extrusionOk="0" h="1607726" w="1606297">
                  <a:moveTo>
                    <a:pt x="1606298" y="803864"/>
                  </a:moveTo>
                  <a:cubicBezTo>
                    <a:pt x="1606298" y="1247825"/>
                    <a:pt x="1246716" y="1607727"/>
                    <a:pt x="803149" y="1607727"/>
                  </a:cubicBezTo>
                  <a:cubicBezTo>
                    <a:pt x="359582" y="1607727"/>
                    <a:pt x="0" y="1247825"/>
                    <a:pt x="0" y="803864"/>
                  </a:cubicBezTo>
                  <a:cubicBezTo>
                    <a:pt x="0" y="359902"/>
                    <a:pt x="359582" y="0"/>
                    <a:pt x="803149" y="0"/>
                  </a:cubicBezTo>
                  <a:cubicBezTo>
                    <a:pt x="1246716" y="0"/>
                    <a:pt x="1606298" y="359902"/>
                    <a:pt x="1606298" y="8038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500">
                <a:solidFill>
                  <a:schemeClr val="dk1"/>
                </a:solidFill>
                <a:latin typeface="Inter"/>
                <a:ea typeface="Inter"/>
                <a:cs typeface="Inter"/>
                <a:sym typeface="Inter"/>
              </a:endParaRPr>
            </a:p>
          </p:txBody>
        </p:sp>
        <p:grpSp>
          <p:nvGrpSpPr>
            <p:cNvPr id="1491" name="Google Shape;1491;p37"/>
            <p:cNvGrpSpPr/>
            <p:nvPr/>
          </p:nvGrpSpPr>
          <p:grpSpPr>
            <a:xfrm>
              <a:off x="5013011" y="1182336"/>
              <a:ext cx="2776352" cy="2778826"/>
              <a:chOff x="5389693" y="1631301"/>
              <a:chExt cx="1505532" cy="1506874"/>
            </a:xfrm>
          </p:grpSpPr>
          <p:sp>
            <p:nvSpPr>
              <p:cNvPr id="1492" name="Google Shape;1492;p37"/>
              <p:cNvSpPr/>
              <p:nvPr/>
            </p:nvSpPr>
            <p:spPr>
              <a:xfrm>
                <a:off x="6142459" y="2384738"/>
                <a:ext cx="752766" cy="753437"/>
              </a:xfrm>
              <a:custGeom>
                <a:rect b="b" l="l" r="r" t="t"/>
                <a:pathLst>
                  <a:path extrusionOk="0" h="753437" w="752766">
                    <a:moveTo>
                      <a:pt x="0" y="491822"/>
                    </a:moveTo>
                    <a:lnTo>
                      <a:pt x="0" y="753437"/>
                    </a:lnTo>
                    <a:cubicBezTo>
                      <a:pt x="415741" y="753436"/>
                      <a:pt x="752766" y="416111"/>
                      <a:pt x="752766" y="0"/>
                    </a:cubicBezTo>
                    <a:lnTo>
                      <a:pt x="491385" y="0"/>
                    </a:lnTo>
                    <a:cubicBezTo>
                      <a:pt x="491385" y="271626"/>
                      <a:pt x="271385" y="491822"/>
                      <a:pt x="1" y="4918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3" name="Google Shape;1493;p37"/>
              <p:cNvSpPr/>
              <p:nvPr/>
            </p:nvSpPr>
            <p:spPr>
              <a:xfrm>
                <a:off x="5389693" y="1631301"/>
                <a:ext cx="752766" cy="753436"/>
              </a:xfrm>
              <a:custGeom>
                <a:rect b="b" l="l" r="r" t="t"/>
                <a:pathLst>
                  <a:path extrusionOk="0" h="753436" w="752766">
                    <a:moveTo>
                      <a:pt x="752767" y="261615"/>
                    </a:moveTo>
                    <a:lnTo>
                      <a:pt x="752767" y="0"/>
                    </a:lnTo>
                    <a:cubicBezTo>
                      <a:pt x="337025" y="0"/>
                      <a:pt x="0" y="337325"/>
                      <a:pt x="0" y="753436"/>
                    </a:cubicBezTo>
                    <a:lnTo>
                      <a:pt x="261381" y="753436"/>
                    </a:lnTo>
                    <a:cubicBezTo>
                      <a:pt x="261382" y="481810"/>
                      <a:pt x="481382" y="261615"/>
                      <a:pt x="752767" y="261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4" name="Google Shape;1494;p37"/>
              <p:cNvSpPr/>
              <p:nvPr/>
            </p:nvSpPr>
            <p:spPr>
              <a:xfrm>
                <a:off x="6142459" y="1631301"/>
                <a:ext cx="752766" cy="753436"/>
              </a:xfrm>
              <a:custGeom>
                <a:rect b="b" l="l" r="r" t="t"/>
                <a:pathLst>
                  <a:path extrusionOk="0" h="753436" w="752766">
                    <a:moveTo>
                      <a:pt x="0" y="0"/>
                    </a:moveTo>
                    <a:lnTo>
                      <a:pt x="0" y="261615"/>
                    </a:lnTo>
                    <a:cubicBezTo>
                      <a:pt x="271384" y="261614"/>
                      <a:pt x="491385" y="481810"/>
                      <a:pt x="491385" y="753436"/>
                    </a:cubicBezTo>
                    <a:lnTo>
                      <a:pt x="752766" y="753436"/>
                    </a:lnTo>
                    <a:cubicBezTo>
                      <a:pt x="752766" y="337325"/>
                      <a:pt x="415741" y="0"/>
                      <a:pt x="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5" name="Google Shape;1495;p37"/>
              <p:cNvSpPr/>
              <p:nvPr/>
            </p:nvSpPr>
            <p:spPr>
              <a:xfrm>
                <a:off x="5389693" y="2384738"/>
                <a:ext cx="752766" cy="753437"/>
              </a:xfrm>
              <a:custGeom>
                <a:rect b="b" l="l" r="r" t="t"/>
                <a:pathLst>
                  <a:path extrusionOk="0" h="753437" w="752766">
                    <a:moveTo>
                      <a:pt x="261381" y="0"/>
                    </a:moveTo>
                    <a:lnTo>
                      <a:pt x="0" y="0"/>
                    </a:lnTo>
                    <a:cubicBezTo>
                      <a:pt x="0" y="416111"/>
                      <a:pt x="337025" y="753437"/>
                      <a:pt x="752767" y="753437"/>
                    </a:cubicBezTo>
                    <a:lnTo>
                      <a:pt x="752766" y="491822"/>
                    </a:lnTo>
                    <a:cubicBezTo>
                      <a:pt x="481382" y="491822"/>
                      <a:pt x="261381" y="271626"/>
                      <a:pt x="2613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6" name="Google Shape;1496;p37"/>
              <p:cNvSpPr/>
              <p:nvPr/>
            </p:nvSpPr>
            <p:spPr>
              <a:xfrm>
                <a:off x="5488699" y="1727739"/>
                <a:ext cx="284543" cy="284797"/>
              </a:xfrm>
              <a:custGeom>
                <a:rect b="b" l="l" r="r" t="t"/>
                <a:pathLst>
                  <a:path extrusionOk="0" h="284797" w="284543">
                    <a:moveTo>
                      <a:pt x="0" y="0"/>
                    </a:moveTo>
                    <a:lnTo>
                      <a:pt x="284543" y="0"/>
                    </a:lnTo>
                    <a:lnTo>
                      <a:pt x="284543" y="284798"/>
                    </a:lnTo>
                    <a:lnTo>
                      <a:pt x="0" y="28479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7" name="Google Shape;1497;p37"/>
              <p:cNvSpPr/>
              <p:nvPr/>
            </p:nvSpPr>
            <p:spPr>
              <a:xfrm>
                <a:off x="6512738" y="1727739"/>
                <a:ext cx="284543" cy="284797"/>
              </a:xfrm>
              <a:custGeom>
                <a:rect b="b" l="l" r="r" t="t"/>
                <a:pathLst>
                  <a:path extrusionOk="0" h="284797" w="284543">
                    <a:moveTo>
                      <a:pt x="0" y="0"/>
                    </a:moveTo>
                    <a:lnTo>
                      <a:pt x="284543" y="0"/>
                    </a:lnTo>
                    <a:lnTo>
                      <a:pt x="284543" y="284798"/>
                    </a:lnTo>
                    <a:lnTo>
                      <a:pt x="0" y="28479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8" name="Google Shape;1498;p37"/>
              <p:cNvSpPr/>
              <p:nvPr/>
            </p:nvSpPr>
            <p:spPr>
              <a:xfrm>
                <a:off x="5488699" y="2759331"/>
                <a:ext cx="284543" cy="284797"/>
              </a:xfrm>
              <a:custGeom>
                <a:rect b="b" l="l" r="r" t="t"/>
                <a:pathLst>
                  <a:path extrusionOk="0" h="284797" w="284543">
                    <a:moveTo>
                      <a:pt x="0" y="0"/>
                    </a:moveTo>
                    <a:lnTo>
                      <a:pt x="284543" y="0"/>
                    </a:lnTo>
                    <a:lnTo>
                      <a:pt x="284543" y="284797"/>
                    </a:lnTo>
                    <a:lnTo>
                      <a:pt x="0" y="284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9" name="Google Shape;1499;p37"/>
              <p:cNvSpPr/>
              <p:nvPr/>
            </p:nvSpPr>
            <p:spPr>
              <a:xfrm>
                <a:off x="6512738" y="2759331"/>
                <a:ext cx="284543" cy="284797"/>
              </a:xfrm>
              <a:custGeom>
                <a:rect b="b" l="l" r="r" t="t"/>
                <a:pathLst>
                  <a:path extrusionOk="0" h="284797" w="284543">
                    <a:moveTo>
                      <a:pt x="0" y="0"/>
                    </a:moveTo>
                    <a:lnTo>
                      <a:pt x="284543" y="0"/>
                    </a:lnTo>
                    <a:lnTo>
                      <a:pt x="284543" y="284797"/>
                    </a:lnTo>
                    <a:lnTo>
                      <a:pt x="0" y="28479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0" name="Google Shape;1500;p37"/>
            <p:cNvGrpSpPr/>
            <p:nvPr/>
          </p:nvGrpSpPr>
          <p:grpSpPr>
            <a:xfrm>
              <a:off x="5621916" y="1791826"/>
              <a:ext cx="1558521" cy="1559908"/>
              <a:chOff x="5719884" y="1961809"/>
              <a:chExt cx="845139" cy="845891"/>
            </a:xfrm>
          </p:grpSpPr>
          <p:grpSp>
            <p:nvGrpSpPr>
              <p:cNvPr id="1501" name="Google Shape;1501;p37"/>
              <p:cNvGrpSpPr/>
              <p:nvPr/>
            </p:nvGrpSpPr>
            <p:grpSpPr>
              <a:xfrm>
                <a:off x="5719884" y="1961809"/>
                <a:ext cx="422617" cy="422899"/>
                <a:chOff x="5719884" y="1961809"/>
                <a:chExt cx="422617" cy="422899"/>
              </a:xfrm>
            </p:grpSpPr>
            <p:sp>
              <p:nvSpPr>
                <p:cNvPr id="1502" name="Google Shape;1502;p37"/>
                <p:cNvSpPr/>
                <p:nvPr/>
              </p:nvSpPr>
              <p:spPr>
                <a:xfrm>
                  <a:off x="5719884" y="1961809"/>
                  <a:ext cx="422617" cy="422899"/>
                </a:xfrm>
                <a:custGeom>
                  <a:rect b="b" l="l" r="r" t="t"/>
                  <a:pathLst>
                    <a:path extrusionOk="0" h="422899" w="422617">
                      <a:moveTo>
                        <a:pt x="9437" y="422900"/>
                      </a:moveTo>
                      <a:lnTo>
                        <a:pt x="2" y="422900"/>
                      </a:lnTo>
                      <a:cubicBezTo>
                        <a:pt x="-293" y="330299"/>
                        <a:pt x="30064" y="240208"/>
                        <a:pt x="86329" y="166700"/>
                      </a:cubicBezTo>
                      <a:cubicBezTo>
                        <a:pt x="166229" y="61575"/>
                        <a:pt x="290650" y="-101"/>
                        <a:pt x="422617" y="0"/>
                      </a:cubicBezTo>
                      <a:lnTo>
                        <a:pt x="422617" y="9443"/>
                      </a:lnTo>
                      <a:cubicBezTo>
                        <a:pt x="194513" y="9354"/>
                        <a:pt x="9526" y="194362"/>
                        <a:pt x="9437" y="422670"/>
                      </a:cubicBezTo>
                      <a:cubicBezTo>
                        <a:pt x="9437" y="422746"/>
                        <a:pt x="9437" y="422823"/>
                        <a:pt x="9437" y="4229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3" name="Google Shape;1503;p37"/>
                <p:cNvSpPr/>
                <p:nvPr/>
              </p:nvSpPr>
              <p:spPr>
                <a:xfrm>
                  <a:off x="5809963" y="2049277"/>
                  <a:ext cx="82856" cy="82096"/>
                </a:xfrm>
                <a:custGeom>
                  <a:rect b="b" l="l" r="r" t="t"/>
                  <a:pathLst>
                    <a:path extrusionOk="0" h="82096" w="82856">
                      <a:moveTo>
                        <a:pt x="82857" y="0"/>
                      </a:moveTo>
                      <a:cubicBezTo>
                        <a:pt x="51546" y="23362"/>
                        <a:pt x="23657" y="50996"/>
                        <a:pt x="0" y="82096"/>
                      </a:cubicBez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4" name="Google Shape;1504;p37"/>
              <p:cNvGrpSpPr/>
              <p:nvPr/>
            </p:nvGrpSpPr>
            <p:grpSpPr>
              <a:xfrm>
                <a:off x="5719886" y="2384709"/>
                <a:ext cx="422615" cy="422991"/>
                <a:chOff x="5719886" y="2384709"/>
                <a:chExt cx="422615" cy="422991"/>
              </a:xfrm>
            </p:grpSpPr>
            <p:sp>
              <p:nvSpPr>
                <p:cNvPr id="1505" name="Google Shape;1505;p37"/>
                <p:cNvSpPr/>
                <p:nvPr/>
              </p:nvSpPr>
              <p:spPr>
                <a:xfrm>
                  <a:off x="5719886" y="2384709"/>
                  <a:ext cx="422615" cy="422991"/>
                </a:xfrm>
                <a:custGeom>
                  <a:rect b="b" l="l" r="r" t="t"/>
                  <a:pathLst>
                    <a:path extrusionOk="0" h="422991" w="422615">
                      <a:moveTo>
                        <a:pt x="422615" y="422991"/>
                      </a:moveTo>
                      <a:cubicBezTo>
                        <a:pt x="189227" y="423007"/>
                        <a:pt x="16" y="233653"/>
                        <a:pt x="0" y="57"/>
                      </a:cubicBezTo>
                      <a:cubicBezTo>
                        <a:pt x="0" y="38"/>
                        <a:pt x="0" y="19"/>
                        <a:pt x="0" y="0"/>
                      </a:cubicBezTo>
                      <a:lnTo>
                        <a:pt x="9435" y="0"/>
                      </a:lnTo>
                      <a:cubicBezTo>
                        <a:pt x="9145" y="90530"/>
                        <a:pt x="38822" y="178606"/>
                        <a:pt x="93828" y="250471"/>
                      </a:cubicBezTo>
                      <a:cubicBezTo>
                        <a:pt x="171929" y="353282"/>
                        <a:pt x="293576" y="413618"/>
                        <a:pt x="422615" y="4135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6" name="Google Shape;1506;p37"/>
                <p:cNvSpPr/>
                <p:nvPr/>
              </p:nvSpPr>
              <p:spPr>
                <a:xfrm>
                  <a:off x="5809963" y="2638045"/>
                  <a:ext cx="87861" cy="87290"/>
                </a:xfrm>
                <a:custGeom>
                  <a:rect b="b" l="l" r="r" t="t"/>
                  <a:pathLst>
                    <a:path extrusionOk="0" h="87290" w="87861">
                      <a:moveTo>
                        <a:pt x="87862" y="85807"/>
                      </a:moveTo>
                      <a:lnTo>
                        <a:pt x="87862" y="87291"/>
                      </a:lnTo>
                      <a:lnTo>
                        <a:pt x="0" y="87291"/>
                      </a:lnTo>
                      <a:lnTo>
                        <a:pt x="0" y="0"/>
                      </a:lnTo>
                      <a:cubicBezTo>
                        <a:pt x="24917" y="32766"/>
                        <a:pt x="54522" y="61679"/>
                        <a:pt x="87862" y="858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7" name="Google Shape;1507;p37"/>
              <p:cNvGrpSpPr/>
              <p:nvPr/>
            </p:nvGrpSpPr>
            <p:grpSpPr>
              <a:xfrm>
                <a:off x="6142501" y="1961809"/>
                <a:ext cx="422522" cy="422899"/>
                <a:chOff x="6142501" y="1961809"/>
                <a:chExt cx="422522" cy="422899"/>
              </a:xfrm>
            </p:grpSpPr>
            <p:sp>
              <p:nvSpPr>
                <p:cNvPr id="1508" name="Google Shape;1508;p37"/>
                <p:cNvSpPr/>
                <p:nvPr/>
              </p:nvSpPr>
              <p:spPr>
                <a:xfrm>
                  <a:off x="6142501" y="1961809"/>
                  <a:ext cx="422522" cy="422899"/>
                </a:xfrm>
                <a:custGeom>
                  <a:rect b="b" l="l" r="r" t="t"/>
                  <a:pathLst>
                    <a:path extrusionOk="0" h="422899" w="422522">
                      <a:moveTo>
                        <a:pt x="422523" y="422900"/>
                      </a:moveTo>
                      <a:lnTo>
                        <a:pt x="413088" y="422900"/>
                      </a:lnTo>
                      <a:cubicBezTo>
                        <a:pt x="413139" y="194605"/>
                        <a:pt x="228275" y="9494"/>
                        <a:pt x="184" y="9443"/>
                      </a:cubicBezTo>
                      <a:cubicBezTo>
                        <a:pt x="122" y="9443"/>
                        <a:pt x="61" y="9443"/>
                        <a:pt x="0" y="9443"/>
                      </a:cubicBezTo>
                      <a:lnTo>
                        <a:pt x="0" y="0"/>
                      </a:lnTo>
                      <a:cubicBezTo>
                        <a:pt x="233321" y="77"/>
                        <a:pt x="422446" y="189371"/>
                        <a:pt x="422523" y="42290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9" name="Google Shape;1509;p37"/>
                <p:cNvSpPr/>
                <p:nvPr/>
              </p:nvSpPr>
              <p:spPr>
                <a:xfrm>
                  <a:off x="6393667" y="2049277"/>
                  <a:ext cx="87953" cy="87939"/>
                </a:xfrm>
                <a:custGeom>
                  <a:rect b="b" l="l" r="r" t="t"/>
                  <a:pathLst>
                    <a:path extrusionOk="0" h="87939" w="87953">
                      <a:moveTo>
                        <a:pt x="87954" y="0"/>
                      </a:moveTo>
                      <a:lnTo>
                        <a:pt x="87954" y="87940"/>
                      </a:lnTo>
                      <a:lnTo>
                        <a:pt x="85544" y="87940"/>
                      </a:lnTo>
                      <a:cubicBezTo>
                        <a:pt x="61428" y="54991"/>
                        <a:pt x="32605" y="25768"/>
                        <a:pt x="0" y="1207"/>
                      </a:cubicBez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10" name="Google Shape;1510;p37"/>
              <p:cNvGrpSpPr/>
              <p:nvPr/>
            </p:nvGrpSpPr>
            <p:grpSpPr>
              <a:xfrm>
                <a:off x="6142501" y="2384709"/>
                <a:ext cx="422522" cy="422990"/>
                <a:chOff x="6142501" y="2384709"/>
                <a:chExt cx="422522" cy="422990"/>
              </a:xfrm>
            </p:grpSpPr>
            <p:sp>
              <p:nvSpPr>
                <p:cNvPr id="1511" name="Google Shape;1511;p37"/>
                <p:cNvSpPr/>
                <p:nvPr/>
              </p:nvSpPr>
              <p:spPr>
                <a:xfrm>
                  <a:off x="6142501" y="2384709"/>
                  <a:ext cx="422522" cy="422990"/>
                </a:xfrm>
                <a:custGeom>
                  <a:rect b="b" l="l" r="r" t="t"/>
                  <a:pathLst>
                    <a:path extrusionOk="0" h="422990" w="422522">
                      <a:moveTo>
                        <a:pt x="0" y="422991"/>
                      </a:moveTo>
                      <a:lnTo>
                        <a:pt x="0" y="413548"/>
                      </a:lnTo>
                      <a:cubicBezTo>
                        <a:pt x="228150" y="413480"/>
                        <a:pt x="413071" y="228353"/>
                        <a:pt x="413088" y="0"/>
                      </a:cubicBezTo>
                      <a:lnTo>
                        <a:pt x="422523" y="0"/>
                      </a:lnTo>
                      <a:cubicBezTo>
                        <a:pt x="422520" y="233574"/>
                        <a:pt x="233367" y="422937"/>
                        <a:pt x="0" y="42299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12" name="Google Shape;1512;p37"/>
                <p:cNvSpPr/>
                <p:nvPr/>
              </p:nvSpPr>
              <p:spPr>
                <a:xfrm>
                  <a:off x="6393667" y="2637397"/>
                  <a:ext cx="87953" cy="87939"/>
                </a:xfrm>
                <a:custGeom>
                  <a:rect b="b" l="l" r="r" t="t"/>
                  <a:pathLst>
                    <a:path extrusionOk="0" h="87939" w="87953">
                      <a:moveTo>
                        <a:pt x="87954" y="0"/>
                      </a:moveTo>
                      <a:lnTo>
                        <a:pt x="87954" y="87940"/>
                      </a:lnTo>
                      <a:lnTo>
                        <a:pt x="0" y="87940"/>
                      </a:lnTo>
                      <a:lnTo>
                        <a:pt x="0" y="81539"/>
                      </a:lnTo>
                      <a:cubicBezTo>
                        <a:pt x="30887" y="58277"/>
                        <a:pt x="58398" y="30835"/>
                        <a:pt x="8174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sp>
          <p:nvSpPr>
            <p:cNvPr id="1513" name="Google Shape;1513;p37"/>
            <p:cNvSpPr/>
            <p:nvPr/>
          </p:nvSpPr>
          <p:spPr>
            <a:xfrm>
              <a:off x="5333025" y="1497780"/>
              <a:ext cx="489537" cy="489972"/>
            </a:xfrm>
            <a:custGeom>
              <a:rect b="b" l="l" r="r" t="t"/>
              <a:pathLst>
                <a:path extrusionOk="0" h="265697" w="265461">
                  <a:moveTo>
                    <a:pt x="265462" y="0"/>
                  </a:moveTo>
                  <a:lnTo>
                    <a:pt x="0" y="0"/>
                  </a:lnTo>
                  <a:lnTo>
                    <a:pt x="0" y="265698"/>
                  </a:lnTo>
                  <a:lnTo>
                    <a:pt x="0" y="265698"/>
                  </a:lnTo>
                  <a:cubicBezTo>
                    <a:pt x="146610" y="265698"/>
                    <a:pt x="265462" y="146742"/>
                    <a:pt x="265462" y="1"/>
                  </a:cubicBezTo>
                  <a:close/>
                </a:path>
              </a:pathLst>
            </a:custGeom>
            <a:solidFill>
              <a:schemeClr val="accent4"/>
            </a:solidFill>
            <a:ln>
              <a:noFill/>
            </a:ln>
          </p:spPr>
          <p:txBody>
            <a:bodyPr anchorCtr="0" anchor="ctr" bIns="45700" lIns="0" spcFirstLastPara="1" rIns="91425" wrap="square" tIns="9125">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1</a:t>
              </a:r>
              <a:endParaRPr b="1" sz="1500">
                <a:solidFill>
                  <a:schemeClr val="dk1"/>
                </a:solidFill>
                <a:latin typeface="Inter"/>
                <a:ea typeface="Inter"/>
                <a:cs typeface="Inter"/>
                <a:sym typeface="Inter"/>
              </a:endParaRPr>
            </a:p>
          </p:txBody>
        </p:sp>
        <p:sp>
          <p:nvSpPr>
            <p:cNvPr id="1514" name="Google Shape;1514;p37"/>
            <p:cNvSpPr/>
            <p:nvPr/>
          </p:nvSpPr>
          <p:spPr>
            <a:xfrm>
              <a:off x="7000248" y="1497780"/>
              <a:ext cx="489535" cy="489972"/>
            </a:xfrm>
            <a:custGeom>
              <a:rect b="b" l="l" r="r" t="t"/>
              <a:pathLst>
                <a:path extrusionOk="0" h="265697" w="265460">
                  <a:moveTo>
                    <a:pt x="0" y="0"/>
                  </a:moveTo>
                  <a:lnTo>
                    <a:pt x="265461" y="0"/>
                  </a:lnTo>
                  <a:lnTo>
                    <a:pt x="265461" y="265698"/>
                  </a:lnTo>
                  <a:lnTo>
                    <a:pt x="265461" y="265698"/>
                  </a:lnTo>
                  <a:cubicBezTo>
                    <a:pt x="118851" y="265698"/>
                    <a:pt x="0" y="146741"/>
                    <a:pt x="0" y="1"/>
                  </a:cubicBezTo>
                  <a:close/>
                </a:path>
              </a:pathLst>
            </a:custGeom>
            <a:solidFill>
              <a:schemeClr val="accent4"/>
            </a:solidFill>
            <a:ln>
              <a:noFill/>
            </a:ln>
          </p:spPr>
          <p:txBody>
            <a:bodyPr anchorCtr="0" anchor="ctr" bIns="45700" lIns="91425" spcFirstLastPara="1" rIns="0" wrap="square" tIns="9125">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2</a:t>
              </a:r>
              <a:endParaRPr b="1" sz="1500">
                <a:solidFill>
                  <a:schemeClr val="dk1"/>
                </a:solidFill>
                <a:latin typeface="Inter"/>
                <a:ea typeface="Inter"/>
                <a:cs typeface="Inter"/>
                <a:sym typeface="Inter"/>
              </a:endParaRPr>
            </a:p>
          </p:txBody>
        </p:sp>
        <p:sp>
          <p:nvSpPr>
            <p:cNvPr id="1515" name="Google Shape;1515;p37"/>
            <p:cNvSpPr/>
            <p:nvPr/>
          </p:nvSpPr>
          <p:spPr>
            <a:xfrm>
              <a:off x="5333025" y="3177840"/>
              <a:ext cx="489537" cy="489972"/>
            </a:xfrm>
            <a:custGeom>
              <a:rect b="b" l="l" r="r" t="t"/>
              <a:pathLst>
                <a:path extrusionOk="0" h="265697" w="265461">
                  <a:moveTo>
                    <a:pt x="0" y="0"/>
                  </a:moveTo>
                  <a:lnTo>
                    <a:pt x="0" y="265697"/>
                  </a:lnTo>
                  <a:lnTo>
                    <a:pt x="265462" y="265697"/>
                  </a:lnTo>
                  <a:cubicBezTo>
                    <a:pt x="265462" y="118956"/>
                    <a:pt x="146610" y="0"/>
                    <a:pt x="0" y="0"/>
                  </a:cubicBezTo>
                  <a:close/>
                </a:path>
              </a:pathLst>
            </a:custGeom>
            <a:solidFill>
              <a:schemeClr val="accent4"/>
            </a:solidFill>
            <a:ln>
              <a:noFill/>
            </a:ln>
          </p:spPr>
          <p:txBody>
            <a:bodyPr anchorCtr="0" anchor="b" bIns="91425" lIns="0" spcFirstLastPara="1" rIns="91425" wrap="square" tIns="45700">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3</a:t>
              </a:r>
              <a:endParaRPr b="1" sz="1500">
                <a:solidFill>
                  <a:schemeClr val="dk1"/>
                </a:solidFill>
                <a:latin typeface="Inter"/>
                <a:ea typeface="Inter"/>
                <a:cs typeface="Inter"/>
                <a:sym typeface="Inter"/>
              </a:endParaRPr>
            </a:p>
          </p:txBody>
        </p:sp>
        <p:sp>
          <p:nvSpPr>
            <p:cNvPr id="1516" name="Google Shape;1516;p37"/>
            <p:cNvSpPr/>
            <p:nvPr/>
          </p:nvSpPr>
          <p:spPr>
            <a:xfrm>
              <a:off x="7000250" y="3177840"/>
              <a:ext cx="489535" cy="489972"/>
            </a:xfrm>
            <a:custGeom>
              <a:rect b="b" l="l" r="r" t="t"/>
              <a:pathLst>
                <a:path extrusionOk="0" h="265697" w="265460">
                  <a:moveTo>
                    <a:pt x="265461" y="0"/>
                  </a:moveTo>
                  <a:lnTo>
                    <a:pt x="265461" y="265697"/>
                  </a:lnTo>
                  <a:lnTo>
                    <a:pt x="0" y="265697"/>
                  </a:lnTo>
                  <a:cubicBezTo>
                    <a:pt x="0" y="118957"/>
                    <a:pt x="118851" y="0"/>
                    <a:pt x="265461" y="0"/>
                  </a:cubicBezTo>
                  <a:close/>
                </a:path>
              </a:pathLst>
            </a:custGeom>
            <a:solidFill>
              <a:schemeClr val="accent4"/>
            </a:solidFill>
            <a:ln>
              <a:noFill/>
            </a:ln>
          </p:spPr>
          <p:txBody>
            <a:bodyPr anchorCtr="0" anchor="b" bIns="91425" lIns="91425" spcFirstLastPara="1" rIns="0" wrap="square" tIns="45700">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4</a:t>
              </a:r>
              <a:endParaRPr b="1" sz="1500">
                <a:solidFill>
                  <a:schemeClr val="dk1"/>
                </a:solidFill>
                <a:latin typeface="Inter"/>
                <a:ea typeface="Inter"/>
                <a:cs typeface="Inter"/>
                <a:sym typeface="Inter"/>
              </a:endParaRPr>
            </a:p>
          </p:txBody>
        </p:sp>
        <p:sp>
          <p:nvSpPr>
            <p:cNvPr id="1517" name="Google Shape;1517;p37"/>
            <p:cNvSpPr/>
            <p:nvPr/>
          </p:nvSpPr>
          <p:spPr>
            <a:xfrm>
              <a:off x="5994163" y="2164363"/>
              <a:ext cx="814046" cy="814770"/>
            </a:xfrm>
            <a:custGeom>
              <a:rect b="b" l="l" r="r" t="t"/>
              <a:pathLst>
                <a:path extrusionOk="0" h="669432" w="668837">
                  <a:moveTo>
                    <a:pt x="668837" y="334716"/>
                  </a:moveTo>
                  <a:cubicBezTo>
                    <a:pt x="668837" y="519575"/>
                    <a:pt x="519113" y="669432"/>
                    <a:pt x="334419" y="669432"/>
                  </a:cubicBezTo>
                  <a:cubicBezTo>
                    <a:pt x="149724" y="669432"/>
                    <a:pt x="0" y="519575"/>
                    <a:pt x="0" y="334716"/>
                  </a:cubicBezTo>
                  <a:cubicBezTo>
                    <a:pt x="0" y="149858"/>
                    <a:pt x="149724" y="0"/>
                    <a:pt x="334419" y="0"/>
                  </a:cubicBezTo>
                  <a:cubicBezTo>
                    <a:pt x="519113" y="0"/>
                    <a:pt x="668837" y="149858"/>
                    <a:pt x="668837" y="334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500">
                <a:solidFill>
                  <a:schemeClr val="dk1"/>
                </a:solidFill>
                <a:latin typeface="Inter"/>
                <a:ea typeface="Inter"/>
                <a:cs typeface="Inter"/>
                <a:sym typeface="Inter"/>
              </a:endParaRPr>
            </a:p>
          </p:txBody>
        </p:sp>
        <p:grpSp>
          <p:nvGrpSpPr>
            <p:cNvPr id="1518" name="Google Shape;1518;p37"/>
            <p:cNvGrpSpPr/>
            <p:nvPr/>
          </p:nvGrpSpPr>
          <p:grpSpPr>
            <a:xfrm>
              <a:off x="6228082" y="2370290"/>
              <a:ext cx="321946" cy="366303"/>
              <a:chOff x="4839159" y="2688987"/>
              <a:chExt cx="283578" cy="322677"/>
            </a:xfrm>
          </p:grpSpPr>
          <p:sp>
            <p:nvSpPr>
              <p:cNvPr id="1519" name="Google Shape;1519;p37"/>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37"/>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37"/>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37"/>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cxnSp>
        <p:nvCxnSpPr>
          <p:cNvPr id="1523" name="Google Shape;1523;p37"/>
          <p:cNvCxnSpPr/>
          <p:nvPr/>
        </p:nvCxnSpPr>
        <p:spPr>
          <a:xfrm>
            <a:off x="1323175" y="597944"/>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529" name="Google Shape;1529;p38"/>
          <p:cNvGrpSpPr/>
          <p:nvPr/>
        </p:nvGrpSpPr>
        <p:grpSpPr>
          <a:xfrm>
            <a:off x="985605" y="1249541"/>
            <a:ext cx="310534" cy="310534"/>
            <a:chOff x="868275" y="1215607"/>
            <a:chExt cx="322566" cy="322566"/>
          </a:xfrm>
        </p:grpSpPr>
        <p:sp>
          <p:nvSpPr>
            <p:cNvPr id="1530" name="Google Shape;1530;p38"/>
            <p:cNvSpPr/>
            <p:nvPr/>
          </p:nvSpPr>
          <p:spPr>
            <a:xfrm>
              <a:off x="868275" y="1215607"/>
              <a:ext cx="322566" cy="322566"/>
            </a:xfrm>
            <a:custGeom>
              <a:rect b="b" l="l" r="r" t="t"/>
              <a:pathLst>
                <a:path extrusionOk="0" h="509986" w="509986">
                  <a:moveTo>
                    <a:pt x="451996" y="148566"/>
                  </a:moveTo>
                  <a:lnTo>
                    <a:pt x="475256" y="116030"/>
                  </a:lnTo>
                  <a:lnTo>
                    <a:pt x="393956" y="34730"/>
                  </a:lnTo>
                  <a:lnTo>
                    <a:pt x="361420" y="57990"/>
                  </a:lnTo>
                  <a:cubicBezTo>
                    <a:pt x="347950" y="50694"/>
                    <a:pt x="333768" y="44827"/>
                    <a:pt x="319049" y="40434"/>
                  </a:cubicBezTo>
                  <a:lnTo>
                    <a:pt x="312465" y="0"/>
                  </a:lnTo>
                  <a:lnTo>
                    <a:pt x="197521" y="0"/>
                  </a:lnTo>
                  <a:lnTo>
                    <a:pt x="190941" y="40434"/>
                  </a:lnTo>
                  <a:cubicBezTo>
                    <a:pt x="176218" y="44827"/>
                    <a:pt x="162036" y="50694"/>
                    <a:pt x="148570" y="57990"/>
                  </a:cubicBezTo>
                  <a:lnTo>
                    <a:pt x="116030" y="34730"/>
                  </a:lnTo>
                  <a:lnTo>
                    <a:pt x="34730" y="116030"/>
                  </a:lnTo>
                  <a:lnTo>
                    <a:pt x="57990" y="148566"/>
                  </a:lnTo>
                  <a:cubicBezTo>
                    <a:pt x="50694" y="162036"/>
                    <a:pt x="44827" y="176218"/>
                    <a:pt x="40438" y="190937"/>
                  </a:cubicBezTo>
                  <a:lnTo>
                    <a:pt x="0" y="197521"/>
                  </a:lnTo>
                  <a:lnTo>
                    <a:pt x="0" y="312465"/>
                  </a:lnTo>
                  <a:lnTo>
                    <a:pt x="40434" y="319045"/>
                  </a:lnTo>
                  <a:cubicBezTo>
                    <a:pt x="44827" y="333768"/>
                    <a:pt x="50694" y="347950"/>
                    <a:pt x="57990" y="361416"/>
                  </a:cubicBezTo>
                  <a:lnTo>
                    <a:pt x="34730" y="393956"/>
                  </a:lnTo>
                  <a:lnTo>
                    <a:pt x="116030" y="475256"/>
                  </a:lnTo>
                  <a:lnTo>
                    <a:pt x="148566" y="451996"/>
                  </a:lnTo>
                  <a:cubicBezTo>
                    <a:pt x="162036" y="459292"/>
                    <a:pt x="176218" y="465159"/>
                    <a:pt x="190937" y="469548"/>
                  </a:cubicBezTo>
                  <a:lnTo>
                    <a:pt x="197521" y="509986"/>
                  </a:lnTo>
                  <a:lnTo>
                    <a:pt x="312465" y="509986"/>
                  </a:lnTo>
                  <a:lnTo>
                    <a:pt x="319045" y="469552"/>
                  </a:lnTo>
                  <a:cubicBezTo>
                    <a:pt x="333768" y="465159"/>
                    <a:pt x="347950" y="459292"/>
                    <a:pt x="361416" y="451996"/>
                  </a:cubicBezTo>
                  <a:lnTo>
                    <a:pt x="393956" y="475256"/>
                  </a:lnTo>
                  <a:lnTo>
                    <a:pt x="475256" y="393956"/>
                  </a:lnTo>
                  <a:lnTo>
                    <a:pt x="451996" y="361420"/>
                  </a:lnTo>
                  <a:cubicBezTo>
                    <a:pt x="459292" y="347950"/>
                    <a:pt x="465159" y="333768"/>
                    <a:pt x="469548" y="319049"/>
                  </a:cubicBezTo>
                  <a:lnTo>
                    <a:pt x="509986" y="312465"/>
                  </a:lnTo>
                  <a:lnTo>
                    <a:pt x="509986" y="197521"/>
                  </a:lnTo>
                  <a:lnTo>
                    <a:pt x="469552" y="190941"/>
                  </a:lnTo>
                  <a:cubicBezTo>
                    <a:pt x="465159" y="176218"/>
                    <a:pt x="459292" y="162036"/>
                    <a:pt x="451996" y="148566"/>
                  </a:cubicBezTo>
                  <a:close/>
                  <a:moveTo>
                    <a:pt x="254993" y="419344"/>
                  </a:moveTo>
                  <a:cubicBezTo>
                    <a:pt x="164370" y="419344"/>
                    <a:pt x="90642" y="345616"/>
                    <a:pt x="90642" y="254993"/>
                  </a:cubicBezTo>
                  <a:cubicBezTo>
                    <a:pt x="90642" y="164370"/>
                    <a:pt x="164370" y="90642"/>
                    <a:pt x="254993" y="90642"/>
                  </a:cubicBezTo>
                  <a:cubicBezTo>
                    <a:pt x="345616" y="90642"/>
                    <a:pt x="419344" y="164370"/>
                    <a:pt x="419344" y="254993"/>
                  </a:cubicBezTo>
                  <a:cubicBezTo>
                    <a:pt x="419344" y="345616"/>
                    <a:pt x="345616" y="419344"/>
                    <a:pt x="254993" y="4193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38"/>
            <p:cNvSpPr/>
            <p:nvPr/>
          </p:nvSpPr>
          <p:spPr>
            <a:xfrm>
              <a:off x="1001259" y="129186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38"/>
            <p:cNvSpPr/>
            <p:nvPr/>
          </p:nvSpPr>
          <p:spPr>
            <a:xfrm>
              <a:off x="963444" y="1367499"/>
              <a:ext cx="56700" cy="75601"/>
            </a:xfrm>
            <a:custGeom>
              <a:rect b="b" l="l" r="r" t="t"/>
              <a:pathLst>
                <a:path extrusionOk="0" h="119527" w="89645">
                  <a:moveTo>
                    <a:pt x="0" y="74705"/>
                  </a:moveTo>
                  <a:lnTo>
                    <a:pt x="0" y="98416"/>
                  </a:lnTo>
                  <a:cubicBezTo>
                    <a:pt x="6257" y="106237"/>
                    <a:pt x="13291" y="113271"/>
                    <a:pt x="21112" y="119528"/>
                  </a:cubicBez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38"/>
            <p:cNvSpPr/>
            <p:nvPr/>
          </p:nvSpPr>
          <p:spPr>
            <a:xfrm>
              <a:off x="1039074" y="1367499"/>
              <a:ext cx="56700" cy="75601"/>
            </a:xfrm>
            <a:custGeom>
              <a:rect b="b" l="l" r="r" t="t"/>
              <a:pathLst>
                <a:path extrusionOk="0" h="119527" w="89645">
                  <a:moveTo>
                    <a:pt x="14941" y="0"/>
                  </a:moveTo>
                  <a:lnTo>
                    <a:pt x="0" y="0"/>
                  </a:lnTo>
                  <a:lnTo>
                    <a:pt x="0" y="119528"/>
                  </a:lnTo>
                  <a:lnTo>
                    <a:pt x="68534" y="119528"/>
                  </a:lnTo>
                  <a:cubicBezTo>
                    <a:pt x="76355" y="113271"/>
                    <a:pt x="83389" y="106237"/>
                    <a:pt x="89646" y="98416"/>
                  </a:cubicBez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4" name="Google Shape;1534;p38"/>
          <p:cNvGrpSpPr/>
          <p:nvPr/>
        </p:nvGrpSpPr>
        <p:grpSpPr>
          <a:xfrm>
            <a:off x="985602" y="1990429"/>
            <a:ext cx="310541" cy="310595"/>
            <a:chOff x="866015" y="1952948"/>
            <a:chExt cx="322573" cy="322629"/>
          </a:xfrm>
        </p:grpSpPr>
        <p:sp>
          <p:nvSpPr>
            <p:cNvPr id="1535" name="Google Shape;1535;p38"/>
            <p:cNvSpPr/>
            <p:nvPr/>
          </p:nvSpPr>
          <p:spPr>
            <a:xfrm>
              <a:off x="866015" y="1952948"/>
              <a:ext cx="303035" cy="161283"/>
            </a:xfrm>
            <a:custGeom>
              <a:rect b="b" l="l" r="r" t="t"/>
              <a:pathLst>
                <a:path extrusionOk="0" h="254993" w="479107">
                  <a:moveTo>
                    <a:pt x="479108" y="60760"/>
                  </a:move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ubicBezTo>
                    <a:pt x="326830" y="29882"/>
                    <a:pt x="393948" y="64721"/>
                    <a:pt x="436156" y="120524"/>
                  </a:cubicBezTo>
                  <a:lnTo>
                    <a:pt x="389462" y="120524"/>
                  </a:lnTo>
                  <a:lnTo>
                    <a:pt x="389462" y="150406"/>
                  </a:lnTo>
                  <a:lnTo>
                    <a:pt x="47910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38"/>
            <p:cNvSpPr/>
            <p:nvPr/>
          </p:nvSpPr>
          <p:spPr>
            <a:xfrm>
              <a:off x="885553" y="2114294"/>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38"/>
            <p:cNvSpPr/>
            <p:nvPr/>
          </p:nvSpPr>
          <p:spPr>
            <a:xfrm>
              <a:off x="923369" y="2010301"/>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239056" y="179292"/>
                  </a:moveTo>
                  <a:lnTo>
                    <a:pt x="149410" y="179292"/>
                  </a:lnTo>
                  <a:lnTo>
                    <a:pt x="149410" y="59764"/>
                  </a:lnTo>
                  <a:lnTo>
                    <a:pt x="179292" y="59764"/>
                  </a:lnTo>
                  <a:lnTo>
                    <a:pt x="179292" y="149410"/>
                  </a:lnTo>
                  <a:lnTo>
                    <a:pt x="239056"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38" name="Google Shape;1538;p38"/>
          <p:cNvSpPr/>
          <p:nvPr/>
        </p:nvSpPr>
        <p:spPr>
          <a:xfrm>
            <a:off x="1028022" y="2706112"/>
            <a:ext cx="226051" cy="311091"/>
          </a:xfrm>
          <a:custGeom>
            <a:rect b="b" l="l" r="r" t="t"/>
            <a:pathLst>
              <a:path extrusionOk="0" h="509986" w="370575">
                <a:moveTo>
                  <a:pt x="101642" y="0"/>
                </a:moveTo>
                <a:lnTo>
                  <a:pt x="101642" y="67701"/>
                </a:lnTo>
                <a:lnTo>
                  <a:pt x="0" y="135465"/>
                </a:lnTo>
                <a:lnTo>
                  <a:pt x="101638" y="203229"/>
                </a:lnTo>
                <a:lnTo>
                  <a:pt x="101638" y="390435"/>
                </a:lnTo>
                <a:cubicBezTo>
                  <a:pt x="58772" y="395073"/>
                  <a:pt x="26933" y="419134"/>
                  <a:pt x="26933" y="449226"/>
                </a:cubicBezTo>
                <a:cubicBezTo>
                  <a:pt x="26933" y="482742"/>
                  <a:pt x="66316" y="509986"/>
                  <a:pt x="116579" y="509986"/>
                </a:cubicBezTo>
                <a:cubicBezTo>
                  <a:pt x="166845" y="509986"/>
                  <a:pt x="206225" y="482742"/>
                  <a:pt x="206225" y="449226"/>
                </a:cubicBezTo>
                <a:cubicBezTo>
                  <a:pt x="206225" y="419134"/>
                  <a:pt x="174389" y="395073"/>
                  <a:pt x="131520" y="390435"/>
                </a:cubicBezTo>
                <a:lnTo>
                  <a:pt x="131520" y="359580"/>
                </a:lnTo>
                <a:lnTo>
                  <a:pt x="310812" y="359580"/>
                </a:lnTo>
                <a:lnTo>
                  <a:pt x="310812" y="299816"/>
                </a:lnTo>
                <a:lnTo>
                  <a:pt x="370576" y="299816"/>
                </a:lnTo>
                <a:lnTo>
                  <a:pt x="370576" y="180288"/>
                </a:lnTo>
                <a:lnTo>
                  <a:pt x="310812" y="180288"/>
                </a:lnTo>
                <a:lnTo>
                  <a:pt x="310812" y="120524"/>
                </a:lnTo>
                <a:lnTo>
                  <a:pt x="210754" y="120524"/>
                </a:lnTo>
                <a:lnTo>
                  <a:pt x="131520" y="67701"/>
                </a:lnTo>
                <a:lnTo>
                  <a:pt x="131520" y="0"/>
                </a:lnTo>
                <a:close/>
                <a:moveTo>
                  <a:pt x="210754" y="150406"/>
                </a:moveTo>
                <a:lnTo>
                  <a:pt x="280930" y="150406"/>
                </a:lnTo>
                <a:lnTo>
                  <a:pt x="280930" y="180288"/>
                </a:lnTo>
                <a:lnTo>
                  <a:pt x="221166" y="180288"/>
                </a:lnTo>
                <a:lnTo>
                  <a:pt x="221166" y="299816"/>
                </a:lnTo>
                <a:lnTo>
                  <a:pt x="280930" y="299816"/>
                </a:lnTo>
                <a:lnTo>
                  <a:pt x="280930" y="329698"/>
                </a:lnTo>
                <a:lnTo>
                  <a:pt x="131520" y="329698"/>
                </a:lnTo>
                <a:lnTo>
                  <a:pt x="131520" y="2032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9" name="Google Shape;1539;p38"/>
          <p:cNvGrpSpPr/>
          <p:nvPr/>
        </p:nvGrpSpPr>
        <p:grpSpPr>
          <a:xfrm>
            <a:off x="1004407" y="3425851"/>
            <a:ext cx="272930" cy="310577"/>
            <a:chOff x="866015" y="3430585"/>
            <a:chExt cx="283505" cy="322610"/>
          </a:xfrm>
        </p:grpSpPr>
        <p:sp>
          <p:nvSpPr>
            <p:cNvPr id="1540" name="Google Shape;1540;p38"/>
            <p:cNvSpPr/>
            <p:nvPr/>
          </p:nvSpPr>
          <p:spPr>
            <a:xfrm>
              <a:off x="1017277" y="3430585"/>
              <a:ext cx="94501" cy="95132"/>
            </a:xfrm>
            <a:custGeom>
              <a:rect b="b" l="l" r="r" t="t"/>
              <a:pathLst>
                <a:path extrusionOk="0" h="150406" w="149409">
                  <a:moveTo>
                    <a:pt x="29882" y="0"/>
                  </a:moveTo>
                  <a:cubicBezTo>
                    <a:pt x="19470" y="0"/>
                    <a:pt x="9560" y="2370"/>
                    <a:pt x="0" y="5778"/>
                  </a:cubicBezTo>
                  <a:lnTo>
                    <a:pt x="0" y="150406"/>
                  </a:lnTo>
                  <a:lnTo>
                    <a:pt x="149410" y="150406"/>
                  </a:lnTo>
                  <a:cubicBezTo>
                    <a:pt x="149410" y="123676"/>
                    <a:pt x="137418" y="99918"/>
                    <a:pt x="118804" y="83479"/>
                  </a:cubicBezTo>
                  <a:cubicBezTo>
                    <a:pt x="115085" y="37438"/>
                    <a:pt x="76861"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38"/>
            <p:cNvSpPr/>
            <p:nvPr/>
          </p:nvSpPr>
          <p:spPr>
            <a:xfrm>
              <a:off x="903830" y="3430585"/>
              <a:ext cx="94501" cy="95132"/>
            </a:xfrm>
            <a:custGeom>
              <a:rect b="b" l="l" r="r" t="t"/>
              <a:pathLst>
                <a:path extrusionOk="0" h="150406" w="149409">
                  <a:moveTo>
                    <a:pt x="30606" y="83479"/>
                  </a:moveTo>
                  <a:cubicBezTo>
                    <a:pt x="11992" y="99918"/>
                    <a:pt x="0" y="123676"/>
                    <a:pt x="0" y="150406"/>
                  </a:cubicBezTo>
                  <a:lnTo>
                    <a:pt x="149410" y="150406"/>
                  </a:lnTo>
                  <a:lnTo>
                    <a:pt x="149410" y="5778"/>
                  </a:lnTo>
                  <a:cubicBezTo>
                    <a:pt x="139850" y="2370"/>
                    <a:pt x="129940" y="0"/>
                    <a:pt x="119528" y="0"/>
                  </a:cubicBezTo>
                  <a:cubicBezTo>
                    <a:pt x="72549" y="0"/>
                    <a:pt x="34325" y="37438"/>
                    <a:pt x="30606" y="834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38"/>
            <p:cNvSpPr/>
            <p:nvPr/>
          </p:nvSpPr>
          <p:spPr>
            <a:xfrm>
              <a:off x="866015" y="3544662"/>
              <a:ext cx="283505" cy="208533"/>
            </a:xfrm>
            <a:custGeom>
              <a:rect b="b" l="l" r="r" t="t"/>
              <a:pathLst>
                <a:path extrusionOk="0" h="329697" w="448229">
                  <a:moveTo>
                    <a:pt x="194233" y="149410"/>
                  </a:moveTo>
                  <a:lnTo>
                    <a:pt x="194233" y="284875"/>
                  </a:lnTo>
                  <a:lnTo>
                    <a:pt x="253997" y="329698"/>
                  </a:lnTo>
                  <a:lnTo>
                    <a:pt x="253997" y="149410"/>
                  </a:lnTo>
                  <a:lnTo>
                    <a:pt x="448230"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3" name="Google Shape;1543;p38"/>
          <p:cNvGrpSpPr/>
          <p:nvPr/>
        </p:nvGrpSpPr>
        <p:grpSpPr>
          <a:xfrm>
            <a:off x="1013480" y="4144520"/>
            <a:ext cx="254784" cy="310563"/>
            <a:chOff x="879863" y="4169883"/>
            <a:chExt cx="264656" cy="322595"/>
          </a:xfrm>
        </p:grpSpPr>
        <p:sp>
          <p:nvSpPr>
            <p:cNvPr id="1544" name="Google Shape;1544;p38"/>
            <p:cNvSpPr/>
            <p:nvPr/>
          </p:nvSpPr>
          <p:spPr>
            <a:xfrm>
              <a:off x="908224" y="4169883"/>
              <a:ext cx="56700" cy="57331"/>
            </a:xfrm>
            <a:custGeom>
              <a:rect b="b" l="l" r="r" t="t"/>
              <a:pathLst>
                <a:path extrusionOk="0" h="90642" w="89645">
                  <a:moveTo>
                    <a:pt x="89646" y="45819"/>
                  </a:moveTo>
                  <a:cubicBezTo>
                    <a:pt x="89646" y="21104"/>
                    <a:pt x="69538" y="0"/>
                    <a:pt x="44823" y="0"/>
                  </a:cubicBezTo>
                  <a:cubicBezTo>
                    <a:pt x="20108" y="0"/>
                    <a:pt x="0" y="21104"/>
                    <a:pt x="0" y="45819"/>
                  </a:cubicBezTo>
                  <a:cubicBezTo>
                    <a:pt x="0" y="70534"/>
                    <a:pt x="20108" y="90642"/>
                    <a:pt x="44823" y="90642"/>
                  </a:cubicBezTo>
                  <a:cubicBezTo>
                    <a:pt x="69538" y="90642"/>
                    <a:pt x="89646" y="70534"/>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38"/>
            <p:cNvSpPr/>
            <p:nvPr/>
          </p:nvSpPr>
          <p:spPr>
            <a:xfrm>
              <a:off x="1012217" y="4189421"/>
              <a:ext cx="132302" cy="284135"/>
            </a:xfrm>
            <a:custGeom>
              <a:rect b="b" l="l" r="r" t="t"/>
              <a:pathLst>
                <a:path extrusionOk="0" h="449225" w="209173">
                  <a:moveTo>
                    <a:pt x="209174" y="89646"/>
                  </a:moveTo>
                  <a:lnTo>
                    <a:pt x="209174" y="0"/>
                  </a:lnTo>
                  <a:lnTo>
                    <a:pt x="59764" y="0"/>
                  </a:lnTo>
                  <a:lnTo>
                    <a:pt x="59764" y="29882"/>
                  </a:lnTo>
                  <a:lnTo>
                    <a:pt x="0" y="29882"/>
                  </a:lnTo>
                  <a:lnTo>
                    <a:pt x="0" y="418348"/>
                  </a:lnTo>
                  <a:lnTo>
                    <a:pt x="59764" y="418348"/>
                  </a:lnTo>
                  <a:lnTo>
                    <a:pt x="59764" y="449226"/>
                  </a:lnTo>
                  <a:lnTo>
                    <a:pt x="209174" y="449226"/>
                  </a:lnTo>
                  <a:lnTo>
                    <a:pt x="209174" y="358584"/>
                  </a:lnTo>
                  <a:lnTo>
                    <a:pt x="59764" y="358584"/>
                  </a:lnTo>
                  <a:lnTo>
                    <a:pt x="59764" y="388466"/>
                  </a:lnTo>
                  <a:lnTo>
                    <a:pt x="29882" y="388466"/>
                  </a:lnTo>
                  <a:lnTo>
                    <a:pt x="29882" y="298820"/>
                  </a:lnTo>
                  <a:lnTo>
                    <a:pt x="59764" y="298820"/>
                  </a:lnTo>
                  <a:lnTo>
                    <a:pt x="59764" y="328702"/>
                  </a:lnTo>
                  <a:lnTo>
                    <a:pt x="209174" y="328702"/>
                  </a:lnTo>
                  <a:lnTo>
                    <a:pt x="209174" y="239056"/>
                  </a:lnTo>
                  <a:lnTo>
                    <a:pt x="59764" y="239056"/>
                  </a:lnTo>
                  <a:lnTo>
                    <a:pt x="59764" y="268938"/>
                  </a:lnTo>
                  <a:lnTo>
                    <a:pt x="29882" y="268938"/>
                  </a:lnTo>
                  <a:lnTo>
                    <a:pt x="29882" y="179292"/>
                  </a:lnTo>
                  <a:lnTo>
                    <a:pt x="59764" y="179292"/>
                  </a:lnTo>
                  <a:lnTo>
                    <a:pt x="59764" y="209174"/>
                  </a:lnTo>
                  <a:lnTo>
                    <a:pt x="209174" y="209174"/>
                  </a:lnTo>
                  <a:lnTo>
                    <a:pt x="209174" y="119528"/>
                  </a:lnTo>
                  <a:lnTo>
                    <a:pt x="59764" y="119528"/>
                  </a:lnTo>
                  <a:lnTo>
                    <a:pt x="59764" y="149410"/>
                  </a:lnTo>
                  <a:lnTo>
                    <a:pt x="29882" y="149410"/>
                  </a:lnTo>
                  <a:lnTo>
                    <a:pt x="29882" y="59764"/>
                  </a:lnTo>
                  <a:lnTo>
                    <a:pt x="59764" y="59764"/>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38"/>
            <p:cNvSpPr/>
            <p:nvPr/>
          </p:nvSpPr>
          <p:spPr>
            <a:xfrm>
              <a:off x="879863" y="4246145"/>
              <a:ext cx="113402" cy="246334"/>
            </a:xfrm>
            <a:custGeom>
              <a:rect b="b" l="l" r="r" t="t"/>
              <a:pathLst>
                <a:path extrusionOk="0" h="389461" w="179291">
                  <a:moveTo>
                    <a:pt x="149410" y="389462"/>
                  </a:moveTo>
                  <a:lnTo>
                    <a:pt x="149410" y="209174"/>
                  </a:lnTo>
                  <a:lnTo>
                    <a:pt x="179292" y="209174"/>
                  </a:lnTo>
                  <a:lnTo>
                    <a:pt x="179292" y="59764"/>
                  </a:lnTo>
                  <a:cubicBezTo>
                    <a:pt x="179292" y="26804"/>
                    <a:pt x="152488" y="0"/>
                    <a:pt x="119528" y="0"/>
                  </a:cubicBezTo>
                  <a:lnTo>
                    <a:pt x="104587" y="0"/>
                  </a:lnTo>
                  <a:lnTo>
                    <a:pt x="104587" y="89646"/>
                  </a:lnTo>
                  <a:lnTo>
                    <a:pt x="74705" y="89646"/>
                  </a:lnTo>
                  <a:lnTo>
                    <a:pt x="74705" y="0"/>
                  </a:lnTo>
                  <a:lnTo>
                    <a:pt x="59764" y="0"/>
                  </a:lnTo>
                  <a:cubicBezTo>
                    <a:pt x="26804" y="0"/>
                    <a:pt x="0" y="26804"/>
                    <a:pt x="0" y="59764"/>
                  </a:cubicBezTo>
                  <a:lnTo>
                    <a:pt x="0" y="209174"/>
                  </a:lnTo>
                  <a:lnTo>
                    <a:pt x="29882" y="209174"/>
                  </a:lnTo>
                  <a:lnTo>
                    <a:pt x="29882" y="389462"/>
                  </a:lnTo>
                  <a:lnTo>
                    <a:pt x="74705" y="389462"/>
                  </a:lnTo>
                  <a:lnTo>
                    <a:pt x="74705" y="209174"/>
                  </a:lnTo>
                  <a:lnTo>
                    <a:pt x="104587" y="209174"/>
                  </a:lnTo>
                  <a:lnTo>
                    <a:pt x="104587" y="38946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7" name="Google Shape;1547;p38"/>
          <p:cNvGrpSpPr/>
          <p:nvPr/>
        </p:nvGrpSpPr>
        <p:grpSpPr>
          <a:xfrm>
            <a:off x="1776090" y="1990428"/>
            <a:ext cx="310598" cy="310598"/>
            <a:chOff x="1663838" y="1964351"/>
            <a:chExt cx="322632" cy="322632"/>
          </a:xfrm>
        </p:grpSpPr>
        <p:sp>
          <p:nvSpPr>
            <p:cNvPr id="1548" name="Google Shape;1548;p38"/>
            <p:cNvSpPr/>
            <p:nvPr/>
          </p:nvSpPr>
          <p:spPr>
            <a:xfrm>
              <a:off x="1663838" y="1964351"/>
              <a:ext cx="284135" cy="57331"/>
            </a:xfrm>
            <a:custGeom>
              <a:rect b="b" l="l" r="r" t="t"/>
              <a:pathLst>
                <a:path extrusionOk="0" h="90642" w="449225">
                  <a:moveTo>
                    <a:pt x="449226" y="29882"/>
                  </a:moveTo>
                  <a:lnTo>
                    <a:pt x="419344" y="29882"/>
                  </a:lnTo>
                  <a:lnTo>
                    <a:pt x="419344" y="0"/>
                  </a:lnTo>
                  <a:lnTo>
                    <a:pt x="389462" y="0"/>
                  </a:lnTo>
                  <a:lnTo>
                    <a:pt x="389462" y="29882"/>
                  </a:lnTo>
                  <a:lnTo>
                    <a:pt x="329698" y="29882"/>
                  </a:lnTo>
                  <a:lnTo>
                    <a:pt x="329698" y="0"/>
                  </a:lnTo>
                  <a:lnTo>
                    <a:pt x="299816" y="0"/>
                  </a:lnTo>
                  <a:lnTo>
                    <a:pt x="299816" y="29882"/>
                  </a:lnTo>
                  <a:lnTo>
                    <a:pt x="240052" y="29882"/>
                  </a:lnTo>
                  <a:lnTo>
                    <a:pt x="240052" y="0"/>
                  </a:lnTo>
                  <a:lnTo>
                    <a:pt x="210170" y="0"/>
                  </a:lnTo>
                  <a:lnTo>
                    <a:pt x="210170" y="29882"/>
                  </a:lnTo>
                  <a:lnTo>
                    <a:pt x="150406" y="29882"/>
                  </a:lnTo>
                  <a:lnTo>
                    <a:pt x="150406" y="0"/>
                  </a:lnTo>
                  <a:lnTo>
                    <a:pt x="120524" y="0"/>
                  </a:lnTo>
                  <a:lnTo>
                    <a:pt x="120524" y="29882"/>
                  </a:lnTo>
                  <a:lnTo>
                    <a:pt x="59764" y="29882"/>
                  </a:lnTo>
                  <a:lnTo>
                    <a:pt x="59764" y="0"/>
                  </a:lnTo>
                  <a:lnTo>
                    <a:pt x="29882" y="0"/>
                  </a:lnTo>
                  <a:lnTo>
                    <a:pt x="29882" y="29882"/>
                  </a:lnTo>
                  <a:lnTo>
                    <a:pt x="0" y="29882"/>
                  </a:lnTo>
                  <a:lnTo>
                    <a:pt x="0" y="90642"/>
                  </a:lnTo>
                  <a:lnTo>
                    <a:pt x="449226"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38"/>
            <p:cNvSpPr/>
            <p:nvPr/>
          </p:nvSpPr>
          <p:spPr>
            <a:xfrm>
              <a:off x="1663838" y="2040612"/>
              <a:ext cx="284135" cy="170103"/>
            </a:xfrm>
            <a:custGeom>
              <a:rect b="b" l="l" r="r" t="t"/>
              <a:pathLst>
                <a:path extrusionOk="0" h="268937" w="449225">
                  <a:moveTo>
                    <a:pt x="389462" y="119528"/>
                  </a:moveTo>
                  <a:cubicBezTo>
                    <a:pt x="410733" y="119528"/>
                    <a:pt x="430892" y="124143"/>
                    <a:pt x="449226" y="132193"/>
                  </a:cubicBezTo>
                  <a:lnTo>
                    <a:pt x="449226" y="0"/>
                  </a:lnTo>
                  <a:lnTo>
                    <a:pt x="0" y="0"/>
                  </a:lnTo>
                  <a:lnTo>
                    <a:pt x="0" y="268938"/>
                  </a:lnTo>
                  <a:lnTo>
                    <a:pt x="240052" y="268938"/>
                  </a:lnTo>
                  <a:cubicBezTo>
                    <a:pt x="240052" y="186560"/>
                    <a:pt x="307084" y="119528"/>
                    <a:pt x="389462" y="119528"/>
                  </a:cubicBezTo>
                  <a:close/>
                  <a:moveTo>
                    <a:pt x="329698" y="44823"/>
                  </a:moveTo>
                  <a:lnTo>
                    <a:pt x="389462" y="44823"/>
                  </a:lnTo>
                  <a:lnTo>
                    <a:pt x="389462" y="74705"/>
                  </a:lnTo>
                  <a:lnTo>
                    <a:pt x="329698" y="74705"/>
                  </a:lnTo>
                  <a:close/>
                  <a:moveTo>
                    <a:pt x="240052" y="44823"/>
                  </a:moveTo>
                  <a:lnTo>
                    <a:pt x="299816" y="44823"/>
                  </a:lnTo>
                  <a:lnTo>
                    <a:pt x="299816" y="74705"/>
                  </a:lnTo>
                  <a:lnTo>
                    <a:pt x="240052" y="74705"/>
                  </a:lnTo>
                  <a:close/>
                  <a:moveTo>
                    <a:pt x="240052" y="104587"/>
                  </a:moveTo>
                  <a:lnTo>
                    <a:pt x="299816" y="104587"/>
                  </a:lnTo>
                  <a:lnTo>
                    <a:pt x="299816" y="134469"/>
                  </a:lnTo>
                  <a:lnTo>
                    <a:pt x="240052" y="134469"/>
                  </a:lnTo>
                  <a:close/>
                  <a:moveTo>
                    <a:pt x="120524" y="194233"/>
                  </a:moveTo>
                  <a:lnTo>
                    <a:pt x="59764" y="194233"/>
                  </a:lnTo>
                  <a:lnTo>
                    <a:pt x="59764" y="164351"/>
                  </a:lnTo>
                  <a:lnTo>
                    <a:pt x="120524" y="164351"/>
                  </a:lnTo>
                  <a:close/>
                  <a:moveTo>
                    <a:pt x="120524" y="134469"/>
                  </a:moveTo>
                  <a:lnTo>
                    <a:pt x="59764" y="134469"/>
                  </a:lnTo>
                  <a:lnTo>
                    <a:pt x="59764" y="104587"/>
                  </a:lnTo>
                  <a:lnTo>
                    <a:pt x="120524" y="104587"/>
                  </a:lnTo>
                  <a:close/>
                  <a:moveTo>
                    <a:pt x="120524" y="74705"/>
                  </a:moveTo>
                  <a:lnTo>
                    <a:pt x="59764" y="74705"/>
                  </a:lnTo>
                  <a:lnTo>
                    <a:pt x="59764" y="44823"/>
                  </a:lnTo>
                  <a:lnTo>
                    <a:pt x="120524" y="44823"/>
                  </a:lnTo>
                  <a:close/>
                  <a:moveTo>
                    <a:pt x="210170" y="194233"/>
                  </a:moveTo>
                  <a:lnTo>
                    <a:pt x="150406" y="194233"/>
                  </a:lnTo>
                  <a:lnTo>
                    <a:pt x="150406" y="164351"/>
                  </a:lnTo>
                  <a:lnTo>
                    <a:pt x="210170" y="164351"/>
                  </a:lnTo>
                  <a:close/>
                  <a:moveTo>
                    <a:pt x="210170" y="134469"/>
                  </a:moveTo>
                  <a:lnTo>
                    <a:pt x="150406" y="134469"/>
                  </a:lnTo>
                  <a:lnTo>
                    <a:pt x="150406" y="104587"/>
                  </a:lnTo>
                  <a:lnTo>
                    <a:pt x="210170" y="104587"/>
                  </a:lnTo>
                  <a:close/>
                  <a:moveTo>
                    <a:pt x="210170" y="74705"/>
                  </a:moveTo>
                  <a:lnTo>
                    <a:pt x="150406" y="74705"/>
                  </a:lnTo>
                  <a:lnTo>
                    <a:pt x="150406" y="44823"/>
                  </a:lnTo>
                  <a:lnTo>
                    <a:pt x="210170"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38"/>
            <p:cNvSpPr/>
            <p:nvPr/>
          </p:nvSpPr>
          <p:spPr>
            <a:xfrm>
              <a:off x="1834638" y="2135150"/>
              <a:ext cx="151833" cy="151833"/>
            </a:xfrm>
            <a:custGeom>
              <a:rect b="b" l="l" r="r" t="t"/>
              <a:pathLst>
                <a:path extrusionOk="0" h="240052" w="240052">
                  <a:moveTo>
                    <a:pt x="119528" y="0"/>
                  </a:moveTo>
                  <a:cubicBezTo>
                    <a:pt x="53515" y="0"/>
                    <a:pt x="0" y="53515"/>
                    <a:pt x="0" y="119528"/>
                  </a:cubicBezTo>
                  <a:cubicBezTo>
                    <a:pt x="0" y="185541"/>
                    <a:pt x="53515" y="240052"/>
                    <a:pt x="119528" y="240052"/>
                  </a:cubicBezTo>
                  <a:cubicBezTo>
                    <a:pt x="185541" y="240052"/>
                    <a:pt x="240052" y="185541"/>
                    <a:pt x="240052" y="119528"/>
                  </a:cubicBezTo>
                  <a:cubicBezTo>
                    <a:pt x="240052" y="53515"/>
                    <a:pt x="185541" y="0"/>
                    <a:pt x="119528" y="0"/>
                  </a:cubicBezTo>
                  <a:close/>
                  <a:moveTo>
                    <a:pt x="134469" y="194233"/>
                  </a:moveTo>
                  <a:lnTo>
                    <a:pt x="104587" y="194233"/>
                  </a:lnTo>
                  <a:lnTo>
                    <a:pt x="104587" y="164351"/>
                  </a:lnTo>
                  <a:lnTo>
                    <a:pt x="134469" y="164351"/>
                  </a:lnTo>
                  <a:close/>
                  <a:moveTo>
                    <a:pt x="134469" y="134469"/>
                  </a:moveTo>
                  <a:lnTo>
                    <a:pt x="104587" y="134469"/>
                  </a:lnTo>
                  <a:lnTo>
                    <a:pt x="104587" y="44823"/>
                  </a:lnTo>
                  <a:lnTo>
                    <a:pt x="134469"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1" name="Google Shape;1551;p38"/>
          <p:cNvGrpSpPr/>
          <p:nvPr/>
        </p:nvGrpSpPr>
        <p:grpSpPr>
          <a:xfrm>
            <a:off x="1776101" y="1249495"/>
            <a:ext cx="310577" cy="310627"/>
            <a:chOff x="1662451" y="1213239"/>
            <a:chExt cx="322610" cy="322662"/>
          </a:xfrm>
        </p:grpSpPr>
        <p:sp>
          <p:nvSpPr>
            <p:cNvPr id="1552" name="Google Shape;1552;p38"/>
            <p:cNvSpPr/>
            <p:nvPr/>
          </p:nvSpPr>
          <p:spPr>
            <a:xfrm>
              <a:off x="1662451" y="1270593"/>
              <a:ext cx="189633" cy="170103"/>
            </a:xfrm>
            <a:custGeom>
              <a:rect b="b" l="l" r="r" t="t"/>
              <a:pathLst>
                <a:path extrusionOk="0" h="268937" w="299815">
                  <a:moveTo>
                    <a:pt x="299816" y="239056"/>
                  </a:moveTo>
                  <a:lnTo>
                    <a:pt x="108151" y="239056"/>
                  </a:lnTo>
                  <a:lnTo>
                    <a:pt x="201999" y="145192"/>
                  </a:lnTo>
                  <a:cubicBezTo>
                    <a:pt x="192062" y="126897"/>
                    <a:pt x="180288" y="97758"/>
                    <a:pt x="180288" y="59764"/>
                  </a:cubicBezTo>
                  <a:cubicBezTo>
                    <a:pt x="180288" y="38784"/>
                    <a:pt x="184097" y="18727"/>
                    <a:pt x="190747" y="0"/>
                  </a:cubicBezTo>
                  <a:lnTo>
                    <a:pt x="0" y="0"/>
                  </a:lnTo>
                  <a:lnTo>
                    <a:pt x="0" y="268938"/>
                  </a:lnTo>
                  <a:lnTo>
                    <a:pt x="299816"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38"/>
            <p:cNvSpPr/>
            <p:nvPr/>
          </p:nvSpPr>
          <p:spPr>
            <a:xfrm>
              <a:off x="1662451" y="1213239"/>
              <a:ext cx="164883" cy="38431"/>
            </a:xfrm>
            <a:custGeom>
              <a:rect b="b" l="l" r="r" t="t"/>
              <a:pathLst>
                <a:path extrusionOk="0" h="60760" w="260685">
                  <a:moveTo>
                    <a:pt x="260685" y="0"/>
                  </a:moveTo>
                  <a:lnTo>
                    <a:pt x="0" y="0"/>
                  </a:lnTo>
                  <a:lnTo>
                    <a:pt x="0" y="60760"/>
                  </a:lnTo>
                  <a:lnTo>
                    <a:pt x="204544" y="60760"/>
                  </a:lnTo>
                  <a:cubicBezTo>
                    <a:pt x="218458" y="36792"/>
                    <a:pt x="237659" y="15291"/>
                    <a:pt x="2606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38"/>
            <p:cNvSpPr/>
            <p:nvPr/>
          </p:nvSpPr>
          <p:spPr>
            <a:xfrm>
              <a:off x="1776528" y="1213239"/>
              <a:ext cx="208533" cy="189633"/>
            </a:xfrm>
            <a:custGeom>
              <a:rect b="b" l="l" r="r" t="t"/>
              <a:pathLst>
                <a:path extrusionOk="0" h="299815" w="329697">
                  <a:moveTo>
                    <a:pt x="179292" y="0"/>
                  </a:moveTo>
                  <a:cubicBezTo>
                    <a:pt x="96914" y="0"/>
                    <a:pt x="29882" y="68028"/>
                    <a:pt x="29882" y="150406"/>
                  </a:cubicBezTo>
                  <a:cubicBezTo>
                    <a:pt x="29882" y="203412"/>
                    <a:pt x="56826" y="234974"/>
                    <a:pt x="59429" y="240387"/>
                  </a:cubicBezTo>
                  <a:lnTo>
                    <a:pt x="0" y="299816"/>
                  </a:lnTo>
                  <a:lnTo>
                    <a:pt x="179292" y="299816"/>
                  </a:lnTo>
                  <a:cubicBezTo>
                    <a:pt x="261670" y="299816"/>
                    <a:pt x="329698" y="232784"/>
                    <a:pt x="329698" y="150406"/>
                  </a:cubicBezTo>
                  <a:cubicBezTo>
                    <a:pt x="329698" y="68028"/>
                    <a:pt x="261670" y="0"/>
                    <a:pt x="179292" y="0"/>
                  </a:cubicBezTo>
                  <a:close/>
                  <a:moveTo>
                    <a:pt x="179132" y="139842"/>
                  </a:moveTo>
                  <a:cubicBezTo>
                    <a:pt x="203847" y="139842"/>
                    <a:pt x="223955" y="159950"/>
                    <a:pt x="223955" y="184665"/>
                  </a:cubicBezTo>
                  <a:cubicBezTo>
                    <a:pt x="223955" y="204057"/>
                    <a:pt x="211505" y="220454"/>
                    <a:pt x="194233" y="226687"/>
                  </a:cubicBezTo>
                  <a:lnTo>
                    <a:pt x="194233" y="254993"/>
                  </a:lnTo>
                  <a:lnTo>
                    <a:pt x="164351" y="254993"/>
                  </a:lnTo>
                  <a:lnTo>
                    <a:pt x="164351" y="226784"/>
                  </a:lnTo>
                  <a:cubicBezTo>
                    <a:pt x="146916" y="220644"/>
                    <a:pt x="134309" y="204781"/>
                    <a:pt x="134309" y="185268"/>
                  </a:cubicBezTo>
                  <a:lnTo>
                    <a:pt x="164191" y="185268"/>
                  </a:lnTo>
                  <a:cubicBezTo>
                    <a:pt x="164191" y="193513"/>
                    <a:pt x="170888" y="199606"/>
                    <a:pt x="179132" y="199606"/>
                  </a:cubicBezTo>
                  <a:cubicBezTo>
                    <a:pt x="187373" y="199606"/>
                    <a:pt x="194073" y="192910"/>
                    <a:pt x="194073" y="184665"/>
                  </a:cubicBezTo>
                  <a:cubicBezTo>
                    <a:pt x="194073" y="176420"/>
                    <a:pt x="187373" y="169724"/>
                    <a:pt x="179132" y="169724"/>
                  </a:cubicBezTo>
                  <a:cubicBezTo>
                    <a:pt x="154414" y="169724"/>
                    <a:pt x="134309" y="149620"/>
                    <a:pt x="134309" y="124901"/>
                  </a:cubicBezTo>
                  <a:cubicBezTo>
                    <a:pt x="134309" y="105388"/>
                    <a:pt x="146916" y="88926"/>
                    <a:pt x="164351" y="82782"/>
                  </a:cubicBezTo>
                  <a:lnTo>
                    <a:pt x="164351" y="45819"/>
                  </a:lnTo>
                  <a:lnTo>
                    <a:pt x="194233" y="45819"/>
                  </a:lnTo>
                  <a:lnTo>
                    <a:pt x="194233" y="82884"/>
                  </a:lnTo>
                  <a:cubicBezTo>
                    <a:pt x="211505" y="89113"/>
                    <a:pt x="223955" y="105116"/>
                    <a:pt x="223955" y="124508"/>
                  </a:cubicBezTo>
                  <a:lnTo>
                    <a:pt x="194073" y="124508"/>
                  </a:lnTo>
                  <a:cubicBezTo>
                    <a:pt x="194073" y="116264"/>
                    <a:pt x="187373" y="109960"/>
                    <a:pt x="179132" y="109960"/>
                  </a:cubicBezTo>
                  <a:cubicBezTo>
                    <a:pt x="170888" y="109960"/>
                    <a:pt x="164191" y="116656"/>
                    <a:pt x="164191" y="124901"/>
                  </a:cubicBezTo>
                  <a:cubicBezTo>
                    <a:pt x="164191" y="133146"/>
                    <a:pt x="170888" y="139842"/>
                    <a:pt x="179132" y="139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38"/>
            <p:cNvSpPr/>
            <p:nvPr/>
          </p:nvSpPr>
          <p:spPr>
            <a:xfrm>
              <a:off x="1662451" y="1459670"/>
              <a:ext cx="189633" cy="76231"/>
            </a:xfrm>
            <a:custGeom>
              <a:rect b="b" l="l" r="r" t="t"/>
              <a:pathLst>
                <a:path extrusionOk="0" h="120524" w="299815">
                  <a:moveTo>
                    <a:pt x="299816" y="0"/>
                  </a:moveTo>
                  <a:lnTo>
                    <a:pt x="0" y="0"/>
                  </a:lnTo>
                  <a:lnTo>
                    <a:pt x="0" y="120524"/>
                  </a:lnTo>
                  <a:lnTo>
                    <a:pt x="299816" y="120524"/>
                  </a:lnTo>
                  <a:close/>
                  <a:moveTo>
                    <a:pt x="180288" y="59764"/>
                  </a:moveTo>
                  <a:lnTo>
                    <a:pt x="120524" y="59764"/>
                  </a:lnTo>
                  <a:lnTo>
                    <a:pt x="120524" y="29882"/>
                  </a:lnTo>
                  <a:lnTo>
                    <a:pt x="180288"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6" name="Google Shape;1556;p38"/>
          <p:cNvGrpSpPr/>
          <p:nvPr/>
        </p:nvGrpSpPr>
        <p:grpSpPr>
          <a:xfrm>
            <a:off x="1776090" y="2706181"/>
            <a:ext cx="310598" cy="310563"/>
            <a:chOff x="1662451" y="2688987"/>
            <a:chExt cx="322632" cy="322595"/>
          </a:xfrm>
        </p:grpSpPr>
        <p:sp>
          <p:nvSpPr>
            <p:cNvPr id="1557" name="Google Shape;1557;p38"/>
            <p:cNvSpPr/>
            <p:nvPr/>
          </p:nvSpPr>
          <p:spPr>
            <a:xfrm>
              <a:off x="1767074" y="2688987"/>
              <a:ext cx="113402" cy="203427"/>
            </a:xfrm>
            <a:custGeom>
              <a:rect b="b" l="l" r="r" t="t"/>
              <a:pathLst>
                <a:path extrusionOk="0" h="321624" w="179291">
                  <a:moveTo>
                    <a:pt x="89658" y="321624"/>
                  </a:moveTo>
                  <a:cubicBezTo>
                    <a:pt x="102984" y="295190"/>
                    <a:pt x="116011" y="285568"/>
                    <a:pt x="119528" y="281459"/>
                  </a:cubicBezTo>
                  <a:lnTo>
                    <a:pt x="119528" y="150406"/>
                  </a:lnTo>
                  <a:lnTo>
                    <a:pt x="179292" y="150406"/>
                  </a:lnTo>
                  <a:lnTo>
                    <a:pt x="89646" y="0"/>
                  </a:lnTo>
                  <a:lnTo>
                    <a:pt x="0" y="150406"/>
                  </a:lnTo>
                  <a:lnTo>
                    <a:pt x="59764" y="150406"/>
                  </a:lnTo>
                  <a:lnTo>
                    <a:pt x="59764" y="281447"/>
                  </a:lnTo>
                  <a:cubicBezTo>
                    <a:pt x="63320" y="285599"/>
                    <a:pt x="76331" y="295151"/>
                    <a:pt x="89658" y="321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38"/>
            <p:cNvSpPr/>
            <p:nvPr/>
          </p:nvSpPr>
          <p:spPr>
            <a:xfrm>
              <a:off x="1833251" y="2765248"/>
              <a:ext cx="151833" cy="246334"/>
            </a:xfrm>
            <a:custGeom>
              <a:rect b="b" l="l" r="r" t="t"/>
              <a:pathLst>
                <a:path extrusionOk="0" h="389461" w="240052">
                  <a:moveTo>
                    <a:pt x="179292" y="44823"/>
                  </a:moveTo>
                  <a:lnTo>
                    <a:pt x="179292" y="165545"/>
                  </a:lnTo>
                  <a:lnTo>
                    <a:pt x="109964" y="234574"/>
                  </a:lnTo>
                  <a:lnTo>
                    <a:pt x="89047" y="213656"/>
                  </a:lnTo>
                  <a:lnTo>
                    <a:pt x="144928" y="157476"/>
                  </a:lnTo>
                  <a:cubicBezTo>
                    <a:pt x="162522" y="139881"/>
                    <a:pt x="161915" y="110816"/>
                    <a:pt x="144928" y="93829"/>
                  </a:cubicBezTo>
                  <a:lnTo>
                    <a:pt x="134469" y="83370"/>
                  </a:lnTo>
                  <a:lnTo>
                    <a:pt x="30781" y="187358"/>
                  </a:lnTo>
                  <a:cubicBezTo>
                    <a:pt x="11058" y="206781"/>
                    <a:pt x="0" y="233379"/>
                    <a:pt x="0" y="261168"/>
                  </a:cubicBezTo>
                  <a:lnTo>
                    <a:pt x="0" y="389462"/>
                  </a:lnTo>
                  <a:lnTo>
                    <a:pt x="149410" y="389462"/>
                  </a:lnTo>
                  <a:lnTo>
                    <a:pt x="149410" y="291050"/>
                  </a:lnTo>
                  <a:lnTo>
                    <a:pt x="184370" y="262962"/>
                  </a:lnTo>
                  <a:cubicBezTo>
                    <a:pt x="219037" y="234873"/>
                    <a:pt x="240052" y="193634"/>
                    <a:pt x="240052" y="149110"/>
                  </a:cubicBezTo>
                  <a:lnTo>
                    <a:pt x="240052" y="0"/>
                  </a:lnTo>
                  <a:lnTo>
                    <a:pt x="225111" y="0"/>
                  </a:lnTo>
                  <a:cubicBezTo>
                    <a:pt x="200307" y="0"/>
                    <a:pt x="179292" y="20019"/>
                    <a:pt x="179292"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38"/>
            <p:cNvSpPr/>
            <p:nvPr/>
          </p:nvSpPr>
          <p:spPr>
            <a:xfrm>
              <a:off x="1662451" y="2765248"/>
              <a:ext cx="151833" cy="246334"/>
            </a:xfrm>
            <a:custGeom>
              <a:rect b="b" l="l" r="r" t="t"/>
              <a:pathLst>
                <a:path extrusionOk="0" h="389461" w="240052">
                  <a:moveTo>
                    <a:pt x="55682" y="262962"/>
                  </a:moveTo>
                  <a:lnTo>
                    <a:pt x="90642" y="291050"/>
                  </a:lnTo>
                  <a:lnTo>
                    <a:pt x="90642" y="389462"/>
                  </a:lnTo>
                  <a:lnTo>
                    <a:pt x="240052" y="389462"/>
                  </a:lnTo>
                  <a:lnTo>
                    <a:pt x="240052" y="261168"/>
                  </a:lnTo>
                  <a:cubicBezTo>
                    <a:pt x="240052" y="233379"/>
                    <a:pt x="228994" y="206785"/>
                    <a:pt x="209271" y="187358"/>
                  </a:cubicBezTo>
                  <a:lnTo>
                    <a:pt x="105583" y="83370"/>
                  </a:lnTo>
                  <a:lnTo>
                    <a:pt x="95124" y="93829"/>
                  </a:lnTo>
                  <a:cubicBezTo>
                    <a:pt x="78137" y="110816"/>
                    <a:pt x="77530" y="139881"/>
                    <a:pt x="95124" y="157476"/>
                  </a:cubicBezTo>
                  <a:lnTo>
                    <a:pt x="151005" y="213652"/>
                  </a:lnTo>
                  <a:lnTo>
                    <a:pt x="130088" y="234570"/>
                  </a:lnTo>
                  <a:lnTo>
                    <a:pt x="60760" y="165545"/>
                  </a:lnTo>
                  <a:lnTo>
                    <a:pt x="60760" y="44823"/>
                  </a:lnTo>
                  <a:cubicBezTo>
                    <a:pt x="60760" y="20019"/>
                    <a:pt x="40741" y="0"/>
                    <a:pt x="15937" y="0"/>
                  </a:cubicBezTo>
                  <a:lnTo>
                    <a:pt x="0" y="0"/>
                  </a:lnTo>
                  <a:lnTo>
                    <a:pt x="0" y="149110"/>
                  </a:lnTo>
                  <a:cubicBezTo>
                    <a:pt x="0" y="193634"/>
                    <a:pt x="21015" y="234873"/>
                    <a:pt x="55682" y="2629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0" name="Google Shape;1560;p38"/>
          <p:cNvGrpSpPr/>
          <p:nvPr/>
        </p:nvGrpSpPr>
        <p:grpSpPr>
          <a:xfrm>
            <a:off x="1776109" y="3425832"/>
            <a:ext cx="310563" cy="310612"/>
            <a:chOff x="1714027" y="3402107"/>
            <a:chExt cx="322595" cy="322647"/>
          </a:xfrm>
        </p:grpSpPr>
        <p:sp>
          <p:nvSpPr>
            <p:cNvPr id="1561" name="Google Shape;1561;p38"/>
            <p:cNvSpPr/>
            <p:nvPr/>
          </p:nvSpPr>
          <p:spPr>
            <a:xfrm>
              <a:off x="1714027" y="3402107"/>
              <a:ext cx="322566" cy="170733"/>
            </a:xfrm>
            <a:custGeom>
              <a:rect b="b" l="l" r="r" t="t"/>
              <a:pathLst>
                <a:path extrusionOk="0" h="269933" w="509986">
                  <a:moveTo>
                    <a:pt x="464167" y="0"/>
                  </a:moveTo>
                  <a:cubicBezTo>
                    <a:pt x="439452" y="0"/>
                    <a:pt x="419344" y="20108"/>
                    <a:pt x="419344" y="44823"/>
                  </a:cubicBezTo>
                  <a:cubicBezTo>
                    <a:pt x="419344" y="51722"/>
                    <a:pt x="421040" y="58180"/>
                    <a:pt x="423838" y="64025"/>
                  </a:cubicBezTo>
                  <a:lnTo>
                    <a:pt x="304077" y="184782"/>
                  </a:lnTo>
                  <a:cubicBezTo>
                    <a:pt x="298232" y="181984"/>
                    <a:pt x="291774" y="180288"/>
                    <a:pt x="284875" y="180288"/>
                  </a:cubicBezTo>
                  <a:cubicBezTo>
                    <a:pt x="277976" y="180288"/>
                    <a:pt x="271518" y="181984"/>
                    <a:pt x="265673" y="184782"/>
                  </a:cubicBezTo>
                  <a:lnTo>
                    <a:pt x="205676" y="124785"/>
                  </a:lnTo>
                  <a:cubicBezTo>
                    <a:pt x="208474" y="118940"/>
                    <a:pt x="210170" y="112482"/>
                    <a:pt x="210170" y="105583"/>
                  </a:cubicBezTo>
                  <a:cubicBezTo>
                    <a:pt x="210170" y="80868"/>
                    <a:pt x="190062" y="60760"/>
                    <a:pt x="165347" y="60760"/>
                  </a:cubicBezTo>
                  <a:cubicBezTo>
                    <a:pt x="140632" y="60760"/>
                    <a:pt x="120524" y="80868"/>
                    <a:pt x="120524" y="105583"/>
                  </a:cubicBezTo>
                  <a:cubicBezTo>
                    <a:pt x="120524" y="112482"/>
                    <a:pt x="122220" y="118940"/>
                    <a:pt x="125018" y="124785"/>
                  </a:cubicBezTo>
                  <a:lnTo>
                    <a:pt x="65021" y="184782"/>
                  </a:lnTo>
                  <a:cubicBezTo>
                    <a:pt x="59176" y="181984"/>
                    <a:pt x="52718" y="180288"/>
                    <a:pt x="45819" y="180288"/>
                  </a:cubicBezTo>
                  <a:cubicBezTo>
                    <a:pt x="21104" y="180288"/>
                    <a:pt x="0" y="200396"/>
                    <a:pt x="0" y="225111"/>
                  </a:cubicBezTo>
                  <a:cubicBezTo>
                    <a:pt x="0" y="249826"/>
                    <a:pt x="21104" y="269934"/>
                    <a:pt x="45819" y="269934"/>
                  </a:cubicBezTo>
                  <a:cubicBezTo>
                    <a:pt x="70534" y="269934"/>
                    <a:pt x="90642" y="249826"/>
                    <a:pt x="90642" y="225111"/>
                  </a:cubicBezTo>
                  <a:cubicBezTo>
                    <a:pt x="90642" y="218212"/>
                    <a:pt x="88946" y="211754"/>
                    <a:pt x="86148" y="205910"/>
                  </a:cubicBezTo>
                  <a:lnTo>
                    <a:pt x="146146" y="145912"/>
                  </a:lnTo>
                  <a:cubicBezTo>
                    <a:pt x="151990" y="148710"/>
                    <a:pt x="158448" y="150406"/>
                    <a:pt x="165347" y="150406"/>
                  </a:cubicBezTo>
                  <a:cubicBezTo>
                    <a:pt x="172246" y="150406"/>
                    <a:pt x="178704" y="148710"/>
                    <a:pt x="184549" y="145912"/>
                  </a:cubicBezTo>
                  <a:lnTo>
                    <a:pt x="244546" y="205910"/>
                  </a:lnTo>
                  <a:cubicBezTo>
                    <a:pt x="241748" y="211754"/>
                    <a:pt x="240052" y="218212"/>
                    <a:pt x="240052" y="225111"/>
                  </a:cubicBezTo>
                  <a:cubicBezTo>
                    <a:pt x="240052" y="249826"/>
                    <a:pt x="260160" y="269934"/>
                    <a:pt x="284875" y="269934"/>
                  </a:cubicBezTo>
                  <a:cubicBezTo>
                    <a:pt x="309590" y="269934"/>
                    <a:pt x="329698" y="249826"/>
                    <a:pt x="329698" y="225111"/>
                  </a:cubicBezTo>
                  <a:cubicBezTo>
                    <a:pt x="329698" y="218212"/>
                    <a:pt x="328002" y="211754"/>
                    <a:pt x="325204" y="205910"/>
                  </a:cubicBezTo>
                  <a:lnTo>
                    <a:pt x="444965" y="85152"/>
                  </a:lnTo>
                  <a:cubicBezTo>
                    <a:pt x="450810" y="87950"/>
                    <a:pt x="457268" y="89646"/>
                    <a:pt x="464167" y="89646"/>
                  </a:cubicBezTo>
                  <a:cubicBezTo>
                    <a:pt x="488882" y="89646"/>
                    <a:pt x="509986" y="69538"/>
                    <a:pt x="509986" y="44823"/>
                  </a:cubicBezTo>
                  <a:cubicBezTo>
                    <a:pt x="509986" y="20108"/>
                    <a:pt x="488882" y="0"/>
                    <a:pt x="46416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38"/>
            <p:cNvSpPr/>
            <p:nvPr/>
          </p:nvSpPr>
          <p:spPr>
            <a:xfrm>
              <a:off x="1714027" y="3610722"/>
              <a:ext cx="57331" cy="114032"/>
            </a:xfrm>
            <a:custGeom>
              <a:rect b="b" l="l" r="r" t="t"/>
              <a:pathLst>
                <a:path extrusionOk="0" h="180288" w="90642">
                  <a:moveTo>
                    <a:pt x="0" y="0"/>
                  </a:moveTo>
                  <a:lnTo>
                    <a:pt x="90642" y="0"/>
                  </a:lnTo>
                  <a:lnTo>
                    <a:pt x="90642"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38"/>
            <p:cNvSpPr/>
            <p:nvPr/>
          </p:nvSpPr>
          <p:spPr>
            <a:xfrm>
              <a:off x="1790288" y="3588014"/>
              <a:ext cx="246334" cy="136732"/>
            </a:xfrm>
            <a:custGeom>
              <a:rect b="b" l="l" r="r" t="t"/>
              <a:pathLst>
                <a:path extrusionOk="0" h="216177" w="389461">
                  <a:moveTo>
                    <a:pt x="318243" y="62783"/>
                  </a:moveTo>
                  <a:lnTo>
                    <a:pt x="221738" y="125535"/>
                  </a:lnTo>
                  <a:lnTo>
                    <a:pt x="89646" y="125535"/>
                  </a:lnTo>
                  <a:lnTo>
                    <a:pt x="89646" y="95653"/>
                  </a:lnTo>
                  <a:lnTo>
                    <a:pt x="194233" y="95653"/>
                  </a:lnTo>
                  <a:cubicBezTo>
                    <a:pt x="218987" y="95653"/>
                    <a:pt x="239056" y="75584"/>
                    <a:pt x="239056" y="50830"/>
                  </a:cubicBezTo>
                  <a:lnTo>
                    <a:pt x="239056" y="35889"/>
                  </a:lnTo>
                  <a:lnTo>
                    <a:pt x="145749" y="35889"/>
                  </a:lnTo>
                  <a:cubicBezTo>
                    <a:pt x="142115" y="35889"/>
                    <a:pt x="138613" y="34562"/>
                    <a:pt x="135870" y="32154"/>
                  </a:cubicBezTo>
                  <a:cubicBezTo>
                    <a:pt x="132317" y="29963"/>
                    <a:pt x="105976" y="-1113"/>
                    <a:pt x="57282" y="31"/>
                  </a:cubicBezTo>
                  <a:cubicBezTo>
                    <a:pt x="32306" y="618"/>
                    <a:pt x="18268" y="7770"/>
                    <a:pt x="0" y="18606"/>
                  </a:cubicBezTo>
                  <a:lnTo>
                    <a:pt x="0" y="216177"/>
                  </a:lnTo>
                  <a:lnTo>
                    <a:pt x="193334" y="216177"/>
                  </a:lnTo>
                  <a:lnTo>
                    <a:pt x="389462" y="88482"/>
                  </a:lnTo>
                  <a:lnTo>
                    <a:pt x="381392" y="75930"/>
                  </a:lnTo>
                  <a:cubicBezTo>
                    <a:pt x="367949" y="55013"/>
                    <a:pt x="339161" y="49336"/>
                    <a:pt x="318243" y="627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4" name="Google Shape;1564;p38"/>
          <p:cNvGrpSpPr/>
          <p:nvPr/>
        </p:nvGrpSpPr>
        <p:grpSpPr>
          <a:xfrm>
            <a:off x="1776073" y="4144498"/>
            <a:ext cx="310634" cy="310605"/>
            <a:chOff x="1714027" y="4153219"/>
            <a:chExt cx="322670" cy="322640"/>
          </a:xfrm>
        </p:grpSpPr>
        <p:sp>
          <p:nvSpPr>
            <p:cNvPr id="1565" name="Google Shape;1565;p38"/>
            <p:cNvSpPr/>
            <p:nvPr/>
          </p:nvSpPr>
          <p:spPr>
            <a:xfrm>
              <a:off x="1779962" y="4153219"/>
              <a:ext cx="218855" cy="37800"/>
            </a:xfrm>
            <a:custGeom>
              <a:rect b="b" l="l" r="r" t="t"/>
              <a:pathLst>
                <a:path extrusionOk="0" h="59763" w="346016">
                  <a:moveTo>
                    <a:pt x="316134" y="0"/>
                  </a:moveTo>
                  <a:lnTo>
                    <a:pt x="0" y="0"/>
                  </a:lnTo>
                  <a:cubicBezTo>
                    <a:pt x="9482" y="12525"/>
                    <a:pt x="15322" y="27940"/>
                    <a:pt x="15322" y="44823"/>
                  </a:cubicBezTo>
                  <a:lnTo>
                    <a:pt x="15322" y="59764"/>
                  </a:lnTo>
                  <a:lnTo>
                    <a:pt x="346016" y="59764"/>
                  </a:lnTo>
                  <a:lnTo>
                    <a:pt x="346016" y="29882"/>
                  </a:lnTo>
                  <a:cubicBezTo>
                    <a:pt x="346016" y="13377"/>
                    <a:pt x="332640" y="0"/>
                    <a:pt x="316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38"/>
            <p:cNvSpPr/>
            <p:nvPr/>
          </p:nvSpPr>
          <p:spPr>
            <a:xfrm>
              <a:off x="1780203" y="4333473"/>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38"/>
            <p:cNvSpPr/>
            <p:nvPr/>
          </p:nvSpPr>
          <p:spPr>
            <a:xfrm>
              <a:off x="1714027" y="4153219"/>
              <a:ext cx="246965" cy="322566"/>
            </a:xfrm>
            <a:custGeom>
              <a:rect b="b" l="l" r="r" t="t"/>
              <a:pathLst>
                <a:path extrusionOk="0" h="509986" w="390458">
                  <a:moveTo>
                    <a:pt x="89646" y="44823"/>
                  </a:moveTo>
                  <a:cubicBezTo>
                    <a:pt x="89646" y="20069"/>
                    <a:pt x="69577" y="0"/>
                    <a:pt x="44823" y="0"/>
                  </a:cubicBezTo>
                  <a:cubicBezTo>
                    <a:pt x="20069" y="0"/>
                    <a:pt x="0" y="20069"/>
                    <a:pt x="0" y="44823"/>
                  </a:cubicBezTo>
                  <a:lnTo>
                    <a:pt x="0" y="509986"/>
                  </a:lnTo>
                  <a:lnTo>
                    <a:pt x="390458" y="509986"/>
                  </a:lnTo>
                  <a:lnTo>
                    <a:pt x="390458" y="89646"/>
                  </a:lnTo>
                  <a:lnTo>
                    <a:pt x="89646" y="89646"/>
                  </a:lnTo>
                  <a:close/>
                  <a:moveTo>
                    <a:pt x="164351" y="465163"/>
                  </a:moveTo>
                  <a:lnTo>
                    <a:pt x="74705" y="465163"/>
                  </a:lnTo>
                  <a:lnTo>
                    <a:pt x="74705" y="375517"/>
                  </a:lnTo>
                  <a:lnTo>
                    <a:pt x="164351" y="375517"/>
                  </a:lnTo>
                  <a:close/>
                  <a:moveTo>
                    <a:pt x="164351" y="344639"/>
                  </a:moveTo>
                  <a:lnTo>
                    <a:pt x="74705" y="344639"/>
                  </a:lnTo>
                  <a:lnTo>
                    <a:pt x="74705" y="254993"/>
                  </a:lnTo>
                  <a:lnTo>
                    <a:pt x="164351" y="254993"/>
                  </a:lnTo>
                  <a:close/>
                  <a:moveTo>
                    <a:pt x="194233" y="165347"/>
                  </a:moveTo>
                  <a:lnTo>
                    <a:pt x="315753" y="165347"/>
                  </a:lnTo>
                  <a:lnTo>
                    <a:pt x="315753" y="195229"/>
                  </a:lnTo>
                  <a:lnTo>
                    <a:pt x="194233" y="195229"/>
                  </a:lnTo>
                  <a:close/>
                  <a:moveTo>
                    <a:pt x="194233" y="284875"/>
                  </a:moveTo>
                  <a:lnTo>
                    <a:pt x="315753" y="284875"/>
                  </a:lnTo>
                  <a:lnTo>
                    <a:pt x="315753" y="314757"/>
                  </a:lnTo>
                  <a:lnTo>
                    <a:pt x="194233" y="314757"/>
                  </a:lnTo>
                  <a:close/>
                  <a:moveTo>
                    <a:pt x="194233" y="405399"/>
                  </a:moveTo>
                  <a:lnTo>
                    <a:pt x="315753" y="405399"/>
                  </a:lnTo>
                  <a:lnTo>
                    <a:pt x="315753" y="435281"/>
                  </a:lnTo>
                  <a:lnTo>
                    <a:pt x="194233" y="435281"/>
                  </a:lnTo>
                  <a:close/>
                  <a:moveTo>
                    <a:pt x="164351" y="135465"/>
                  </a:moveTo>
                  <a:lnTo>
                    <a:pt x="164351" y="225111"/>
                  </a:lnTo>
                  <a:lnTo>
                    <a:pt x="74705" y="225111"/>
                  </a:lnTo>
                  <a:lnTo>
                    <a:pt x="74705"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38"/>
            <p:cNvSpPr/>
            <p:nvPr/>
          </p:nvSpPr>
          <p:spPr>
            <a:xfrm>
              <a:off x="1780203" y="4409735"/>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38"/>
            <p:cNvSpPr/>
            <p:nvPr/>
          </p:nvSpPr>
          <p:spPr>
            <a:xfrm>
              <a:off x="1780203" y="425784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38"/>
            <p:cNvSpPr/>
            <p:nvPr/>
          </p:nvSpPr>
          <p:spPr>
            <a:xfrm>
              <a:off x="1980845" y="4229481"/>
              <a:ext cx="55000" cy="94501"/>
            </a:xfrm>
            <a:custGeom>
              <a:rect b="b" l="l" r="r" t="t"/>
              <a:pathLst>
                <a:path extrusionOk="0" h="149409" w="86957">
                  <a:moveTo>
                    <a:pt x="28540" y="0"/>
                  </a:moveTo>
                  <a:lnTo>
                    <a:pt x="28540" y="37154"/>
                  </a:lnTo>
                  <a:cubicBezTo>
                    <a:pt x="9626" y="55523"/>
                    <a:pt x="2482" y="107704"/>
                    <a:pt x="0" y="149410"/>
                  </a:cubicBezTo>
                  <a:lnTo>
                    <a:pt x="86957" y="149410"/>
                  </a:lnTo>
                  <a:cubicBezTo>
                    <a:pt x="84479" y="107704"/>
                    <a:pt x="77335" y="55527"/>
                    <a:pt x="58422" y="37154"/>
                  </a:cubicBezTo>
                  <a:lnTo>
                    <a:pt x="5842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38"/>
            <p:cNvSpPr/>
            <p:nvPr/>
          </p:nvSpPr>
          <p:spPr>
            <a:xfrm>
              <a:off x="1979996" y="4342927"/>
              <a:ext cx="56700" cy="132933"/>
            </a:xfrm>
            <a:custGeom>
              <a:rect b="b" l="l" r="r" t="t"/>
              <a:pathLst>
                <a:path extrusionOk="0" h="210170" w="89645">
                  <a:moveTo>
                    <a:pt x="167" y="0"/>
                  </a:moveTo>
                  <a:cubicBezTo>
                    <a:pt x="54" y="5720"/>
                    <a:pt x="0" y="10894"/>
                    <a:pt x="0" y="14941"/>
                  </a:cubicBezTo>
                  <a:cubicBezTo>
                    <a:pt x="0" y="48216"/>
                    <a:pt x="2471" y="147340"/>
                    <a:pt x="29882" y="173603"/>
                  </a:cubicBezTo>
                  <a:lnTo>
                    <a:pt x="29882" y="210170"/>
                  </a:lnTo>
                  <a:lnTo>
                    <a:pt x="59764" y="210170"/>
                  </a:lnTo>
                  <a:lnTo>
                    <a:pt x="59764" y="173603"/>
                  </a:lnTo>
                  <a:cubicBezTo>
                    <a:pt x="87175" y="147340"/>
                    <a:pt x="89646" y="48216"/>
                    <a:pt x="89646" y="14941"/>
                  </a:cubicBezTo>
                  <a:cubicBezTo>
                    <a:pt x="89646" y="10894"/>
                    <a:pt x="89592" y="5720"/>
                    <a:pt x="8947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2" name="Google Shape;1572;p38"/>
          <p:cNvGrpSpPr/>
          <p:nvPr/>
        </p:nvGrpSpPr>
        <p:grpSpPr>
          <a:xfrm>
            <a:off x="2526398" y="1249498"/>
            <a:ext cx="272944" cy="310620"/>
            <a:chOff x="2456628" y="1213239"/>
            <a:chExt cx="283519" cy="322655"/>
          </a:xfrm>
        </p:grpSpPr>
        <p:sp>
          <p:nvSpPr>
            <p:cNvPr id="1573" name="Google Shape;1573;p38"/>
            <p:cNvSpPr/>
            <p:nvPr/>
          </p:nvSpPr>
          <p:spPr>
            <a:xfrm>
              <a:off x="2494443" y="1327316"/>
              <a:ext cx="245704" cy="94501"/>
            </a:xfrm>
            <a:custGeom>
              <a:rect b="b" l="l" r="r" t="t"/>
              <a:pathLst>
                <a:path extrusionOk="0" h="149409" w="388465">
                  <a:moveTo>
                    <a:pt x="388466" y="104587"/>
                  </a:moveTo>
                  <a:lnTo>
                    <a:pt x="328702" y="59764"/>
                  </a:lnTo>
                  <a:lnTo>
                    <a:pt x="194233" y="59764"/>
                  </a:lnTo>
                  <a:lnTo>
                    <a:pt x="194233" y="0"/>
                  </a:lnTo>
                  <a:lnTo>
                    <a:pt x="134469" y="0"/>
                  </a:lnTo>
                  <a:lnTo>
                    <a:pt x="134469" y="59764"/>
                  </a:lnTo>
                  <a:lnTo>
                    <a:pt x="0" y="59764"/>
                  </a:lnTo>
                  <a:lnTo>
                    <a:pt x="0" y="149410"/>
                  </a:lnTo>
                  <a:lnTo>
                    <a:pt x="328702"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38"/>
            <p:cNvSpPr/>
            <p:nvPr/>
          </p:nvSpPr>
          <p:spPr>
            <a:xfrm>
              <a:off x="2456628" y="1251685"/>
              <a:ext cx="245704" cy="56700"/>
            </a:xfrm>
            <a:custGeom>
              <a:rect b="b" l="l" r="r" t="t"/>
              <a:pathLst>
                <a:path extrusionOk="0" h="89645" w="388465">
                  <a:moveTo>
                    <a:pt x="388466" y="89646"/>
                  </a:moveTo>
                  <a:lnTo>
                    <a:pt x="388466" y="0"/>
                  </a:lnTo>
                  <a:lnTo>
                    <a:pt x="59764" y="0"/>
                  </a:lnTo>
                  <a:lnTo>
                    <a:pt x="0" y="44823"/>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38"/>
            <p:cNvSpPr/>
            <p:nvPr/>
          </p:nvSpPr>
          <p:spPr>
            <a:xfrm>
              <a:off x="2579528" y="1213239"/>
              <a:ext cx="37800" cy="19530"/>
            </a:xfrm>
            <a:custGeom>
              <a:rect b="b" l="l" r="r" t="t"/>
              <a:pathLst>
                <a:path extrusionOk="0" h="30878" w="59763">
                  <a:moveTo>
                    <a:pt x="0" y="0"/>
                  </a:moveTo>
                  <a:lnTo>
                    <a:pt x="59764" y="0"/>
                  </a:lnTo>
                  <a:lnTo>
                    <a:pt x="59764" y="30878"/>
                  </a:lnTo>
                  <a:lnTo>
                    <a:pt x="0" y="3087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38"/>
            <p:cNvSpPr/>
            <p:nvPr/>
          </p:nvSpPr>
          <p:spPr>
            <a:xfrm>
              <a:off x="2532259" y="1440762"/>
              <a:ext cx="132302" cy="95132"/>
            </a:xfrm>
            <a:custGeom>
              <a:rect b="b" l="l" r="r" t="t"/>
              <a:pathLst>
                <a:path extrusionOk="0" h="150406" w="209173">
                  <a:moveTo>
                    <a:pt x="74705" y="0"/>
                  </a:moveTo>
                  <a:lnTo>
                    <a:pt x="74705" y="120524"/>
                  </a:lnTo>
                  <a:lnTo>
                    <a:pt x="0" y="120524"/>
                  </a:lnTo>
                  <a:lnTo>
                    <a:pt x="0" y="150406"/>
                  </a:lnTo>
                  <a:lnTo>
                    <a:pt x="209174" y="150406"/>
                  </a:lnTo>
                  <a:lnTo>
                    <a:pt x="209174" y="120524"/>
                  </a:lnTo>
                  <a:lnTo>
                    <a:pt x="134469" y="120524"/>
                  </a:lnTo>
                  <a:lnTo>
                    <a:pt x="13446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7" name="Google Shape;1577;p38"/>
          <p:cNvSpPr/>
          <p:nvPr/>
        </p:nvSpPr>
        <p:spPr>
          <a:xfrm>
            <a:off x="2507528" y="1990399"/>
            <a:ext cx="311091" cy="311091"/>
          </a:xfrm>
          <a:custGeom>
            <a:rect b="b" l="l" r="r" t="t"/>
            <a:pathLst>
              <a:path extrusionOk="0" h="509986" w="509986">
                <a:moveTo>
                  <a:pt x="404403" y="60760"/>
                </a:moveTo>
                <a:lnTo>
                  <a:pt x="329698" y="60760"/>
                </a:lnTo>
                <a:lnTo>
                  <a:pt x="329698" y="0"/>
                </a:lnTo>
                <a:lnTo>
                  <a:pt x="180288" y="0"/>
                </a:lnTo>
                <a:lnTo>
                  <a:pt x="180288" y="69515"/>
                </a:lnTo>
                <a:lnTo>
                  <a:pt x="131088" y="20314"/>
                </a:lnTo>
                <a:lnTo>
                  <a:pt x="109960" y="41442"/>
                </a:lnTo>
                <a:lnTo>
                  <a:pt x="129279" y="60760"/>
                </a:lnTo>
                <a:lnTo>
                  <a:pt x="14941" y="60760"/>
                </a:lnTo>
                <a:lnTo>
                  <a:pt x="14941" y="90642"/>
                </a:lnTo>
                <a:lnTo>
                  <a:pt x="129279" y="90642"/>
                </a:lnTo>
                <a:lnTo>
                  <a:pt x="109960" y="109960"/>
                </a:lnTo>
                <a:lnTo>
                  <a:pt x="131088" y="131088"/>
                </a:lnTo>
                <a:lnTo>
                  <a:pt x="180288" y="81888"/>
                </a:lnTo>
                <a:lnTo>
                  <a:pt x="180288" y="150406"/>
                </a:lnTo>
                <a:lnTo>
                  <a:pt x="329698" y="150406"/>
                </a:lnTo>
                <a:lnTo>
                  <a:pt x="329698" y="90642"/>
                </a:lnTo>
                <a:lnTo>
                  <a:pt x="404403" y="90642"/>
                </a:lnTo>
                <a:cubicBezTo>
                  <a:pt x="445592" y="90642"/>
                  <a:pt x="480104" y="124158"/>
                  <a:pt x="480104" y="165347"/>
                </a:cubicBezTo>
                <a:cubicBezTo>
                  <a:pt x="480104" y="206536"/>
                  <a:pt x="445592" y="240052"/>
                  <a:pt x="404403" y="240052"/>
                </a:cubicBezTo>
                <a:lnTo>
                  <a:pt x="380707" y="240052"/>
                </a:lnTo>
                <a:lnTo>
                  <a:pt x="400026" y="220734"/>
                </a:lnTo>
                <a:lnTo>
                  <a:pt x="378898" y="199606"/>
                </a:lnTo>
                <a:lnTo>
                  <a:pt x="329698" y="248807"/>
                </a:lnTo>
                <a:lnTo>
                  <a:pt x="329698" y="180288"/>
                </a:lnTo>
                <a:lnTo>
                  <a:pt x="180288" y="180288"/>
                </a:lnTo>
                <a:lnTo>
                  <a:pt x="180288" y="240052"/>
                </a:lnTo>
                <a:lnTo>
                  <a:pt x="105583" y="240052"/>
                </a:lnTo>
                <a:cubicBezTo>
                  <a:pt x="47920" y="240052"/>
                  <a:pt x="0" y="286976"/>
                  <a:pt x="0" y="344639"/>
                </a:cubicBezTo>
                <a:cubicBezTo>
                  <a:pt x="0" y="402302"/>
                  <a:pt x="47920" y="449226"/>
                  <a:pt x="105583" y="449226"/>
                </a:cubicBezTo>
                <a:lnTo>
                  <a:pt x="129279" y="449226"/>
                </a:lnTo>
                <a:lnTo>
                  <a:pt x="109960" y="468544"/>
                </a:lnTo>
                <a:lnTo>
                  <a:pt x="131088" y="489672"/>
                </a:lnTo>
                <a:lnTo>
                  <a:pt x="180288" y="440471"/>
                </a:lnTo>
                <a:lnTo>
                  <a:pt x="180288" y="509986"/>
                </a:lnTo>
                <a:lnTo>
                  <a:pt x="329698" y="509986"/>
                </a:lnTo>
                <a:lnTo>
                  <a:pt x="329698" y="359580"/>
                </a:lnTo>
                <a:lnTo>
                  <a:pt x="180288" y="359580"/>
                </a:lnTo>
                <a:lnTo>
                  <a:pt x="180288" y="428098"/>
                </a:lnTo>
                <a:lnTo>
                  <a:pt x="131088" y="378898"/>
                </a:lnTo>
                <a:lnTo>
                  <a:pt x="109960" y="400026"/>
                </a:lnTo>
                <a:lnTo>
                  <a:pt x="129279" y="419344"/>
                </a:lnTo>
                <a:lnTo>
                  <a:pt x="105583" y="419344"/>
                </a:lnTo>
                <a:cubicBezTo>
                  <a:pt x="64394" y="419344"/>
                  <a:pt x="29882" y="385828"/>
                  <a:pt x="29882" y="344639"/>
                </a:cubicBezTo>
                <a:cubicBezTo>
                  <a:pt x="29882" y="303450"/>
                  <a:pt x="64394" y="269934"/>
                  <a:pt x="105583" y="269934"/>
                </a:cubicBezTo>
                <a:lnTo>
                  <a:pt x="180288" y="269934"/>
                </a:lnTo>
                <a:lnTo>
                  <a:pt x="180288" y="329698"/>
                </a:lnTo>
                <a:lnTo>
                  <a:pt x="329698" y="329698"/>
                </a:lnTo>
                <a:lnTo>
                  <a:pt x="329698" y="261180"/>
                </a:lnTo>
                <a:lnTo>
                  <a:pt x="378898" y="310380"/>
                </a:lnTo>
                <a:lnTo>
                  <a:pt x="400026" y="289252"/>
                </a:lnTo>
                <a:lnTo>
                  <a:pt x="380707" y="269934"/>
                </a:lnTo>
                <a:lnTo>
                  <a:pt x="404403" y="269934"/>
                </a:lnTo>
                <a:cubicBezTo>
                  <a:pt x="462066" y="269934"/>
                  <a:pt x="509986" y="223010"/>
                  <a:pt x="509986" y="165347"/>
                </a:cubicBezTo>
                <a:cubicBezTo>
                  <a:pt x="509986" y="107684"/>
                  <a:pt x="462066" y="60760"/>
                  <a:pt x="404403"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78" name="Google Shape;1578;p38"/>
          <p:cNvGrpSpPr/>
          <p:nvPr/>
        </p:nvGrpSpPr>
        <p:grpSpPr>
          <a:xfrm>
            <a:off x="2507603" y="2715882"/>
            <a:ext cx="310534" cy="291161"/>
            <a:chOff x="2456628" y="2680766"/>
            <a:chExt cx="322566" cy="302442"/>
          </a:xfrm>
        </p:grpSpPr>
        <p:sp>
          <p:nvSpPr>
            <p:cNvPr id="1579" name="Google Shape;1579;p38"/>
            <p:cNvSpPr/>
            <p:nvPr/>
          </p:nvSpPr>
          <p:spPr>
            <a:xfrm>
              <a:off x="2456628" y="2680766"/>
              <a:ext cx="322566" cy="75601"/>
            </a:xfrm>
            <a:custGeom>
              <a:rect b="b" l="l" r="r" t="t"/>
              <a:pathLst>
                <a:path extrusionOk="0" h="119527" w="509986">
                  <a:moveTo>
                    <a:pt x="299816" y="44823"/>
                  </a:moveTo>
                  <a:cubicBezTo>
                    <a:pt x="299816" y="20108"/>
                    <a:pt x="279708" y="0"/>
                    <a:pt x="254993" y="0"/>
                  </a:cubicBezTo>
                  <a:cubicBezTo>
                    <a:pt x="230278" y="0"/>
                    <a:pt x="210170" y="20108"/>
                    <a:pt x="210170" y="44823"/>
                  </a:cubicBezTo>
                  <a:lnTo>
                    <a:pt x="210170" y="59764"/>
                  </a:lnTo>
                  <a:lnTo>
                    <a:pt x="0" y="59764"/>
                  </a:lnTo>
                  <a:lnTo>
                    <a:pt x="0" y="119528"/>
                  </a:lnTo>
                  <a:lnTo>
                    <a:pt x="509986" y="119528"/>
                  </a:lnTo>
                  <a:lnTo>
                    <a:pt x="509986" y="59764"/>
                  </a:lnTo>
                  <a:lnTo>
                    <a:pt x="299816"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38"/>
            <p:cNvSpPr/>
            <p:nvPr/>
          </p:nvSpPr>
          <p:spPr>
            <a:xfrm>
              <a:off x="2542343" y="2813120"/>
              <a:ext cx="37800" cy="37800"/>
            </a:xfrm>
            <a:custGeom>
              <a:rect b="b" l="l" r="r" t="t"/>
              <a:pathLst>
                <a:path extrusionOk="0" h="59763" w="59763">
                  <a:moveTo>
                    <a:pt x="29882" y="0"/>
                  </a:moveTo>
                  <a:cubicBezTo>
                    <a:pt x="13408" y="0"/>
                    <a:pt x="0" y="13408"/>
                    <a:pt x="0" y="29882"/>
                  </a:cubicBezTo>
                  <a:cubicBezTo>
                    <a:pt x="0" y="46356"/>
                    <a:pt x="13408" y="59764"/>
                    <a:pt x="29882" y="59764"/>
                  </a:cubicBezTo>
                  <a:cubicBezTo>
                    <a:pt x="46356" y="59764"/>
                    <a:pt x="59764" y="46356"/>
                    <a:pt x="59764" y="29882"/>
                  </a:cubicBezTo>
                  <a:cubicBezTo>
                    <a:pt x="59764" y="13408"/>
                    <a:pt x="46356"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38"/>
            <p:cNvSpPr/>
            <p:nvPr/>
          </p:nvSpPr>
          <p:spPr>
            <a:xfrm>
              <a:off x="2513982" y="2888751"/>
              <a:ext cx="37800" cy="37800"/>
            </a:xfrm>
            <a:custGeom>
              <a:rect b="b" l="l" r="r" t="t"/>
              <a:pathLst>
                <a:path extrusionOk="0" h="59763" w="59763">
                  <a:moveTo>
                    <a:pt x="0" y="44823"/>
                  </a:moveTo>
                  <a:lnTo>
                    <a:pt x="0" y="59764"/>
                  </a:lnTo>
                  <a:lnTo>
                    <a:pt x="59764" y="59764"/>
                  </a:lnTo>
                  <a:lnTo>
                    <a:pt x="59764" y="0"/>
                  </a:lnTo>
                  <a:lnTo>
                    <a:pt x="44823" y="0"/>
                  </a:ln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38"/>
            <p:cNvSpPr/>
            <p:nvPr/>
          </p:nvSpPr>
          <p:spPr>
            <a:xfrm>
              <a:off x="2570705" y="2888751"/>
              <a:ext cx="37800" cy="37800"/>
            </a:xfrm>
            <a:custGeom>
              <a:rect b="b" l="l" r="r" t="t"/>
              <a:pathLst>
                <a:path extrusionOk="0" h="59763" w="59763">
                  <a:moveTo>
                    <a:pt x="14941" y="0"/>
                  </a:moveTo>
                  <a:lnTo>
                    <a:pt x="0" y="0"/>
                  </a:lnTo>
                  <a:lnTo>
                    <a:pt x="0" y="59764"/>
                  </a:lnTo>
                  <a:lnTo>
                    <a:pt x="59764" y="59764"/>
                  </a:lnTo>
                  <a:lnTo>
                    <a:pt x="59764" y="44823"/>
                  </a:lnTo>
                  <a:cubicBezTo>
                    <a:pt x="59764" y="20108"/>
                    <a:pt x="3965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38"/>
            <p:cNvSpPr/>
            <p:nvPr/>
          </p:nvSpPr>
          <p:spPr>
            <a:xfrm>
              <a:off x="2456628" y="2775304"/>
              <a:ext cx="322566" cy="207903"/>
            </a:xfrm>
            <a:custGeom>
              <a:rect b="b" l="l" r="r" t="t"/>
              <a:pathLst>
                <a:path extrusionOk="0" h="328701" w="509986">
                  <a:moveTo>
                    <a:pt x="0" y="328702"/>
                  </a:moveTo>
                  <a:lnTo>
                    <a:pt x="509986" y="328702"/>
                  </a:lnTo>
                  <a:lnTo>
                    <a:pt x="509986" y="0"/>
                  </a:lnTo>
                  <a:lnTo>
                    <a:pt x="0" y="0"/>
                  </a:lnTo>
                  <a:close/>
                  <a:moveTo>
                    <a:pt x="299816" y="89646"/>
                  </a:moveTo>
                  <a:lnTo>
                    <a:pt x="450222" y="89646"/>
                  </a:lnTo>
                  <a:lnTo>
                    <a:pt x="450222" y="119528"/>
                  </a:lnTo>
                  <a:lnTo>
                    <a:pt x="299816" y="119528"/>
                  </a:lnTo>
                  <a:close/>
                  <a:moveTo>
                    <a:pt x="299816" y="149410"/>
                  </a:moveTo>
                  <a:lnTo>
                    <a:pt x="450222" y="149410"/>
                  </a:lnTo>
                  <a:lnTo>
                    <a:pt x="450222" y="179292"/>
                  </a:lnTo>
                  <a:lnTo>
                    <a:pt x="299816" y="179292"/>
                  </a:lnTo>
                  <a:close/>
                  <a:moveTo>
                    <a:pt x="299816" y="209174"/>
                  </a:moveTo>
                  <a:lnTo>
                    <a:pt x="450222" y="209174"/>
                  </a:lnTo>
                  <a:lnTo>
                    <a:pt x="450222" y="239056"/>
                  </a:lnTo>
                  <a:lnTo>
                    <a:pt x="299816" y="239056"/>
                  </a:lnTo>
                  <a:close/>
                  <a:moveTo>
                    <a:pt x="60760" y="224115"/>
                  </a:moveTo>
                  <a:cubicBezTo>
                    <a:pt x="60760" y="182926"/>
                    <a:pt x="94276" y="149410"/>
                    <a:pt x="135465" y="149410"/>
                  </a:cubicBezTo>
                  <a:lnTo>
                    <a:pt x="165347" y="149410"/>
                  </a:lnTo>
                  <a:cubicBezTo>
                    <a:pt x="132387" y="149410"/>
                    <a:pt x="105583" y="122606"/>
                    <a:pt x="105583" y="89646"/>
                  </a:cubicBezTo>
                  <a:cubicBezTo>
                    <a:pt x="105583" y="56686"/>
                    <a:pt x="132387" y="29882"/>
                    <a:pt x="165347" y="29882"/>
                  </a:cubicBezTo>
                  <a:cubicBezTo>
                    <a:pt x="198307" y="29882"/>
                    <a:pt x="225111" y="56686"/>
                    <a:pt x="225111" y="89646"/>
                  </a:cubicBezTo>
                  <a:cubicBezTo>
                    <a:pt x="225111" y="122606"/>
                    <a:pt x="198307" y="149410"/>
                    <a:pt x="165347" y="149410"/>
                  </a:cubicBezTo>
                  <a:lnTo>
                    <a:pt x="195229" y="149410"/>
                  </a:lnTo>
                  <a:cubicBezTo>
                    <a:pt x="236418" y="149410"/>
                    <a:pt x="269934" y="182926"/>
                    <a:pt x="269934" y="224115"/>
                  </a:cubicBezTo>
                  <a:lnTo>
                    <a:pt x="269934" y="268938"/>
                  </a:lnTo>
                  <a:lnTo>
                    <a:pt x="60760"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4" name="Google Shape;1584;p38"/>
          <p:cNvGrpSpPr/>
          <p:nvPr/>
        </p:nvGrpSpPr>
        <p:grpSpPr>
          <a:xfrm>
            <a:off x="2544560" y="3425833"/>
            <a:ext cx="236617" cy="310612"/>
            <a:chOff x="2439597" y="3411621"/>
            <a:chExt cx="245785" cy="322647"/>
          </a:xfrm>
        </p:grpSpPr>
        <p:sp>
          <p:nvSpPr>
            <p:cNvPr id="1585" name="Google Shape;1585;p38"/>
            <p:cNvSpPr/>
            <p:nvPr/>
          </p:nvSpPr>
          <p:spPr>
            <a:xfrm>
              <a:off x="2496320" y="3468975"/>
              <a:ext cx="132302" cy="131347"/>
            </a:xfrm>
            <a:custGeom>
              <a:rect b="b" l="l" r="r" t="t"/>
              <a:pathLst>
                <a:path extrusionOk="0" h="207664" w="209173">
                  <a:moveTo>
                    <a:pt x="0" y="104587"/>
                  </a:moveTo>
                  <a:cubicBezTo>
                    <a:pt x="0" y="157133"/>
                    <a:pt x="39096" y="200338"/>
                    <a:pt x="89646" y="207664"/>
                  </a:cubicBezTo>
                  <a:lnTo>
                    <a:pt x="89646" y="146659"/>
                  </a:lnTo>
                  <a:cubicBezTo>
                    <a:pt x="72293" y="140469"/>
                    <a:pt x="59764" y="124041"/>
                    <a:pt x="59764" y="104587"/>
                  </a:cubicBezTo>
                  <a:lnTo>
                    <a:pt x="59764" y="89646"/>
                  </a:lnTo>
                  <a:lnTo>
                    <a:pt x="89646" y="89646"/>
                  </a:lnTo>
                  <a:lnTo>
                    <a:pt x="89646" y="104587"/>
                  </a:lnTo>
                  <a:cubicBezTo>
                    <a:pt x="89646" y="112832"/>
                    <a:pt x="96342" y="119528"/>
                    <a:pt x="104587" y="119528"/>
                  </a:cubicBezTo>
                  <a:cubicBezTo>
                    <a:pt x="112832" y="119528"/>
                    <a:pt x="119528" y="112832"/>
                    <a:pt x="119528" y="104587"/>
                  </a:cubicBezTo>
                  <a:lnTo>
                    <a:pt x="119528" y="89646"/>
                  </a:lnTo>
                  <a:lnTo>
                    <a:pt x="149410" y="89646"/>
                  </a:lnTo>
                  <a:lnTo>
                    <a:pt x="149410" y="104587"/>
                  </a:lnTo>
                  <a:cubicBezTo>
                    <a:pt x="149410" y="124041"/>
                    <a:pt x="136881" y="140469"/>
                    <a:pt x="119528" y="146659"/>
                  </a:cubicBezTo>
                  <a:lnTo>
                    <a:pt x="119528" y="207664"/>
                  </a:lnTo>
                  <a:cubicBezTo>
                    <a:pt x="170078" y="200338"/>
                    <a:pt x="209174" y="157133"/>
                    <a:pt x="209174" y="104587"/>
                  </a:cubicBezTo>
                  <a:cubicBezTo>
                    <a:pt x="209174" y="46924"/>
                    <a:pt x="162250" y="0"/>
                    <a:pt x="104587" y="0"/>
                  </a:cubicBezTo>
                  <a:cubicBezTo>
                    <a:pt x="46924" y="0"/>
                    <a:pt x="0" y="46924"/>
                    <a:pt x="0" y="1045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38"/>
            <p:cNvSpPr/>
            <p:nvPr/>
          </p:nvSpPr>
          <p:spPr>
            <a:xfrm>
              <a:off x="2553043" y="3411621"/>
              <a:ext cx="18900" cy="38431"/>
            </a:xfrm>
            <a:custGeom>
              <a:rect b="b" l="l" r="r" t="t"/>
              <a:pathLst>
                <a:path extrusionOk="0" h="60760" w="29881">
                  <a:moveTo>
                    <a:pt x="0" y="0"/>
                  </a:moveTo>
                  <a:lnTo>
                    <a:pt x="29882" y="0"/>
                  </a:lnTo>
                  <a:lnTo>
                    <a:pt x="29882"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38"/>
            <p:cNvSpPr/>
            <p:nvPr/>
          </p:nvSpPr>
          <p:spPr>
            <a:xfrm>
              <a:off x="2468909" y="3441566"/>
              <a:ext cx="40089" cy="40089"/>
            </a:xfrm>
            <a:custGeom>
              <a:rect b="b" l="l" r="r" t="t"/>
              <a:pathLst>
                <a:path extrusionOk="0" h="63382" w="63382">
                  <a:moveTo>
                    <a:pt x="42255" y="63383"/>
                  </a:moveTo>
                  <a:lnTo>
                    <a:pt x="0" y="21128"/>
                  </a:lnTo>
                  <a:lnTo>
                    <a:pt x="21128" y="0"/>
                  </a:lnTo>
                  <a:lnTo>
                    <a:pt x="63383" y="422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38"/>
            <p:cNvSpPr/>
            <p:nvPr/>
          </p:nvSpPr>
          <p:spPr>
            <a:xfrm>
              <a:off x="2439597"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38"/>
            <p:cNvSpPr/>
            <p:nvPr/>
          </p:nvSpPr>
          <p:spPr>
            <a:xfrm>
              <a:off x="2647582"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38"/>
            <p:cNvSpPr/>
            <p:nvPr/>
          </p:nvSpPr>
          <p:spPr>
            <a:xfrm>
              <a:off x="2615981" y="3441566"/>
              <a:ext cx="40089" cy="40089"/>
            </a:xfrm>
            <a:custGeom>
              <a:rect b="b" l="l" r="r" t="t"/>
              <a:pathLst>
                <a:path extrusionOk="0" h="63382" w="63382">
                  <a:moveTo>
                    <a:pt x="21128" y="63383"/>
                  </a:moveTo>
                  <a:lnTo>
                    <a:pt x="0" y="42255"/>
                  </a:lnTo>
                  <a:lnTo>
                    <a:pt x="42255" y="0"/>
                  </a:lnTo>
                  <a:lnTo>
                    <a:pt x="63383" y="211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38"/>
            <p:cNvSpPr/>
            <p:nvPr/>
          </p:nvSpPr>
          <p:spPr>
            <a:xfrm>
              <a:off x="2480625" y="3620236"/>
              <a:ext cx="163690" cy="114032"/>
            </a:xfrm>
            <a:custGeom>
              <a:rect b="b" l="l" r="r" t="t"/>
              <a:pathLst>
                <a:path extrusionOk="0" h="180288" w="258798">
                  <a:moveTo>
                    <a:pt x="73787" y="74324"/>
                  </a:moveTo>
                  <a:cubicBezTo>
                    <a:pt x="48679" y="68596"/>
                    <a:pt x="18560" y="72931"/>
                    <a:pt x="0" y="89630"/>
                  </a:cubicBezTo>
                  <a:lnTo>
                    <a:pt x="0" y="89646"/>
                  </a:lnTo>
                  <a:cubicBezTo>
                    <a:pt x="83635" y="169646"/>
                    <a:pt x="127598" y="179938"/>
                    <a:pt x="129376" y="180288"/>
                  </a:cubicBezTo>
                  <a:cubicBezTo>
                    <a:pt x="131216" y="179922"/>
                    <a:pt x="175148" y="169646"/>
                    <a:pt x="258783" y="89646"/>
                  </a:cubicBezTo>
                  <a:lnTo>
                    <a:pt x="258798" y="89646"/>
                  </a:lnTo>
                  <a:cubicBezTo>
                    <a:pt x="240577" y="73234"/>
                    <a:pt x="210866" y="68557"/>
                    <a:pt x="185377" y="74370"/>
                  </a:cubicBezTo>
                  <a:cubicBezTo>
                    <a:pt x="168954" y="78113"/>
                    <a:pt x="154993" y="86051"/>
                    <a:pt x="144332" y="97109"/>
                  </a:cubicBezTo>
                  <a:lnTo>
                    <a:pt x="144332" y="29882"/>
                  </a:lnTo>
                  <a:lnTo>
                    <a:pt x="174214" y="29882"/>
                  </a:lnTo>
                  <a:lnTo>
                    <a:pt x="174214" y="0"/>
                  </a:lnTo>
                  <a:lnTo>
                    <a:pt x="84568" y="0"/>
                  </a:lnTo>
                  <a:lnTo>
                    <a:pt x="84568" y="29882"/>
                  </a:lnTo>
                  <a:lnTo>
                    <a:pt x="114450" y="29882"/>
                  </a:lnTo>
                  <a:lnTo>
                    <a:pt x="114450" y="97008"/>
                  </a:lnTo>
                  <a:cubicBezTo>
                    <a:pt x="103855" y="85942"/>
                    <a:pt x="90020" y="78012"/>
                    <a:pt x="73787" y="74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2" name="Google Shape;1592;p38"/>
          <p:cNvGrpSpPr/>
          <p:nvPr/>
        </p:nvGrpSpPr>
        <p:grpSpPr>
          <a:xfrm>
            <a:off x="2507552" y="4144488"/>
            <a:ext cx="310637" cy="310627"/>
            <a:chOff x="2446666" y="4161405"/>
            <a:chExt cx="322673" cy="322662"/>
          </a:xfrm>
        </p:grpSpPr>
        <p:sp>
          <p:nvSpPr>
            <p:cNvPr id="1593" name="Google Shape;1593;p38"/>
            <p:cNvSpPr/>
            <p:nvPr/>
          </p:nvSpPr>
          <p:spPr>
            <a:xfrm>
              <a:off x="2475657"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38"/>
            <p:cNvSpPr/>
            <p:nvPr/>
          </p:nvSpPr>
          <p:spPr>
            <a:xfrm>
              <a:off x="2446666" y="4407835"/>
              <a:ext cx="47881" cy="76231"/>
            </a:xfrm>
            <a:custGeom>
              <a:rect b="b" l="l" r="r" t="t"/>
              <a:pathLst>
                <a:path extrusionOk="0" h="120524" w="75701">
                  <a:moveTo>
                    <a:pt x="75701" y="0"/>
                  </a:moveTo>
                  <a:lnTo>
                    <a:pt x="60760" y="0"/>
                  </a:lnTo>
                  <a:cubicBezTo>
                    <a:pt x="27754" y="0"/>
                    <a:pt x="0" y="26758"/>
                    <a:pt x="0" y="59764"/>
                  </a:cubicBezTo>
                  <a:lnTo>
                    <a:pt x="0" y="120524"/>
                  </a:lnTo>
                  <a:lnTo>
                    <a:pt x="75701"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38"/>
            <p:cNvSpPr/>
            <p:nvPr/>
          </p:nvSpPr>
          <p:spPr>
            <a:xfrm>
              <a:off x="2513473" y="4407835"/>
              <a:ext cx="47250" cy="76231"/>
            </a:xfrm>
            <a:custGeom>
              <a:rect b="b" l="l" r="r" t="t"/>
              <a:pathLst>
                <a:path extrusionOk="0" h="120524" w="74704">
                  <a:moveTo>
                    <a:pt x="14941" y="0"/>
                  </a:moveTo>
                  <a:lnTo>
                    <a:pt x="0" y="0"/>
                  </a:lnTo>
                  <a:lnTo>
                    <a:pt x="0" y="120524"/>
                  </a:lnTo>
                  <a:lnTo>
                    <a:pt x="74705" y="120524"/>
                  </a:lnTo>
                  <a:lnTo>
                    <a:pt x="74705" y="59764"/>
                  </a:lnTo>
                  <a:cubicBezTo>
                    <a:pt x="74705"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38"/>
            <p:cNvSpPr/>
            <p:nvPr/>
          </p:nvSpPr>
          <p:spPr>
            <a:xfrm>
              <a:off x="2683642"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38"/>
            <p:cNvSpPr/>
            <p:nvPr/>
          </p:nvSpPr>
          <p:spPr>
            <a:xfrm>
              <a:off x="2655281" y="4407835"/>
              <a:ext cx="47250" cy="76231"/>
            </a:xfrm>
            <a:custGeom>
              <a:rect b="b" l="l" r="r" t="t"/>
              <a:pathLst>
                <a:path extrusionOk="0" h="120524" w="74704">
                  <a:moveTo>
                    <a:pt x="74705" y="0"/>
                  </a:moveTo>
                  <a:lnTo>
                    <a:pt x="59764" y="0"/>
                  </a:lnTo>
                  <a:cubicBezTo>
                    <a:pt x="26758" y="0"/>
                    <a:pt x="0" y="26758"/>
                    <a:pt x="0" y="59764"/>
                  </a:cubicBezTo>
                  <a:lnTo>
                    <a:pt x="0" y="120524"/>
                  </a:lnTo>
                  <a:lnTo>
                    <a:pt x="74705"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38"/>
            <p:cNvSpPr/>
            <p:nvPr/>
          </p:nvSpPr>
          <p:spPr>
            <a:xfrm>
              <a:off x="2721458" y="4407835"/>
              <a:ext cx="47881" cy="76231"/>
            </a:xfrm>
            <a:custGeom>
              <a:rect b="b" l="l" r="r" t="t"/>
              <a:pathLst>
                <a:path extrusionOk="0" h="120524" w="75701">
                  <a:moveTo>
                    <a:pt x="14941" y="0"/>
                  </a:moveTo>
                  <a:lnTo>
                    <a:pt x="0" y="0"/>
                  </a:lnTo>
                  <a:lnTo>
                    <a:pt x="0" y="120524"/>
                  </a:lnTo>
                  <a:lnTo>
                    <a:pt x="75701" y="120524"/>
                  </a:lnTo>
                  <a:lnTo>
                    <a:pt x="75701" y="59764"/>
                  </a:lnTo>
                  <a:cubicBezTo>
                    <a:pt x="75701"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38"/>
            <p:cNvSpPr/>
            <p:nvPr/>
          </p:nvSpPr>
          <p:spPr>
            <a:xfrm>
              <a:off x="2579650" y="4161405"/>
              <a:ext cx="56700" cy="57331"/>
            </a:xfrm>
            <a:custGeom>
              <a:rect b="b" l="l" r="r" t="t"/>
              <a:pathLst>
                <a:path extrusionOk="0" h="90642" w="89645">
                  <a:moveTo>
                    <a:pt x="0" y="44823"/>
                  </a:moveTo>
                  <a:cubicBezTo>
                    <a:pt x="0" y="69577"/>
                    <a:pt x="20069" y="90642"/>
                    <a:pt x="44823" y="90642"/>
                  </a:cubicBezTo>
                  <a:cubicBezTo>
                    <a:pt x="69577" y="90642"/>
                    <a:pt x="89646" y="69577"/>
                    <a:pt x="89646" y="44823"/>
                  </a:cubicBezTo>
                  <a:cubicBezTo>
                    <a:pt x="89646" y="20069"/>
                    <a:pt x="69577" y="0"/>
                    <a:pt x="44823" y="0"/>
                  </a:cubicBezTo>
                  <a:cubicBezTo>
                    <a:pt x="20069" y="0"/>
                    <a:pt x="0" y="20069"/>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38"/>
            <p:cNvSpPr/>
            <p:nvPr/>
          </p:nvSpPr>
          <p:spPr>
            <a:xfrm>
              <a:off x="2551288" y="4237666"/>
              <a:ext cx="47250" cy="75601"/>
            </a:xfrm>
            <a:custGeom>
              <a:rect b="b" l="l" r="r" t="t"/>
              <a:pathLst>
                <a:path extrusionOk="0" h="119527" w="74704">
                  <a:moveTo>
                    <a:pt x="74705" y="0"/>
                  </a:moveTo>
                  <a:lnTo>
                    <a:pt x="59764" y="0"/>
                  </a:lnTo>
                  <a:cubicBezTo>
                    <a:pt x="26758" y="0"/>
                    <a:pt x="0" y="26758"/>
                    <a:pt x="0" y="59764"/>
                  </a:cubicBez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38"/>
            <p:cNvSpPr/>
            <p:nvPr/>
          </p:nvSpPr>
          <p:spPr>
            <a:xfrm>
              <a:off x="2617465" y="4237666"/>
              <a:ext cx="47250" cy="75601"/>
            </a:xfrm>
            <a:custGeom>
              <a:rect b="b" l="l" r="r" t="t"/>
              <a:pathLst>
                <a:path extrusionOk="0" h="119527" w="74704">
                  <a:moveTo>
                    <a:pt x="74705" y="59764"/>
                  </a:moveTo>
                  <a:cubicBezTo>
                    <a:pt x="74705" y="26758"/>
                    <a:pt x="47947" y="0"/>
                    <a:pt x="14941" y="0"/>
                  </a:cubicBezTo>
                  <a:lnTo>
                    <a:pt x="0" y="0"/>
                  </a:ln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38"/>
            <p:cNvSpPr/>
            <p:nvPr/>
          </p:nvSpPr>
          <p:spPr>
            <a:xfrm>
              <a:off x="2579650" y="4332204"/>
              <a:ext cx="56700" cy="132302"/>
            </a:xfrm>
            <a:custGeom>
              <a:rect b="b" l="l" r="r" t="t"/>
              <a:pathLst>
                <a:path extrusionOk="0" h="209173" w="89645">
                  <a:moveTo>
                    <a:pt x="89646" y="179292"/>
                  </a:moveTo>
                  <a:lnTo>
                    <a:pt x="59764" y="179292"/>
                  </a:lnTo>
                  <a:lnTo>
                    <a:pt x="59764" y="0"/>
                  </a:lnTo>
                  <a:lnTo>
                    <a:pt x="29882" y="0"/>
                  </a:lnTo>
                  <a:lnTo>
                    <a:pt x="29882" y="179292"/>
                  </a:lnTo>
                  <a:lnTo>
                    <a:pt x="0" y="179292"/>
                  </a:lnTo>
                  <a:lnTo>
                    <a:pt x="0" y="209174"/>
                  </a:lnTo>
                  <a:lnTo>
                    <a:pt x="89646"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3" name="Google Shape;1603;p38"/>
          <p:cNvGrpSpPr/>
          <p:nvPr/>
        </p:nvGrpSpPr>
        <p:grpSpPr>
          <a:xfrm>
            <a:off x="3279113" y="1249530"/>
            <a:ext cx="310534" cy="310555"/>
            <a:chOff x="3250805" y="1213239"/>
            <a:chExt cx="322566" cy="322588"/>
          </a:xfrm>
        </p:grpSpPr>
        <p:sp>
          <p:nvSpPr>
            <p:cNvPr id="1604" name="Google Shape;1604;p38"/>
            <p:cNvSpPr/>
            <p:nvPr/>
          </p:nvSpPr>
          <p:spPr>
            <a:xfrm>
              <a:off x="3250805" y="1213239"/>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38"/>
            <p:cNvSpPr/>
            <p:nvPr/>
          </p:nvSpPr>
          <p:spPr>
            <a:xfrm>
              <a:off x="3269712" y="1270593"/>
              <a:ext cx="284765" cy="265234"/>
            </a:xfrm>
            <a:custGeom>
              <a:rect b="b" l="l" r="r" t="t"/>
              <a:pathLst>
                <a:path extrusionOk="0" h="419343" w="450222">
                  <a:moveTo>
                    <a:pt x="450222" y="268938"/>
                  </a:moveTo>
                  <a:lnTo>
                    <a:pt x="450222" y="0"/>
                  </a:lnTo>
                  <a:lnTo>
                    <a:pt x="0" y="0"/>
                  </a:lnTo>
                  <a:lnTo>
                    <a:pt x="0" y="268938"/>
                  </a:lnTo>
                  <a:lnTo>
                    <a:pt x="210170" y="268938"/>
                  </a:lnTo>
                  <a:lnTo>
                    <a:pt x="210170" y="306298"/>
                  </a:lnTo>
                  <a:lnTo>
                    <a:pt x="68013" y="391594"/>
                  </a:lnTo>
                  <a:lnTo>
                    <a:pt x="83389" y="417216"/>
                  </a:lnTo>
                  <a:lnTo>
                    <a:pt x="210170" y="341141"/>
                  </a:lnTo>
                  <a:lnTo>
                    <a:pt x="210170" y="419344"/>
                  </a:lnTo>
                  <a:lnTo>
                    <a:pt x="240052" y="419344"/>
                  </a:lnTo>
                  <a:lnTo>
                    <a:pt x="240052" y="341141"/>
                  </a:lnTo>
                  <a:lnTo>
                    <a:pt x="366833" y="417212"/>
                  </a:lnTo>
                  <a:lnTo>
                    <a:pt x="382209" y="391590"/>
                  </a:lnTo>
                  <a:lnTo>
                    <a:pt x="240052" y="306298"/>
                  </a:lnTo>
                  <a:lnTo>
                    <a:pt x="240052" y="268938"/>
                  </a:lnTo>
                  <a:close/>
                  <a:moveTo>
                    <a:pt x="359580" y="224115"/>
                  </a:moveTo>
                  <a:lnTo>
                    <a:pt x="269934" y="224115"/>
                  </a:lnTo>
                  <a:lnTo>
                    <a:pt x="269934" y="194233"/>
                  </a:lnTo>
                  <a:lnTo>
                    <a:pt x="359580" y="194233"/>
                  </a:lnTo>
                  <a:close/>
                  <a:moveTo>
                    <a:pt x="90642" y="44823"/>
                  </a:moveTo>
                  <a:lnTo>
                    <a:pt x="180288" y="44823"/>
                  </a:lnTo>
                  <a:lnTo>
                    <a:pt x="180288" y="74705"/>
                  </a:lnTo>
                  <a:lnTo>
                    <a:pt x="90642" y="74705"/>
                  </a:lnTo>
                  <a:close/>
                  <a:moveTo>
                    <a:pt x="90642" y="104587"/>
                  </a:moveTo>
                  <a:lnTo>
                    <a:pt x="180288" y="104587"/>
                  </a:lnTo>
                  <a:lnTo>
                    <a:pt x="180288" y="134469"/>
                  </a:lnTo>
                  <a:lnTo>
                    <a:pt x="90642" y="134469"/>
                  </a:lnTo>
                  <a:close/>
                  <a:moveTo>
                    <a:pt x="90642" y="224115"/>
                  </a:moveTo>
                  <a:lnTo>
                    <a:pt x="90642" y="194233"/>
                  </a:lnTo>
                  <a:cubicBezTo>
                    <a:pt x="154098" y="194233"/>
                    <a:pt x="213761" y="169518"/>
                    <a:pt x="258627" y="124648"/>
                  </a:cubicBezTo>
                  <a:lnTo>
                    <a:pt x="308570" y="74705"/>
                  </a:lnTo>
                  <a:lnTo>
                    <a:pt x="269934" y="74705"/>
                  </a:lnTo>
                  <a:lnTo>
                    <a:pt x="269934" y="44823"/>
                  </a:lnTo>
                  <a:lnTo>
                    <a:pt x="359580" y="44823"/>
                  </a:lnTo>
                  <a:lnTo>
                    <a:pt x="359580" y="134469"/>
                  </a:lnTo>
                  <a:lnTo>
                    <a:pt x="329698" y="134469"/>
                  </a:lnTo>
                  <a:lnTo>
                    <a:pt x="329698" y="95832"/>
                  </a:lnTo>
                  <a:lnTo>
                    <a:pt x="279755" y="145776"/>
                  </a:lnTo>
                  <a:cubicBezTo>
                    <a:pt x="229239" y="196291"/>
                    <a:pt x="162079" y="224115"/>
                    <a:pt x="90642"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6" name="Google Shape;1606;p38"/>
          <p:cNvGrpSpPr/>
          <p:nvPr/>
        </p:nvGrpSpPr>
        <p:grpSpPr>
          <a:xfrm>
            <a:off x="3293334" y="1990460"/>
            <a:ext cx="282091" cy="310534"/>
            <a:chOff x="3249734" y="1964351"/>
            <a:chExt cx="293021" cy="322566"/>
          </a:xfrm>
        </p:grpSpPr>
        <p:sp>
          <p:nvSpPr>
            <p:cNvPr id="1607" name="Google Shape;1607;p38"/>
            <p:cNvSpPr/>
            <p:nvPr/>
          </p:nvSpPr>
          <p:spPr>
            <a:xfrm>
              <a:off x="3249734" y="1964351"/>
              <a:ext cx="293021" cy="322566"/>
            </a:xfrm>
            <a:custGeom>
              <a:rect b="b" l="l" r="r" t="t"/>
              <a:pathLst>
                <a:path extrusionOk="0" h="509986" w="463274">
                  <a:moveTo>
                    <a:pt x="43850" y="161343"/>
                  </a:moveTo>
                  <a:cubicBezTo>
                    <a:pt x="20346" y="196774"/>
                    <a:pt x="6581" y="239204"/>
                    <a:pt x="6581" y="284875"/>
                  </a:cubicBezTo>
                  <a:cubicBezTo>
                    <a:pt x="6581" y="408652"/>
                    <a:pt x="107115" y="509986"/>
                    <a:pt x="231134" y="509986"/>
                  </a:cubicBezTo>
                  <a:cubicBezTo>
                    <a:pt x="355149" y="509986"/>
                    <a:pt x="455688" y="408652"/>
                    <a:pt x="455688" y="284875"/>
                  </a:cubicBezTo>
                  <a:cubicBezTo>
                    <a:pt x="455688" y="238959"/>
                    <a:pt x="441797" y="196303"/>
                    <a:pt x="418059" y="160764"/>
                  </a:cubicBezTo>
                  <a:lnTo>
                    <a:pt x="463274" y="115637"/>
                  </a:lnTo>
                  <a:lnTo>
                    <a:pt x="399768" y="52255"/>
                  </a:lnTo>
                  <a:lnTo>
                    <a:pt x="354323" y="97607"/>
                  </a:lnTo>
                  <a:cubicBezTo>
                    <a:pt x="330897" y="82226"/>
                    <a:pt x="304473" y="71020"/>
                    <a:pt x="276041" y="65258"/>
                  </a:cubicBezTo>
                  <a:lnTo>
                    <a:pt x="276041" y="29882"/>
                  </a:lnTo>
                  <a:lnTo>
                    <a:pt x="305981" y="29882"/>
                  </a:lnTo>
                  <a:lnTo>
                    <a:pt x="305981" y="0"/>
                  </a:lnTo>
                  <a:lnTo>
                    <a:pt x="156279" y="0"/>
                  </a:lnTo>
                  <a:lnTo>
                    <a:pt x="156279" y="29882"/>
                  </a:lnTo>
                  <a:lnTo>
                    <a:pt x="186220" y="29882"/>
                  </a:lnTo>
                  <a:lnTo>
                    <a:pt x="186220" y="65258"/>
                  </a:lnTo>
                  <a:cubicBezTo>
                    <a:pt x="157558" y="71067"/>
                    <a:pt x="130923" y="82386"/>
                    <a:pt x="107357" y="97961"/>
                  </a:cubicBezTo>
                  <a:lnTo>
                    <a:pt x="63522" y="54192"/>
                  </a:lnTo>
                  <a:lnTo>
                    <a:pt x="0" y="117590"/>
                  </a:lnTo>
                  <a:close/>
                  <a:moveTo>
                    <a:pt x="231134" y="120524"/>
                  </a:moveTo>
                  <a:cubicBezTo>
                    <a:pt x="321934" y="120524"/>
                    <a:pt x="395807" y="194252"/>
                    <a:pt x="395807" y="284875"/>
                  </a:cubicBezTo>
                  <a:cubicBezTo>
                    <a:pt x="395807" y="375498"/>
                    <a:pt x="321934" y="449226"/>
                    <a:pt x="231134" y="449226"/>
                  </a:cubicBezTo>
                  <a:cubicBezTo>
                    <a:pt x="140330" y="449226"/>
                    <a:pt x="66462" y="375498"/>
                    <a:pt x="66462" y="284875"/>
                  </a:cubicBezTo>
                  <a:cubicBezTo>
                    <a:pt x="66462" y="194252"/>
                    <a:pt x="140330" y="120524"/>
                    <a:pt x="231134" y="1205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38"/>
            <p:cNvSpPr/>
            <p:nvPr/>
          </p:nvSpPr>
          <p:spPr>
            <a:xfrm>
              <a:off x="3405455" y="2060475"/>
              <a:ext cx="75749" cy="136889"/>
            </a:xfrm>
            <a:custGeom>
              <a:rect b="b" l="l" r="r" t="t"/>
              <a:pathLst>
                <a:path extrusionOk="0" h="216426" w="119761">
                  <a:moveTo>
                    <a:pt x="29940" y="132959"/>
                  </a:moveTo>
                  <a:cubicBezTo>
                    <a:pt x="29940" y="139858"/>
                    <a:pt x="28241" y="146317"/>
                    <a:pt x="25438" y="152161"/>
                  </a:cubicBezTo>
                  <a:lnTo>
                    <a:pt x="89825" y="216427"/>
                  </a:lnTo>
                  <a:cubicBezTo>
                    <a:pt x="108265" y="193420"/>
                    <a:pt x="119762" y="164647"/>
                    <a:pt x="119762" y="132959"/>
                  </a:cubicBezTo>
                  <a:cubicBezTo>
                    <a:pt x="119762" y="63923"/>
                    <a:pt x="67179" y="7544"/>
                    <a:pt x="0" y="0"/>
                  </a:cubicBezTo>
                  <a:lnTo>
                    <a:pt x="0" y="90887"/>
                  </a:lnTo>
                  <a:cubicBezTo>
                    <a:pt x="17387" y="97078"/>
                    <a:pt x="29940" y="113505"/>
                    <a:pt x="29940" y="1329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38"/>
            <p:cNvSpPr/>
            <p:nvPr/>
          </p:nvSpPr>
          <p:spPr>
            <a:xfrm>
              <a:off x="3310732" y="2060475"/>
              <a:ext cx="138111" cy="169148"/>
            </a:xfrm>
            <a:custGeom>
              <a:rect b="b" l="l" r="r" t="t"/>
              <a:pathLst>
                <a:path extrusionOk="0" h="267428" w="218358">
                  <a:moveTo>
                    <a:pt x="134732" y="267428"/>
                  </a:moveTo>
                  <a:cubicBezTo>
                    <a:pt x="166481" y="267428"/>
                    <a:pt x="195307" y="255958"/>
                    <a:pt x="218359" y="237554"/>
                  </a:cubicBezTo>
                  <a:lnTo>
                    <a:pt x="153971" y="173288"/>
                  </a:lnTo>
                  <a:cubicBezTo>
                    <a:pt x="148116" y="176086"/>
                    <a:pt x="141644" y="177782"/>
                    <a:pt x="134732" y="177782"/>
                  </a:cubicBezTo>
                  <a:cubicBezTo>
                    <a:pt x="115240" y="177782"/>
                    <a:pt x="98776" y="165254"/>
                    <a:pt x="92578" y="147900"/>
                  </a:cubicBezTo>
                  <a:lnTo>
                    <a:pt x="29940" y="147900"/>
                  </a:lnTo>
                  <a:lnTo>
                    <a:pt x="29940" y="118018"/>
                  </a:lnTo>
                  <a:lnTo>
                    <a:pt x="92578" y="118018"/>
                  </a:lnTo>
                  <a:cubicBezTo>
                    <a:pt x="97100" y="105361"/>
                    <a:pt x="107076" y="95404"/>
                    <a:pt x="119762" y="90887"/>
                  </a:cubicBezTo>
                  <a:lnTo>
                    <a:pt x="119762" y="0"/>
                  </a:lnTo>
                  <a:cubicBezTo>
                    <a:pt x="52579" y="7544"/>
                    <a:pt x="0" y="63923"/>
                    <a:pt x="0" y="132959"/>
                  </a:cubicBezTo>
                  <a:cubicBezTo>
                    <a:pt x="0" y="207108"/>
                    <a:pt x="60435" y="267428"/>
                    <a:pt x="134732" y="2674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38"/>
            <p:cNvSpPr/>
            <p:nvPr/>
          </p:nvSpPr>
          <p:spPr>
            <a:xfrm>
              <a:off x="3386510" y="2135150"/>
              <a:ext cx="18937" cy="18900"/>
            </a:xfrm>
            <a:custGeom>
              <a:rect b="b" l="l" r="r" t="t"/>
              <a:pathLst>
                <a:path extrusionOk="0" h="29881" w="29940">
                  <a:moveTo>
                    <a:pt x="14970" y="29882"/>
                  </a:moveTo>
                  <a:cubicBezTo>
                    <a:pt x="23227" y="29882"/>
                    <a:pt x="29940" y="23186"/>
                    <a:pt x="29940" y="14941"/>
                  </a:cubicBezTo>
                  <a:cubicBezTo>
                    <a:pt x="29940" y="6696"/>
                    <a:pt x="23227" y="0"/>
                    <a:pt x="14970" y="0"/>
                  </a:cubicBezTo>
                  <a:cubicBezTo>
                    <a:pt x="6709" y="0"/>
                    <a:pt x="0" y="6696"/>
                    <a:pt x="0" y="14941"/>
                  </a:cubicBezTo>
                  <a:cubicBezTo>
                    <a:pt x="0" y="23186"/>
                    <a:pt x="6709" y="29882"/>
                    <a:pt x="14970"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1" name="Google Shape;1611;p38"/>
          <p:cNvGrpSpPr/>
          <p:nvPr/>
        </p:nvGrpSpPr>
        <p:grpSpPr>
          <a:xfrm>
            <a:off x="3279067" y="2706163"/>
            <a:ext cx="310625" cy="310598"/>
            <a:chOff x="3249418" y="2680766"/>
            <a:chExt cx="322660" cy="322632"/>
          </a:xfrm>
        </p:grpSpPr>
        <p:sp>
          <p:nvSpPr>
            <p:cNvPr id="1612" name="Google Shape;1612;p38"/>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38"/>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38"/>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38"/>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38"/>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38"/>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8" name="Google Shape;1618;p38"/>
          <p:cNvGrpSpPr/>
          <p:nvPr/>
        </p:nvGrpSpPr>
        <p:grpSpPr>
          <a:xfrm>
            <a:off x="3279077" y="3471966"/>
            <a:ext cx="310605" cy="218344"/>
            <a:chOff x="3248224" y="3430585"/>
            <a:chExt cx="322640" cy="226804"/>
          </a:xfrm>
        </p:grpSpPr>
        <p:sp>
          <p:nvSpPr>
            <p:cNvPr id="1619" name="Google Shape;1619;p38"/>
            <p:cNvSpPr/>
            <p:nvPr/>
          </p:nvSpPr>
          <p:spPr>
            <a:xfrm>
              <a:off x="3248224" y="3468400"/>
              <a:ext cx="208533" cy="151202"/>
            </a:xfrm>
            <a:custGeom>
              <a:rect b="b" l="l" r="r" t="t"/>
              <a:pathLst>
                <a:path extrusionOk="0" h="239055" w="329697">
                  <a:moveTo>
                    <a:pt x="59764" y="179292"/>
                  </a:moveTo>
                  <a:lnTo>
                    <a:pt x="59764" y="239056"/>
                  </a:lnTo>
                  <a:lnTo>
                    <a:pt x="159145" y="239056"/>
                  </a:lnTo>
                  <a:cubicBezTo>
                    <a:pt x="153091" y="220722"/>
                    <a:pt x="150406" y="217384"/>
                    <a:pt x="150406" y="209174"/>
                  </a:cubicBezTo>
                  <a:cubicBezTo>
                    <a:pt x="150406" y="192700"/>
                    <a:pt x="163814" y="179292"/>
                    <a:pt x="180288" y="179292"/>
                  </a:cubicBezTo>
                  <a:cubicBezTo>
                    <a:pt x="196762" y="179292"/>
                    <a:pt x="210170" y="192700"/>
                    <a:pt x="210170" y="209174"/>
                  </a:cubicBezTo>
                  <a:cubicBezTo>
                    <a:pt x="210170" y="217228"/>
                    <a:pt x="207295" y="221302"/>
                    <a:pt x="201431" y="239056"/>
                  </a:cubicBezTo>
                  <a:lnTo>
                    <a:pt x="269934" y="239056"/>
                  </a:lnTo>
                  <a:lnTo>
                    <a:pt x="269934" y="140671"/>
                  </a:lnTo>
                  <a:lnTo>
                    <a:pt x="289851" y="147702"/>
                  </a:lnTo>
                  <a:cubicBezTo>
                    <a:pt x="308395" y="154285"/>
                    <a:pt x="329682" y="139418"/>
                    <a:pt x="329698" y="119528"/>
                  </a:cubicBezTo>
                  <a:cubicBezTo>
                    <a:pt x="329698" y="99642"/>
                    <a:pt x="308411" y="84685"/>
                    <a:pt x="289851" y="91354"/>
                  </a:cubicBezTo>
                  <a:lnTo>
                    <a:pt x="269934" y="98385"/>
                  </a:lnTo>
                  <a:lnTo>
                    <a:pt x="269934" y="0"/>
                  </a:lnTo>
                  <a:lnTo>
                    <a:pt x="201431" y="0"/>
                  </a:lnTo>
                  <a:lnTo>
                    <a:pt x="208462" y="19917"/>
                  </a:lnTo>
                  <a:cubicBezTo>
                    <a:pt x="215325" y="39181"/>
                    <a:pt x="200968" y="59764"/>
                    <a:pt x="180288" y="59764"/>
                  </a:cubicBezTo>
                  <a:cubicBezTo>
                    <a:pt x="159589" y="59764"/>
                    <a:pt x="145258" y="39166"/>
                    <a:pt x="152114" y="19917"/>
                  </a:cubicBezTo>
                  <a:lnTo>
                    <a:pt x="159145" y="0"/>
                  </a:lnTo>
                  <a:lnTo>
                    <a:pt x="59764" y="0"/>
                  </a:lnTo>
                  <a:lnTo>
                    <a:pt x="59764" y="59764"/>
                  </a:lnTo>
                  <a:cubicBezTo>
                    <a:pt x="26804" y="59764"/>
                    <a:pt x="0" y="86568"/>
                    <a:pt x="0" y="119528"/>
                  </a:cubicBezTo>
                  <a:cubicBezTo>
                    <a:pt x="0" y="152488"/>
                    <a:pt x="26804" y="179292"/>
                    <a:pt x="59764" y="1792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38"/>
            <p:cNvSpPr/>
            <p:nvPr/>
          </p:nvSpPr>
          <p:spPr>
            <a:xfrm>
              <a:off x="3437931" y="3430585"/>
              <a:ext cx="132933" cy="226804"/>
            </a:xfrm>
            <a:custGeom>
              <a:rect b="b" l="l" r="r" t="t"/>
              <a:pathLst>
                <a:path extrusionOk="0" h="358583" w="210170">
                  <a:moveTo>
                    <a:pt x="89646" y="0"/>
                  </a:moveTo>
                  <a:cubicBezTo>
                    <a:pt x="56686" y="0"/>
                    <a:pt x="29882" y="26804"/>
                    <a:pt x="29882" y="59764"/>
                  </a:cubicBezTo>
                  <a:lnTo>
                    <a:pt x="0" y="59764"/>
                  </a:lnTo>
                  <a:lnTo>
                    <a:pt x="0" y="119528"/>
                  </a:lnTo>
                  <a:cubicBezTo>
                    <a:pt x="32960" y="119528"/>
                    <a:pt x="59764" y="146332"/>
                    <a:pt x="59764" y="179292"/>
                  </a:cubicBezTo>
                  <a:cubicBezTo>
                    <a:pt x="59764" y="212252"/>
                    <a:pt x="32960" y="239056"/>
                    <a:pt x="0" y="239056"/>
                  </a:cubicBezTo>
                  <a:lnTo>
                    <a:pt x="0" y="298820"/>
                  </a:lnTo>
                  <a:lnTo>
                    <a:pt x="29882" y="298820"/>
                  </a:lnTo>
                  <a:cubicBezTo>
                    <a:pt x="29882" y="331780"/>
                    <a:pt x="56686" y="358584"/>
                    <a:pt x="89646" y="358584"/>
                  </a:cubicBezTo>
                  <a:cubicBezTo>
                    <a:pt x="122606" y="358584"/>
                    <a:pt x="149410" y="331780"/>
                    <a:pt x="149410" y="298820"/>
                  </a:cubicBezTo>
                  <a:lnTo>
                    <a:pt x="210170" y="298820"/>
                  </a:lnTo>
                  <a:lnTo>
                    <a:pt x="210170" y="200435"/>
                  </a:lnTo>
                  <a:lnTo>
                    <a:pt x="190253" y="207466"/>
                  </a:lnTo>
                  <a:cubicBezTo>
                    <a:pt x="171576" y="214061"/>
                    <a:pt x="149410" y="199178"/>
                    <a:pt x="149410" y="179292"/>
                  </a:cubicBezTo>
                  <a:cubicBezTo>
                    <a:pt x="149410" y="159406"/>
                    <a:pt x="171561" y="144434"/>
                    <a:pt x="190253" y="151118"/>
                  </a:cubicBezTo>
                  <a:lnTo>
                    <a:pt x="210170" y="158149"/>
                  </a:lnTo>
                  <a:lnTo>
                    <a:pt x="210170" y="59764"/>
                  </a:lnTo>
                  <a:lnTo>
                    <a:pt x="149410" y="59764"/>
                  </a:lnTo>
                  <a:cubicBezTo>
                    <a:pt x="149410" y="26804"/>
                    <a:pt x="122606" y="0"/>
                    <a:pt x="8964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1" name="Google Shape;1621;p38"/>
          <p:cNvGrpSpPr/>
          <p:nvPr/>
        </p:nvGrpSpPr>
        <p:grpSpPr>
          <a:xfrm>
            <a:off x="3279113" y="4144517"/>
            <a:ext cx="310534" cy="310570"/>
            <a:chOff x="3248224" y="4169883"/>
            <a:chExt cx="322566" cy="322603"/>
          </a:xfrm>
        </p:grpSpPr>
        <p:sp>
          <p:nvSpPr>
            <p:cNvPr id="1622" name="Google Shape;1622;p38"/>
            <p:cNvSpPr/>
            <p:nvPr/>
          </p:nvSpPr>
          <p:spPr>
            <a:xfrm>
              <a:off x="3381209" y="4312322"/>
              <a:ext cx="18900" cy="18900"/>
            </a:xfrm>
            <a:custGeom>
              <a:rect b="b" l="l" r="r" t="t"/>
              <a:pathLst>
                <a:path extrusionOk="0" h="29881" w="29881">
                  <a:moveTo>
                    <a:pt x="14941" y="29882"/>
                  </a:moveTo>
                  <a:cubicBezTo>
                    <a:pt x="23186" y="29882"/>
                    <a:pt x="29882" y="23186"/>
                    <a:pt x="29882" y="14941"/>
                  </a:cubicBezTo>
                  <a:cubicBezTo>
                    <a:pt x="29882" y="6696"/>
                    <a:pt x="23186" y="0"/>
                    <a:pt x="14941" y="0"/>
                  </a:cubicBezTo>
                  <a:cubicBezTo>
                    <a:pt x="6696" y="0"/>
                    <a:pt x="0" y="6696"/>
                    <a:pt x="0" y="14941"/>
                  </a:cubicBezTo>
                  <a:cubicBezTo>
                    <a:pt x="0" y="23186"/>
                    <a:pt x="6696" y="29882"/>
                    <a:pt x="14941"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38"/>
            <p:cNvSpPr/>
            <p:nvPr/>
          </p:nvSpPr>
          <p:spPr>
            <a:xfrm>
              <a:off x="3381319" y="4312434"/>
              <a:ext cx="75490" cy="75488"/>
            </a:xfrm>
            <a:custGeom>
              <a:rect b="b" l="l" r="r" t="t"/>
              <a:pathLst>
                <a:path extrusionOk="0" h="119348" w="119352">
                  <a:moveTo>
                    <a:pt x="10323" y="59138"/>
                  </a:moveTo>
                  <a:cubicBezTo>
                    <a:pt x="3918" y="72429"/>
                    <a:pt x="370" y="86934"/>
                    <a:pt x="0" y="101821"/>
                  </a:cubicBezTo>
                  <a:cubicBezTo>
                    <a:pt x="7385" y="108225"/>
                    <a:pt x="43792" y="119349"/>
                    <a:pt x="104412" y="119349"/>
                  </a:cubicBezTo>
                  <a:cubicBezTo>
                    <a:pt x="109544" y="119349"/>
                    <a:pt x="114221" y="119154"/>
                    <a:pt x="119007" y="119003"/>
                  </a:cubicBezTo>
                  <a:cubicBezTo>
                    <a:pt x="119158" y="114217"/>
                    <a:pt x="119353" y="109540"/>
                    <a:pt x="119353" y="104408"/>
                  </a:cubicBezTo>
                  <a:cubicBezTo>
                    <a:pt x="119353" y="43788"/>
                    <a:pt x="108229" y="7381"/>
                    <a:pt x="101824" y="0"/>
                  </a:cubicBezTo>
                  <a:cubicBezTo>
                    <a:pt x="86938" y="366"/>
                    <a:pt x="72433" y="3914"/>
                    <a:pt x="59141" y="10323"/>
                  </a:cubicBezTo>
                  <a:cubicBezTo>
                    <a:pt x="59289" y="11805"/>
                    <a:pt x="59589" y="13241"/>
                    <a:pt x="59589" y="14762"/>
                  </a:cubicBezTo>
                  <a:cubicBezTo>
                    <a:pt x="59589" y="39481"/>
                    <a:pt x="39481" y="59585"/>
                    <a:pt x="14766" y="59585"/>
                  </a:cubicBezTo>
                  <a:cubicBezTo>
                    <a:pt x="13245" y="59585"/>
                    <a:pt x="11809" y="59285"/>
                    <a:pt x="10323" y="591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38"/>
            <p:cNvSpPr/>
            <p:nvPr/>
          </p:nvSpPr>
          <p:spPr>
            <a:xfrm>
              <a:off x="3467985" y="4315933"/>
              <a:ext cx="45398" cy="70553"/>
            </a:xfrm>
            <a:custGeom>
              <a:rect b="b" l="l" r="r" t="t"/>
              <a:pathLst>
                <a:path extrusionOk="0" h="111547" w="71775">
                  <a:moveTo>
                    <a:pt x="12073" y="111548"/>
                  </a:moveTo>
                  <a:cubicBezTo>
                    <a:pt x="45889" y="107972"/>
                    <a:pt x="66336" y="100976"/>
                    <a:pt x="71775" y="96350"/>
                  </a:cubicBezTo>
                  <a:cubicBezTo>
                    <a:pt x="70678" y="51251"/>
                    <a:pt x="40893" y="13521"/>
                    <a:pt x="0" y="0"/>
                  </a:cubicBezTo>
                  <a:cubicBezTo>
                    <a:pt x="11377" y="34851"/>
                    <a:pt x="12268" y="84701"/>
                    <a:pt x="12268" y="98879"/>
                  </a:cubicBezTo>
                  <a:cubicBezTo>
                    <a:pt x="12268" y="101758"/>
                    <a:pt x="12225" y="106147"/>
                    <a:pt x="12073" y="1115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38"/>
            <p:cNvSpPr/>
            <p:nvPr/>
          </p:nvSpPr>
          <p:spPr>
            <a:xfrm>
              <a:off x="3248224" y="4169883"/>
              <a:ext cx="322566" cy="76231"/>
            </a:xfrm>
            <a:custGeom>
              <a:rect b="b" l="l" r="r" t="t"/>
              <a:pathLst>
                <a:path extrusionOk="0" h="120524" w="509986">
                  <a:moveTo>
                    <a:pt x="0" y="120524"/>
                  </a:moveTo>
                  <a:lnTo>
                    <a:pt x="509986" y="120524"/>
                  </a:lnTo>
                  <a:lnTo>
                    <a:pt x="509986" y="0"/>
                  </a:lnTo>
                  <a:lnTo>
                    <a:pt x="0" y="0"/>
                  </a:lnTo>
                  <a:close/>
                  <a:moveTo>
                    <a:pt x="180288" y="45819"/>
                  </a:moveTo>
                  <a:lnTo>
                    <a:pt x="210170" y="45819"/>
                  </a:lnTo>
                  <a:lnTo>
                    <a:pt x="210170" y="75701"/>
                  </a:lnTo>
                  <a:lnTo>
                    <a:pt x="180288" y="75701"/>
                  </a:lnTo>
                  <a:close/>
                  <a:moveTo>
                    <a:pt x="120524" y="45819"/>
                  </a:moveTo>
                  <a:lnTo>
                    <a:pt x="150406" y="45819"/>
                  </a:lnTo>
                  <a:lnTo>
                    <a:pt x="150406" y="75701"/>
                  </a:lnTo>
                  <a:lnTo>
                    <a:pt x="120524" y="75701"/>
                  </a:lnTo>
                  <a:close/>
                  <a:moveTo>
                    <a:pt x="60760" y="45819"/>
                  </a:moveTo>
                  <a:lnTo>
                    <a:pt x="90642" y="45819"/>
                  </a:lnTo>
                  <a:lnTo>
                    <a:pt x="90642" y="75701"/>
                  </a:lnTo>
                  <a:lnTo>
                    <a:pt x="60760"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38"/>
            <p:cNvSpPr/>
            <p:nvPr/>
          </p:nvSpPr>
          <p:spPr>
            <a:xfrm>
              <a:off x="3384820" y="4399098"/>
              <a:ext cx="70553" cy="45398"/>
            </a:xfrm>
            <a:custGeom>
              <a:rect b="b" l="l" r="r" t="t"/>
              <a:pathLst>
                <a:path extrusionOk="0" h="71775" w="111547">
                  <a:moveTo>
                    <a:pt x="0" y="0"/>
                  </a:moveTo>
                  <a:cubicBezTo>
                    <a:pt x="13521" y="40889"/>
                    <a:pt x="51251" y="70678"/>
                    <a:pt x="96350" y="71775"/>
                  </a:cubicBezTo>
                  <a:cubicBezTo>
                    <a:pt x="100976" y="66336"/>
                    <a:pt x="107972" y="45885"/>
                    <a:pt x="111548" y="12073"/>
                  </a:cubicBezTo>
                  <a:cubicBezTo>
                    <a:pt x="106147" y="12225"/>
                    <a:pt x="101758" y="12268"/>
                    <a:pt x="98879" y="12268"/>
                  </a:cubicBezTo>
                  <a:cubicBezTo>
                    <a:pt x="84701" y="12268"/>
                    <a:pt x="34851" y="11377"/>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38"/>
            <p:cNvSpPr/>
            <p:nvPr/>
          </p:nvSpPr>
          <p:spPr>
            <a:xfrm>
              <a:off x="3248224" y="4265052"/>
              <a:ext cx="322566" cy="227434"/>
            </a:xfrm>
            <a:custGeom>
              <a:rect b="b" l="l" r="r" t="t"/>
              <a:pathLst>
                <a:path extrusionOk="0" h="359579" w="509986">
                  <a:moveTo>
                    <a:pt x="0" y="359580"/>
                  </a:moveTo>
                  <a:lnTo>
                    <a:pt x="509986" y="359580"/>
                  </a:lnTo>
                  <a:lnTo>
                    <a:pt x="509986" y="0"/>
                  </a:lnTo>
                  <a:lnTo>
                    <a:pt x="0" y="0"/>
                  </a:lnTo>
                  <a:close/>
                  <a:moveTo>
                    <a:pt x="120524" y="74705"/>
                  </a:moveTo>
                  <a:lnTo>
                    <a:pt x="183039" y="74705"/>
                  </a:lnTo>
                  <a:cubicBezTo>
                    <a:pt x="189229" y="57352"/>
                    <a:pt x="205657" y="44823"/>
                    <a:pt x="225111" y="44823"/>
                  </a:cubicBezTo>
                  <a:cubicBezTo>
                    <a:pt x="237542" y="44823"/>
                    <a:pt x="248799" y="49924"/>
                    <a:pt x="256923" y="58126"/>
                  </a:cubicBezTo>
                  <a:cubicBezTo>
                    <a:pt x="274922" y="49535"/>
                    <a:pt x="294598" y="44823"/>
                    <a:pt x="314757" y="44823"/>
                  </a:cubicBezTo>
                  <a:cubicBezTo>
                    <a:pt x="388906" y="44823"/>
                    <a:pt x="449226" y="105143"/>
                    <a:pt x="449226" y="179292"/>
                  </a:cubicBezTo>
                  <a:cubicBezTo>
                    <a:pt x="449226" y="199451"/>
                    <a:pt x="444514" y="219127"/>
                    <a:pt x="435923" y="237126"/>
                  </a:cubicBezTo>
                  <a:cubicBezTo>
                    <a:pt x="444125" y="245250"/>
                    <a:pt x="449226" y="256507"/>
                    <a:pt x="449226" y="268938"/>
                  </a:cubicBezTo>
                  <a:cubicBezTo>
                    <a:pt x="449226" y="293653"/>
                    <a:pt x="429118" y="313761"/>
                    <a:pt x="404403" y="313761"/>
                  </a:cubicBezTo>
                  <a:cubicBezTo>
                    <a:pt x="391972" y="313761"/>
                    <a:pt x="380715" y="308660"/>
                    <a:pt x="372591" y="300458"/>
                  </a:cubicBezTo>
                  <a:cubicBezTo>
                    <a:pt x="354592" y="309049"/>
                    <a:pt x="334916" y="313761"/>
                    <a:pt x="314757" y="313761"/>
                  </a:cubicBezTo>
                  <a:cubicBezTo>
                    <a:pt x="283066" y="313761"/>
                    <a:pt x="254289" y="302287"/>
                    <a:pt x="231282" y="283879"/>
                  </a:cubicBezTo>
                  <a:lnTo>
                    <a:pt x="90642" y="283879"/>
                  </a:lnTo>
                  <a:lnTo>
                    <a:pt x="90642" y="224115"/>
                  </a:lnTo>
                  <a:lnTo>
                    <a:pt x="120524" y="224115"/>
                  </a:lnTo>
                  <a:lnTo>
                    <a:pt x="120524" y="253997"/>
                  </a:lnTo>
                  <a:lnTo>
                    <a:pt x="203050" y="253997"/>
                  </a:lnTo>
                  <a:cubicBezTo>
                    <a:pt x="188704" y="232609"/>
                    <a:pt x="180288" y="206925"/>
                    <a:pt x="180288" y="179292"/>
                  </a:cubicBezTo>
                  <a:cubicBezTo>
                    <a:pt x="180288" y="159133"/>
                    <a:pt x="185000" y="139457"/>
                    <a:pt x="193591" y="121458"/>
                  </a:cubicBezTo>
                  <a:cubicBezTo>
                    <a:pt x="188860" y="116773"/>
                    <a:pt x="185323" y="110984"/>
                    <a:pt x="183039" y="104587"/>
                  </a:cubicBezTo>
                  <a:lnTo>
                    <a:pt x="120524" y="104587"/>
                  </a:lnTo>
                  <a:close/>
                  <a:moveTo>
                    <a:pt x="120524" y="194233"/>
                  </a:moveTo>
                  <a:lnTo>
                    <a:pt x="90642" y="194233"/>
                  </a:lnTo>
                  <a:lnTo>
                    <a:pt x="90642" y="164351"/>
                  </a:lnTo>
                  <a:lnTo>
                    <a:pt x="120524" y="164351"/>
                  </a:lnTo>
                  <a:close/>
                  <a:moveTo>
                    <a:pt x="60760" y="74705"/>
                  </a:moveTo>
                  <a:lnTo>
                    <a:pt x="90642" y="74705"/>
                  </a:lnTo>
                  <a:lnTo>
                    <a:pt x="90642" y="104587"/>
                  </a:lnTo>
                  <a:lnTo>
                    <a:pt x="60760"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38"/>
            <p:cNvSpPr/>
            <p:nvPr/>
          </p:nvSpPr>
          <p:spPr>
            <a:xfrm>
              <a:off x="3494655" y="4425768"/>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38"/>
            <p:cNvSpPr/>
            <p:nvPr/>
          </p:nvSpPr>
          <p:spPr>
            <a:xfrm>
              <a:off x="3467901" y="4399014"/>
              <a:ext cx="42262" cy="42262"/>
            </a:xfrm>
            <a:custGeom>
              <a:rect b="b" l="l" r="r" t="t"/>
              <a:pathLst>
                <a:path extrusionOk="0" h="66818" w="66818">
                  <a:moveTo>
                    <a:pt x="12400" y="57223"/>
                  </a:moveTo>
                  <a:cubicBezTo>
                    <a:pt x="12400" y="32508"/>
                    <a:pt x="32508" y="12400"/>
                    <a:pt x="57223" y="12400"/>
                  </a:cubicBezTo>
                  <a:cubicBezTo>
                    <a:pt x="58745" y="12400"/>
                    <a:pt x="60180" y="12700"/>
                    <a:pt x="61667" y="12848"/>
                  </a:cubicBezTo>
                  <a:cubicBezTo>
                    <a:pt x="63674" y="8677"/>
                    <a:pt x="65382" y="4397"/>
                    <a:pt x="66818" y="0"/>
                  </a:cubicBezTo>
                  <a:cubicBezTo>
                    <a:pt x="49667" y="5653"/>
                    <a:pt x="28894" y="8751"/>
                    <a:pt x="10428" y="10428"/>
                  </a:cubicBezTo>
                  <a:cubicBezTo>
                    <a:pt x="8754" y="28894"/>
                    <a:pt x="5657" y="49663"/>
                    <a:pt x="0" y="66818"/>
                  </a:cubicBezTo>
                  <a:cubicBezTo>
                    <a:pt x="4397" y="65382"/>
                    <a:pt x="8677" y="63674"/>
                    <a:pt x="12848" y="61663"/>
                  </a:cubicBezTo>
                  <a:cubicBezTo>
                    <a:pt x="12700" y="60180"/>
                    <a:pt x="12400" y="58745"/>
                    <a:pt x="12400" y="57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30" name="Google Shape;1630;p38"/>
          <p:cNvGrpSpPr/>
          <p:nvPr/>
        </p:nvGrpSpPr>
        <p:grpSpPr>
          <a:xfrm>
            <a:off x="4071673" y="1249498"/>
            <a:ext cx="310612" cy="310620"/>
            <a:chOff x="4044982" y="1212860"/>
            <a:chExt cx="322647" cy="322655"/>
          </a:xfrm>
        </p:grpSpPr>
        <p:sp>
          <p:nvSpPr>
            <p:cNvPr id="1631" name="Google Shape;1631;p38"/>
            <p:cNvSpPr/>
            <p:nvPr/>
          </p:nvSpPr>
          <p:spPr>
            <a:xfrm>
              <a:off x="4215781" y="1212860"/>
              <a:ext cx="151833" cy="127395"/>
            </a:xfrm>
            <a:custGeom>
              <a:rect b="b" l="l" r="r" t="t"/>
              <a:pathLst>
                <a:path extrusionOk="0" h="201415" w="240052">
                  <a:moveTo>
                    <a:pt x="0" y="120524"/>
                  </a:moveTo>
                  <a:lnTo>
                    <a:pt x="38636" y="120524"/>
                  </a:lnTo>
                  <a:lnTo>
                    <a:pt x="119528" y="201416"/>
                  </a:lnTo>
                  <a:lnTo>
                    <a:pt x="119528" y="120524"/>
                  </a:lnTo>
                  <a:lnTo>
                    <a:pt x="240052" y="120524"/>
                  </a:lnTo>
                  <a:lnTo>
                    <a:pt x="240052" y="0"/>
                  </a:lnTo>
                  <a:lnTo>
                    <a:pt x="0" y="0"/>
                  </a:lnTo>
                  <a:close/>
                  <a:moveTo>
                    <a:pt x="164351" y="45819"/>
                  </a:moveTo>
                  <a:lnTo>
                    <a:pt x="194233" y="45819"/>
                  </a:lnTo>
                  <a:lnTo>
                    <a:pt x="194233" y="75701"/>
                  </a:lnTo>
                  <a:lnTo>
                    <a:pt x="164351" y="75701"/>
                  </a:lnTo>
                  <a:close/>
                  <a:moveTo>
                    <a:pt x="104587" y="45819"/>
                  </a:moveTo>
                  <a:lnTo>
                    <a:pt x="134469" y="45819"/>
                  </a:lnTo>
                  <a:lnTo>
                    <a:pt x="134469" y="75701"/>
                  </a:lnTo>
                  <a:lnTo>
                    <a:pt x="104587" y="75701"/>
                  </a:lnTo>
                  <a:close/>
                  <a:moveTo>
                    <a:pt x="44823" y="45819"/>
                  </a:moveTo>
                  <a:lnTo>
                    <a:pt x="74705" y="45819"/>
                  </a:lnTo>
                  <a:lnTo>
                    <a:pt x="74705" y="75701"/>
                  </a:lnTo>
                  <a:lnTo>
                    <a:pt x="44823"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38"/>
            <p:cNvSpPr/>
            <p:nvPr/>
          </p:nvSpPr>
          <p:spPr>
            <a:xfrm>
              <a:off x="4073974"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38"/>
            <p:cNvSpPr/>
            <p:nvPr/>
          </p:nvSpPr>
          <p:spPr>
            <a:xfrm>
              <a:off x="4044982" y="1440383"/>
              <a:ext cx="114032" cy="95132"/>
            </a:xfrm>
            <a:custGeom>
              <a:rect b="b" l="l" r="r" t="t"/>
              <a:pathLst>
                <a:path extrusionOk="0" h="150406" w="180288">
                  <a:moveTo>
                    <a:pt x="180288" y="59764"/>
                  </a:moveTo>
                  <a:cubicBezTo>
                    <a:pt x="180288" y="26758"/>
                    <a:pt x="153530" y="0"/>
                    <a:pt x="120524" y="0"/>
                  </a:cubicBezTo>
                  <a:lnTo>
                    <a:pt x="105583" y="0"/>
                  </a:lnTo>
                  <a:lnTo>
                    <a:pt x="105583" y="59764"/>
                  </a:lnTo>
                  <a:lnTo>
                    <a:pt x="75701" y="59764"/>
                  </a:lnTo>
                  <a:lnTo>
                    <a:pt x="75701" y="0"/>
                  </a:lnTo>
                  <a:lnTo>
                    <a:pt x="60760" y="0"/>
                  </a:lnTo>
                  <a:cubicBezTo>
                    <a:pt x="27754" y="0"/>
                    <a:pt x="0" y="26758"/>
                    <a:pt x="0" y="59764"/>
                  </a:cubicBezTo>
                  <a:lnTo>
                    <a:pt x="0" y="150406"/>
                  </a:lnTo>
                  <a:lnTo>
                    <a:pt x="18028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38"/>
            <p:cNvSpPr/>
            <p:nvPr/>
          </p:nvSpPr>
          <p:spPr>
            <a:xfrm>
              <a:off x="4281958"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38"/>
            <p:cNvSpPr/>
            <p:nvPr/>
          </p:nvSpPr>
          <p:spPr>
            <a:xfrm>
              <a:off x="4253597" y="1440383"/>
              <a:ext cx="114032" cy="95132"/>
            </a:xfrm>
            <a:custGeom>
              <a:rect b="b" l="l" r="r" t="t"/>
              <a:pathLst>
                <a:path extrusionOk="0" h="150406" w="180288">
                  <a:moveTo>
                    <a:pt x="119528" y="0"/>
                  </a:moveTo>
                  <a:lnTo>
                    <a:pt x="104587" y="0"/>
                  </a:lnTo>
                  <a:lnTo>
                    <a:pt x="104587" y="59764"/>
                  </a:lnTo>
                  <a:lnTo>
                    <a:pt x="74705" y="59764"/>
                  </a:lnTo>
                  <a:lnTo>
                    <a:pt x="74705" y="0"/>
                  </a:lnTo>
                  <a:lnTo>
                    <a:pt x="59764" y="0"/>
                  </a:lnTo>
                  <a:cubicBezTo>
                    <a:pt x="26758" y="0"/>
                    <a:pt x="0" y="26758"/>
                    <a:pt x="0" y="59764"/>
                  </a:cubicBezTo>
                  <a:lnTo>
                    <a:pt x="0" y="150406"/>
                  </a:lnTo>
                  <a:lnTo>
                    <a:pt x="180288" y="150406"/>
                  </a:lnTo>
                  <a:lnTo>
                    <a:pt x="180288" y="59764"/>
                  </a:lnTo>
                  <a:cubicBezTo>
                    <a:pt x="180288" y="26758"/>
                    <a:pt x="152534" y="0"/>
                    <a:pt x="11952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38"/>
            <p:cNvSpPr/>
            <p:nvPr/>
          </p:nvSpPr>
          <p:spPr>
            <a:xfrm>
              <a:off x="4044982" y="1251306"/>
              <a:ext cx="151833" cy="110500"/>
            </a:xfrm>
            <a:custGeom>
              <a:rect b="b" l="l" r="r" t="t"/>
              <a:pathLst>
                <a:path extrusionOk="0" h="174704" w="240052">
                  <a:moveTo>
                    <a:pt x="120524" y="155740"/>
                  </a:moveTo>
                  <a:cubicBezTo>
                    <a:pt x="130469" y="160110"/>
                    <a:pt x="139111" y="166697"/>
                    <a:pt x="146239" y="174705"/>
                  </a:cubicBezTo>
                  <a:lnTo>
                    <a:pt x="201416" y="119528"/>
                  </a:lnTo>
                  <a:lnTo>
                    <a:pt x="240052" y="119528"/>
                  </a:lnTo>
                  <a:lnTo>
                    <a:pt x="240052" y="0"/>
                  </a:lnTo>
                  <a:lnTo>
                    <a:pt x="0" y="0"/>
                  </a:lnTo>
                  <a:lnTo>
                    <a:pt x="0" y="119528"/>
                  </a:lnTo>
                  <a:lnTo>
                    <a:pt x="120524" y="119528"/>
                  </a:lnTo>
                  <a:close/>
                  <a:moveTo>
                    <a:pt x="165347" y="44823"/>
                  </a:moveTo>
                  <a:lnTo>
                    <a:pt x="195229" y="44823"/>
                  </a:lnTo>
                  <a:lnTo>
                    <a:pt x="195229" y="74705"/>
                  </a:lnTo>
                  <a:lnTo>
                    <a:pt x="165347" y="74705"/>
                  </a:lnTo>
                  <a:close/>
                  <a:moveTo>
                    <a:pt x="75701" y="74705"/>
                  </a:moveTo>
                  <a:lnTo>
                    <a:pt x="45819" y="74705"/>
                  </a:lnTo>
                  <a:lnTo>
                    <a:pt x="45819" y="44823"/>
                  </a:lnTo>
                  <a:lnTo>
                    <a:pt x="75701" y="44823"/>
                  </a:lnTo>
                  <a:close/>
                  <a:moveTo>
                    <a:pt x="105583" y="74705"/>
                  </a:moveTo>
                  <a:lnTo>
                    <a:pt x="105583" y="44823"/>
                  </a:lnTo>
                  <a:lnTo>
                    <a:pt x="135465" y="44823"/>
                  </a:lnTo>
                  <a:lnTo>
                    <a:pt x="135465" y="747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37" name="Google Shape;1637;p38"/>
          <p:cNvGrpSpPr/>
          <p:nvPr/>
        </p:nvGrpSpPr>
        <p:grpSpPr>
          <a:xfrm>
            <a:off x="4071670" y="1990410"/>
            <a:ext cx="310619" cy="310634"/>
            <a:chOff x="4042208" y="1964351"/>
            <a:chExt cx="322654" cy="322669"/>
          </a:xfrm>
        </p:grpSpPr>
        <p:sp>
          <p:nvSpPr>
            <p:cNvPr id="1638" name="Google Shape;1638;p38"/>
            <p:cNvSpPr/>
            <p:nvPr/>
          </p:nvSpPr>
          <p:spPr>
            <a:xfrm>
              <a:off x="4146831" y="2229689"/>
              <a:ext cx="113402" cy="57331"/>
            </a:xfrm>
            <a:custGeom>
              <a:rect b="b" l="l" r="r" t="t"/>
              <a:pathLst>
                <a:path extrusionOk="0" h="90642" w="179291">
                  <a:moveTo>
                    <a:pt x="0" y="60760"/>
                  </a:moveTo>
                  <a:lnTo>
                    <a:pt x="0" y="90642"/>
                  </a:lnTo>
                  <a:lnTo>
                    <a:pt x="179292" y="90642"/>
                  </a:lnTo>
                  <a:lnTo>
                    <a:pt x="179292" y="60760"/>
                  </a:lnTo>
                  <a:cubicBezTo>
                    <a:pt x="179292" y="27754"/>
                    <a:pt x="152534" y="0"/>
                    <a:pt x="119528" y="0"/>
                  </a:cubicBezTo>
                  <a:lnTo>
                    <a:pt x="59764" y="0"/>
                  </a:lnTo>
                  <a:cubicBezTo>
                    <a:pt x="26758" y="0"/>
                    <a:pt x="0" y="27754"/>
                    <a:pt x="0"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38"/>
            <p:cNvSpPr/>
            <p:nvPr/>
          </p:nvSpPr>
          <p:spPr>
            <a:xfrm>
              <a:off x="4175192"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38"/>
            <p:cNvSpPr/>
            <p:nvPr/>
          </p:nvSpPr>
          <p:spPr>
            <a:xfrm>
              <a:off x="4071200"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38"/>
            <p:cNvSpPr/>
            <p:nvPr/>
          </p:nvSpPr>
          <p:spPr>
            <a:xfrm>
              <a:off x="4279184"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38"/>
            <p:cNvSpPr/>
            <p:nvPr/>
          </p:nvSpPr>
          <p:spPr>
            <a:xfrm>
              <a:off x="4269061" y="2229689"/>
              <a:ext cx="95801" cy="57331"/>
            </a:xfrm>
            <a:custGeom>
              <a:rect b="b" l="l" r="r" t="t"/>
              <a:pathLst>
                <a:path extrusionOk="0" h="90642" w="151464">
                  <a:moveTo>
                    <a:pt x="90704" y="0"/>
                  </a:moveTo>
                  <a:lnTo>
                    <a:pt x="30940" y="0"/>
                  </a:lnTo>
                  <a:cubicBezTo>
                    <a:pt x="19567" y="0"/>
                    <a:pt x="9050" y="3350"/>
                    <a:pt x="0" y="8863"/>
                  </a:cubicBezTo>
                  <a:cubicBezTo>
                    <a:pt x="10038" y="23345"/>
                    <a:pt x="15999" y="41846"/>
                    <a:pt x="15999" y="60760"/>
                  </a:cubicBezTo>
                  <a:lnTo>
                    <a:pt x="15999" y="90642"/>
                  </a:lnTo>
                  <a:lnTo>
                    <a:pt x="151464" y="90642"/>
                  </a:lnTo>
                  <a:lnTo>
                    <a:pt x="151464" y="60760"/>
                  </a:lnTo>
                  <a:cubicBezTo>
                    <a:pt x="151464" y="27754"/>
                    <a:pt x="123711" y="0"/>
                    <a:pt x="9070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38"/>
            <p:cNvSpPr/>
            <p:nvPr/>
          </p:nvSpPr>
          <p:spPr>
            <a:xfrm>
              <a:off x="4042208" y="2229689"/>
              <a:ext cx="95801" cy="57331"/>
            </a:xfrm>
            <a:custGeom>
              <a:rect b="b" l="l" r="r" t="t"/>
              <a:pathLst>
                <a:path extrusionOk="0" h="90642" w="151464">
                  <a:moveTo>
                    <a:pt x="135465" y="60760"/>
                  </a:moveTo>
                  <a:cubicBezTo>
                    <a:pt x="135465" y="41846"/>
                    <a:pt x="141426" y="23345"/>
                    <a:pt x="151464" y="8863"/>
                  </a:cubicBezTo>
                  <a:cubicBezTo>
                    <a:pt x="142414" y="3350"/>
                    <a:pt x="131897" y="0"/>
                    <a:pt x="120524" y="0"/>
                  </a:cubicBezTo>
                  <a:lnTo>
                    <a:pt x="60760" y="0"/>
                  </a:lnTo>
                  <a:cubicBezTo>
                    <a:pt x="27754" y="0"/>
                    <a:pt x="0" y="27754"/>
                    <a:pt x="0" y="60760"/>
                  </a:cubicBezTo>
                  <a:lnTo>
                    <a:pt x="0" y="90642"/>
                  </a:lnTo>
                  <a:lnTo>
                    <a:pt x="135465"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38"/>
            <p:cNvSpPr/>
            <p:nvPr/>
          </p:nvSpPr>
          <p:spPr>
            <a:xfrm>
              <a:off x="4175192" y="196435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38"/>
            <p:cNvSpPr/>
            <p:nvPr/>
          </p:nvSpPr>
          <p:spPr>
            <a:xfrm>
              <a:off x="4099561" y="2039981"/>
              <a:ext cx="207903" cy="151833"/>
            </a:xfrm>
            <a:custGeom>
              <a:rect b="b" l="l" r="r" t="t"/>
              <a:pathLst>
                <a:path extrusionOk="0" h="240052" w="328701">
                  <a:moveTo>
                    <a:pt x="194233" y="0"/>
                  </a:moveTo>
                  <a:lnTo>
                    <a:pt x="179292" y="0"/>
                  </a:lnTo>
                  <a:lnTo>
                    <a:pt x="179292" y="90642"/>
                  </a:lnTo>
                  <a:lnTo>
                    <a:pt x="149410" y="90642"/>
                  </a:lnTo>
                  <a:lnTo>
                    <a:pt x="149410" y="0"/>
                  </a:lnTo>
                  <a:lnTo>
                    <a:pt x="134469" y="0"/>
                  </a:lnTo>
                  <a:cubicBezTo>
                    <a:pt x="101463" y="0"/>
                    <a:pt x="74705" y="27754"/>
                    <a:pt x="74705" y="60760"/>
                  </a:cubicBezTo>
                  <a:lnTo>
                    <a:pt x="74705" y="90642"/>
                  </a:lnTo>
                  <a:lnTo>
                    <a:pt x="0" y="90642"/>
                  </a:lnTo>
                  <a:lnTo>
                    <a:pt x="0" y="120524"/>
                  </a:lnTo>
                  <a:lnTo>
                    <a:pt x="29882" y="120524"/>
                  </a:lnTo>
                  <a:lnTo>
                    <a:pt x="29882" y="156737"/>
                  </a:lnTo>
                  <a:cubicBezTo>
                    <a:pt x="56219" y="168300"/>
                    <a:pt x="74705" y="194556"/>
                    <a:pt x="74705" y="225111"/>
                  </a:cubicBezTo>
                  <a:cubicBezTo>
                    <a:pt x="74705" y="230228"/>
                    <a:pt x="74180" y="235223"/>
                    <a:pt x="73191" y="240052"/>
                  </a:cubicBezTo>
                  <a:lnTo>
                    <a:pt x="91160" y="240052"/>
                  </a:lnTo>
                  <a:cubicBezTo>
                    <a:pt x="90171" y="235223"/>
                    <a:pt x="89646" y="230228"/>
                    <a:pt x="89646" y="225111"/>
                  </a:cubicBezTo>
                  <a:cubicBezTo>
                    <a:pt x="89646" y="183922"/>
                    <a:pt x="123162" y="150406"/>
                    <a:pt x="164351" y="150406"/>
                  </a:cubicBezTo>
                  <a:cubicBezTo>
                    <a:pt x="205540" y="150406"/>
                    <a:pt x="239056" y="183922"/>
                    <a:pt x="239056" y="225111"/>
                  </a:cubicBezTo>
                  <a:cubicBezTo>
                    <a:pt x="239056" y="230228"/>
                    <a:pt x="238531" y="235223"/>
                    <a:pt x="237542" y="240052"/>
                  </a:cubicBezTo>
                  <a:lnTo>
                    <a:pt x="255510" y="240052"/>
                  </a:lnTo>
                  <a:cubicBezTo>
                    <a:pt x="254522" y="235223"/>
                    <a:pt x="253997" y="230228"/>
                    <a:pt x="253997" y="225111"/>
                  </a:cubicBezTo>
                  <a:cubicBezTo>
                    <a:pt x="253997" y="194556"/>
                    <a:pt x="272483" y="168300"/>
                    <a:pt x="298820" y="156737"/>
                  </a:cubicBezTo>
                  <a:lnTo>
                    <a:pt x="298820" y="120524"/>
                  </a:lnTo>
                  <a:lnTo>
                    <a:pt x="328702" y="120524"/>
                  </a:lnTo>
                  <a:lnTo>
                    <a:pt x="328702" y="90642"/>
                  </a:lnTo>
                  <a:lnTo>
                    <a:pt x="253997" y="90642"/>
                  </a:lnTo>
                  <a:lnTo>
                    <a:pt x="253997" y="60760"/>
                  </a:lnTo>
                  <a:cubicBezTo>
                    <a:pt x="253997" y="27754"/>
                    <a:pt x="227239" y="0"/>
                    <a:pt x="1942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6" name="Google Shape;1646;p38"/>
          <p:cNvGrpSpPr/>
          <p:nvPr/>
        </p:nvGrpSpPr>
        <p:grpSpPr>
          <a:xfrm>
            <a:off x="4071712" y="2706196"/>
            <a:ext cx="310534" cy="310534"/>
            <a:chOff x="4047241" y="2712280"/>
            <a:chExt cx="322566" cy="322566"/>
          </a:xfrm>
        </p:grpSpPr>
        <p:sp>
          <p:nvSpPr>
            <p:cNvPr id="1647" name="Google Shape;1647;p38"/>
            <p:cNvSpPr/>
            <p:nvPr/>
          </p:nvSpPr>
          <p:spPr>
            <a:xfrm>
              <a:off x="4047241" y="2712280"/>
              <a:ext cx="322566" cy="322566"/>
            </a:xfrm>
            <a:custGeom>
              <a:rect b="b" l="l" r="r" t="t"/>
              <a:pathLst>
                <a:path extrusionOk="0" h="509986" w="509986">
                  <a:moveTo>
                    <a:pt x="475186" y="211396"/>
                  </a:moveTo>
                  <a:cubicBezTo>
                    <a:pt x="457603" y="123088"/>
                    <a:pt x="386898" y="53379"/>
                    <a:pt x="298590" y="35796"/>
                  </a:cubicBezTo>
                  <a:cubicBezTo>
                    <a:pt x="294015" y="15906"/>
                    <a:pt x="276253" y="0"/>
                    <a:pt x="254993" y="0"/>
                  </a:cubicBezTo>
                  <a:cubicBezTo>
                    <a:pt x="233733" y="0"/>
                    <a:pt x="215971" y="15906"/>
                    <a:pt x="211396" y="35796"/>
                  </a:cubicBezTo>
                  <a:cubicBezTo>
                    <a:pt x="123088" y="53379"/>
                    <a:pt x="52383" y="123088"/>
                    <a:pt x="34800" y="211396"/>
                  </a:cubicBezTo>
                  <a:cubicBezTo>
                    <a:pt x="14910" y="215971"/>
                    <a:pt x="0" y="233733"/>
                    <a:pt x="0" y="254993"/>
                  </a:cubicBezTo>
                  <a:cubicBezTo>
                    <a:pt x="0" y="276253"/>
                    <a:pt x="14910" y="294015"/>
                    <a:pt x="34800" y="298590"/>
                  </a:cubicBezTo>
                  <a:cubicBezTo>
                    <a:pt x="52383" y="386898"/>
                    <a:pt x="123088" y="457603"/>
                    <a:pt x="211396" y="475186"/>
                  </a:cubicBezTo>
                  <a:cubicBezTo>
                    <a:pt x="215971" y="495076"/>
                    <a:pt x="233733" y="509986"/>
                    <a:pt x="254993" y="509986"/>
                  </a:cubicBezTo>
                  <a:cubicBezTo>
                    <a:pt x="276253" y="509986"/>
                    <a:pt x="294015" y="495076"/>
                    <a:pt x="298590" y="475186"/>
                  </a:cubicBezTo>
                  <a:cubicBezTo>
                    <a:pt x="386898" y="457603"/>
                    <a:pt x="457603" y="386898"/>
                    <a:pt x="475186" y="298590"/>
                  </a:cubicBezTo>
                  <a:cubicBezTo>
                    <a:pt x="495076" y="294015"/>
                    <a:pt x="509986" y="276253"/>
                    <a:pt x="509986" y="254993"/>
                  </a:cubicBezTo>
                  <a:cubicBezTo>
                    <a:pt x="509986" y="233733"/>
                    <a:pt x="495076" y="215971"/>
                    <a:pt x="475186" y="211396"/>
                  </a:cubicBezTo>
                  <a:close/>
                  <a:moveTo>
                    <a:pt x="445440" y="295042"/>
                  </a:moveTo>
                  <a:cubicBezTo>
                    <a:pt x="429643" y="369747"/>
                    <a:pt x="369747" y="429643"/>
                    <a:pt x="295042" y="445440"/>
                  </a:cubicBezTo>
                  <a:cubicBezTo>
                    <a:pt x="287715" y="430635"/>
                    <a:pt x="272599" y="420340"/>
                    <a:pt x="254993" y="420340"/>
                  </a:cubicBezTo>
                  <a:cubicBezTo>
                    <a:pt x="237387" y="420340"/>
                    <a:pt x="222271" y="430635"/>
                    <a:pt x="214944" y="445440"/>
                  </a:cubicBezTo>
                  <a:cubicBezTo>
                    <a:pt x="140239" y="429643"/>
                    <a:pt x="80343" y="369747"/>
                    <a:pt x="64546" y="295042"/>
                  </a:cubicBezTo>
                  <a:cubicBezTo>
                    <a:pt x="79351" y="287715"/>
                    <a:pt x="89646" y="272599"/>
                    <a:pt x="89646" y="254993"/>
                  </a:cubicBezTo>
                  <a:cubicBezTo>
                    <a:pt x="89646" y="237387"/>
                    <a:pt x="79351" y="222271"/>
                    <a:pt x="64546" y="214944"/>
                  </a:cubicBezTo>
                  <a:cubicBezTo>
                    <a:pt x="80343" y="140239"/>
                    <a:pt x="140239" y="81339"/>
                    <a:pt x="214944" y="65542"/>
                  </a:cubicBezTo>
                  <a:cubicBezTo>
                    <a:pt x="222271" y="80347"/>
                    <a:pt x="237387" y="90642"/>
                    <a:pt x="254993" y="90642"/>
                  </a:cubicBezTo>
                  <a:cubicBezTo>
                    <a:pt x="272599" y="90642"/>
                    <a:pt x="287715" y="80347"/>
                    <a:pt x="295042" y="65542"/>
                  </a:cubicBezTo>
                  <a:cubicBezTo>
                    <a:pt x="369747" y="81339"/>
                    <a:pt x="429643" y="140239"/>
                    <a:pt x="445440" y="214944"/>
                  </a:cubicBezTo>
                  <a:cubicBezTo>
                    <a:pt x="430635" y="222271"/>
                    <a:pt x="420340" y="237387"/>
                    <a:pt x="420340" y="254993"/>
                  </a:cubicBezTo>
                  <a:cubicBezTo>
                    <a:pt x="420340" y="272599"/>
                    <a:pt x="430635" y="287715"/>
                    <a:pt x="445440" y="295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38"/>
            <p:cNvSpPr/>
            <p:nvPr/>
          </p:nvSpPr>
          <p:spPr>
            <a:xfrm>
              <a:off x="4180226" y="278854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38"/>
            <p:cNvSpPr/>
            <p:nvPr/>
          </p:nvSpPr>
          <p:spPr>
            <a:xfrm>
              <a:off x="4142410" y="2864173"/>
              <a:ext cx="56700" cy="75601"/>
            </a:xfrm>
            <a:custGeom>
              <a:rect b="b" l="l" r="r" t="t"/>
              <a:pathLst>
                <a:path extrusionOk="0" h="119527" w="89645">
                  <a:moveTo>
                    <a:pt x="0" y="74705"/>
                  </a:moveTo>
                  <a:lnTo>
                    <a:pt x="0" y="119528"/>
                  </a:ln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38"/>
            <p:cNvSpPr/>
            <p:nvPr/>
          </p:nvSpPr>
          <p:spPr>
            <a:xfrm>
              <a:off x="4218041" y="2864173"/>
              <a:ext cx="56700" cy="75601"/>
            </a:xfrm>
            <a:custGeom>
              <a:rect b="b" l="l" r="r" t="t"/>
              <a:pathLst>
                <a:path extrusionOk="0" h="119527" w="89645">
                  <a:moveTo>
                    <a:pt x="14941" y="0"/>
                  </a:moveTo>
                  <a:lnTo>
                    <a:pt x="0" y="0"/>
                  </a:lnTo>
                  <a:lnTo>
                    <a:pt x="0" y="119528"/>
                  </a:lnTo>
                  <a:lnTo>
                    <a:pt x="89646" y="119528"/>
                  </a:ln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1" name="Google Shape;1651;p38"/>
          <p:cNvGrpSpPr/>
          <p:nvPr/>
        </p:nvGrpSpPr>
        <p:grpSpPr>
          <a:xfrm>
            <a:off x="4081390" y="4144489"/>
            <a:ext cx="291182" cy="310623"/>
            <a:chOff x="4101244" y="4148891"/>
            <a:chExt cx="302464" cy="322658"/>
          </a:xfrm>
        </p:grpSpPr>
        <p:sp>
          <p:nvSpPr>
            <p:cNvPr id="1652" name="Google Shape;1652;p38"/>
            <p:cNvSpPr/>
            <p:nvPr/>
          </p:nvSpPr>
          <p:spPr>
            <a:xfrm>
              <a:off x="4252505" y="4310237"/>
              <a:ext cx="151202" cy="75601"/>
            </a:xfrm>
            <a:custGeom>
              <a:rect b="b" l="l" r="r" t="t"/>
              <a:pathLst>
                <a:path extrusionOk="0" h="119527" w="239055">
                  <a:moveTo>
                    <a:pt x="239056" y="59764"/>
                  </a:moveTo>
                  <a:lnTo>
                    <a:pt x="149410" y="0"/>
                  </a:lnTo>
                  <a:lnTo>
                    <a:pt x="149410" y="29882"/>
                  </a:lnTo>
                  <a:lnTo>
                    <a:pt x="0" y="29882"/>
                  </a:lnTo>
                  <a:lnTo>
                    <a:pt x="0" y="89646"/>
                  </a:lnTo>
                  <a:lnTo>
                    <a:pt x="149410" y="89646"/>
                  </a:lnTo>
                  <a:lnTo>
                    <a:pt x="14941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38"/>
            <p:cNvSpPr/>
            <p:nvPr/>
          </p:nvSpPr>
          <p:spPr>
            <a:xfrm>
              <a:off x="4101244" y="4244060"/>
              <a:ext cx="132302" cy="227434"/>
            </a:xfrm>
            <a:custGeom>
              <a:rect b="b" l="l" r="r" t="t"/>
              <a:pathLst>
                <a:path extrusionOk="0" h="359579" w="209173">
                  <a:moveTo>
                    <a:pt x="209174" y="337168"/>
                  </a:moveTo>
                  <a:lnTo>
                    <a:pt x="209174" y="104587"/>
                  </a:lnTo>
                  <a:cubicBezTo>
                    <a:pt x="209174" y="45702"/>
                    <a:pt x="160538" y="0"/>
                    <a:pt x="104587" y="0"/>
                  </a:cubicBezTo>
                  <a:cubicBezTo>
                    <a:pt x="46916" y="0"/>
                    <a:pt x="0" y="46916"/>
                    <a:pt x="0" y="104587"/>
                  </a:cubicBezTo>
                  <a:cubicBezTo>
                    <a:pt x="0" y="162258"/>
                    <a:pt x="46916" y="209174"/>
                    <a:pt x="104587" y="209174"/>
                  </a:cubicBezTo>
                  <a:cubicBezTo>
                    <a:pt x="109665" y="209174"/>
                    <a:pt x="114746" y="208275"/>
                    <a:pt x="119528" y="207680"/>
                  </a:cubicBezTo>
                  <a:lnTo>
                    <a:pt x="119528" y="149410"/>
                  </a:lnTo>
                  <a:lnTo>
                    <a:pt x="104587" y="149410"/>
                  </a:lnTo>
                  <a:cubicBezTo>
                    <a:pt x="79783" y="149410"/>
                    <a:pt x="59764" y="129387"/>
                    <a:pt x="59764" y="104587"/>
                  </a:cubicBezTo>
                  <a:cubicBezTo>
                    <a:pt x="59764" y="79783"/>
                    <a:pt x="79783" y="59764"/>
                    <a:pt x="104587" y="59764"/>
                  </a:cubicBezTo>
                  <a:cubicBezTo>
                    <a:pt x="129391" y="59764"/>
                    <a:pt x="149410" y="79783"/>
                    <a:pt x="149410" y="104587"/>
                  </a:cubicBezTo>
                  <a:lnTo>
                    <a:pt x="149410" y="3595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38"/>
            <p:cNvSpPr/>
            <p:nvPr/>
          </p:nvSpPr>
          <p:spPr>
            <a:xfrm>
              <a:off x="4252505" y="4385867"/>
              <a:ext cx="37800" cy="85682"/>
            </a:xfrm>
            <a:custGeom>
              <a:rect b="b" l="l" r="r" t="t"/>
              <a:pathLst>
                <a:path extrusionOk="0" h="135465" w="59763">
                  <a:moveTo>
                    <a:pt x="0" y="113054"/>
                  </a:moveTo>
                  <a:lnTo>
                    <a:pt x="59764" y="135465"/>
                  </a:lnTo>
                  <a:lnTo>
                    <a:pt x="5976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38"/>
            <p:cNvSpPr/>
            <p:nvPr/>
          </p:nvSpPr>
          <p:spPr>
            <a:xfrm>
              <a:off x="4233597" y="4148891"/>
              <a:ext cx="75601" cy="161283"/>
            </a:xfrm>
            <a:custGeom>
              <a:rect b="b" l="l" r="r" t="t"/>
              <a:pathLst>
                <a:path extrusionOk="0" h="254993" w="119527">
                  <a:moveTo>
                    <a:pt x="0" y="89646"/>
                  </a:moveTo>
                  <a:lnTo>
                    <a:pt x="29882" y="89646"/>
                  </a:lnTo>
                  <a:lnTo>
                    <a:pt x="29882" y="254993"/>
                  </a:lnTo>
                  <a:lnTo>
                    <a:pt x="89646" y="254993"/>
                  </a:lnTo>
                  <a:lnTo>
                    <a:pt x="89646" y="89646"/>
                  </a:lnTo>
                  <a:lnTo>
                    <a:pt x="119528"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6" name="Google Shape;1656;p38"/>
          <p:cNvGrpSpPr/>
          <p:nvPr/>
        </p:nvGrpSpPr>
        <p:grpSpPr>
          <a:xfrm>
            <a:off x="4071668" y="3425830"/>
            <a:ext cx="310627" cy="310620"/>
            <a:chOff x="4103345" y="3430585"/>
            <a:chExt cx="322662" cy="322655"/>
          </a:xfrm>
        </p:grpSpPr>
        <p:sp>
          <p:nvSpPr>
            <p:cNvPr id="1657" name="Google Shape;1657;p38"/>
            <p:cNvSpPr/>
            <p:nvPr/>
          </p:nvSpPr>
          <p:spPr>
            <a:xfrm>
              <a:off x="4349776" y="3506847"/>
              <a:ext cx="76231" cy="246334"/>
            </a:xfrm>
            <a:custGeom>
              <a:rect b="b" l="l" r="r" t="t"/>
              <a:pathLst>
                <a:path extrusionOk="0" h="389461" w="120524">
                  <a:moveTo>
                    <a:pt x="0" y="89646"/>
                  </a:moveTo>
                  <a:lnTo>
                    <a:pt x="29882" y="89646"/>
                  </a:lnTo>
                  <a:lnTo>
                    <a:pt x="29882" y="389462"/>
                  </a:lnTo>
                  <a:lnTo>
                    <a:pt x="89646" y="389462"/>
                  </a:lnTo>
                  <a:lnTo>
                    <a:pt x="89646" y="89646"/>
                  </a:lnTo>
                  <a:lnTo>
                    <a:pt x="120524"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38"/>
            <p:cNvSpPr/>
            <p:nvPr/>
          </p:nvSpPr>
          <p:spPr>
            <a:xfrm>
              <a:off x="4103345" y="3506847"/>
              <a:ext cx="189633" cy="246334"/>
            </a:xfrm>
            <a:custGeom>
              <a:rect b="b" l="l" r="r" t="t"/>
              <a:pathLst>
                <a:path extrusionOk="0" h="389461" w="299815">
                  <a:moveTo>
                    <a:pt x="30878" y="389462"/>
                  </a:moveTo>
                  <a:lnTo>
                    <a:pt x="75701" y="389462"/>
                  </a:lnTo>
                  <a:lnTo>
                    <a:pt x="75701" y="209174"/>
                  </a:lnTo>
                  <a:lnTo>
                    <a:pt x="105583" y="209174"/>
                  </a:lnTo>
                  <a:lnTo>
                    <a:pt x="105583" y="389462"/>
                  </a:lnTo>
                  <a:lnTo>
                    <a:pt x="150406" y="389462"/>
                  </a:lnTo>
                  <a:lnTo>
                    <a:pt x="150406" y="59764"/>
                  </a:lnTo>
                  <a:lnTo>
                    <a:pt x="299816" y="59764"/>
                  </a:lnTo>
                  <a:lnTo>
                    <a:pt x="299816" y="0"/>
                  </a:lnTo>
                  <a:lnTo>
                    <a:pt x="105583" y="0"/>
                  </a:lnTo>
                  <a:lnTo>
                    <a:pt x="105583" y="119528"/>
                  </a:lnTo>
                  <a:lnTo>
                    <a:pt x="75701" y="119528"/>
                  </a:lnTo>
                  <a:lnTo>
                    <a:pt x="75701" y="0"/>
                  </a:lnTo>
                  <a:lnTo>
                    <a:pt x="60760" y="0"/>
                  </a:lnTo>
                  <a:cubicBezTo>
                    <a:pt x="27800" y="0"/>
                    <a:pt x="0" y="26804"/>
                    <a:pt x="0" y="59764"/>
                  </a:cubicBezTo>
                  <a:lnTo>
                    <a:pt x="0" y="209174"/>
                  </a:lnTo>
                  <a:lnTo>
                    <a:pt x="30878"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38"/>
            <p:cNvSpPr/>
            <p:nvPr/>
          </p:nvSpPr>
          <p:spPr>
            <a:xfrm>
              <a:off x="4132337" y="3430585"/>
              <a:ext cx="56700" cy="57331"/>
            </a:xfrm>
            <a:custGeom>
              <a:rect b="b" l="l" r="r" t="t"/>
              <a:pathLst>
                <a:path extrusionOk="0" h="90642" w="89645">
                  <a:moveTo>
                    <a:pt x="0" y="44823"/>
                  </a:moveTo>
                  <a:cubicBezTo>
                    <a:pt x="0" y="69538"/>
                    <a:pt x="20108" y="90642"/>
                    <a:pt x="44823" y="90642"/>
                  </a:cubicBezTo>
                  <a:cubicBezTo>
                    <a:pt x="69538" y="90642"/>
                    <a:pt x="89646" y="69538"/>
                    <a:pt x="89646" y="44823"/>
                  </a:cubicBezTo>
                  <a:cubicBezTo>
                    <a:pt x="89646" y="20108"/>
                    <a:pt x="69538" y="0"/>
                    <a:pt x="44823" y="0"/>
                  </a:cubicBez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38"/>
            <p:cNvSpPr/>
            <p:nvPr/>
          </p:nvSpPr>
          <p:spPr>
            <a:xfrm>
              <a:off x="4226876" y="3658108"/>
              <a:ext cx="28350" cy="95132"/>
            </a:xfrm>
            <a:custGeom>
              <a:rect b="b" l="l" r="r" t="t"/>
              <a:pathLst>
                <a:path extrusionOk="0" h="150406" w="44822">
                  <a:moveTo>
                    <a:pt x="0" y="0"/>
                  </a:moveTo>
                  <a:lnTo>
                    <a:pt x="44823" y="0"/>
                  </a:lnTo>
                  <a:lnTo>
                    <a:pt x="44823"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38"/>
            <p:cNvSpPr/>
            <p:nvPr/>
          </p:nvSpPr>
          <p:spPr>
            <a:xfrm>
              <a:off x="4274145" y="3639200"/>
              <a:ext cx="28350" cy="114032"/>
            </a:xfrm>
            <a:custGeom>
              <a:rect b="b" l="l" r="r" t="t"/>
              <a:pathLst>
                <a:path extrusionOk="0" h="180288" w="44822">
                  <a:moveTo>
                    <a:pt x="0" y="0"/>
                  </a:moveTo>
                  <a:lnTo>
                    <a:pt x="44823" y="0"/>
                  </a:lnTo>
                  <a:lnTo>
                    <a:pt x="44823"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38"/>
            <p:cNvSpPr/>
            <p:nvPr/>
          </p:nvSpPr>
          <p:spPr>
            <a:xfrm>
              <a:off x="4321414" y="3582478"/>
              <a:ext cx="28350" cy="170733"/>
            </a:xfrm>
            <a:custGeom>
              <a:rect b="b" l="l" r="r" t="t"/>
              <a:pathLst>
                <a:path extrusionOk="0" h="269933" w="44822">
                  <a:moveTo>
                    <a:pt x="0" y="0"/>
                  </a:moveTo>
                  <a:lnTo>
                    <a:pt x="44823" y="0"/>
                  </a:lnTo>
                  <a:lnTo>
                    <a:pt x="44823" y="269934"/>
                  </a:lnTo>
                  <a:lnTo>
                    <a:pt x="0" y="2699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3" name="Google Shape;1663;p38"/>
          <p:cNvGrpSpPr/>
          <p:nvPr/>
        </p:nvGrpSpPr>
        <p:grpSpPr>
          <a:xfrm>
            <a:off x="4843290" y="1249509"/>
            <a:ext cx="310625" cy="310598"/>
            <a:chOff x="4839159" y="1214629"/>
            <a:chExt cx="322660" cy="322632"/>
          </a:xfrm>
        </p:grpSpPr>
        <p:sp>
          <p:nvSpPr>
            <p:cNvPr id="1664" name="Google Shape;1664;p38"/>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38"/>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38"/>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38"/>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38"/>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38"/>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0" name="Google Shape;1670;p38"/>
          <p:cNvGrpSpPr/>
          <p:nvPr/>
        </p:nvGrpSpPr>
        <p:grpSpPr>
          <a:xfrm>
            <a:off x="4880331" y="1990453"/>
            <a:ext cx="236539" cy="310548"/>
            <a:chOff x="4841780" y="1964351"/>
            <a:chExt cx="245704" cy="322581"/>
          </a:xfrm>
        </p:grpSpPr>
        <p:sp>
          <p:nvSpPr>
            <p:cNvPr id="1671" name="Google Shape;1671;p38"/>
            <p:cNvSpPr/>
            <p:nvPr/>
          </p:nvSpPr>
          <p:spPr>
            <a:xfrm>
              <a:off x="4907957" y="1964351"/>
              <a:ext cx="113402" cy="57331"/>
            </a:xfrm>
            <a:custGeom>
              <a:rect b="b" l="l" r="r" t="t"/>
              <a:pathLst>
                <a:path extrusionOk="0" h="90642" w="179291">
                  <a:moveTo>
                    <a:pt x="59764" y="0"/>
                  </a:moveTo>
                  <a:lnTo>
                    <a:pt x="59764" y="29882"/>
                  </a:lnTo>
                  <a:lnTo>
                    <a:pt x="0" y="29882"/>
                  </a:lnTo>
                  <a:lnTo>
                    <a:pt x="0" y="90642"/>
                  </a:lnTo>
                  <a:lnTo>
                    <a:pt x="179292" y="90642"/>
                  </a:lnTo>
                  <a:lnTo>
                    <a:pt x="179292" y="29882"/>
                  </a:lnTo>
                  <a:lnTo>
                    <a:pt x="119528" y="29882"/>
                  </a:lnTo>
                  <a:lnTo>
                    <a:pt x="11952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38"/>
            <p:cNvSpPr/>
            <p:nvPr/>
          </p:nvSpPr>
          <p:spPr>
            <a:xfrm>
              <a:off x="5011949" y="2220235"/>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38"/>
            <p:cNvSpPr/>
            <p:nvPr/>
          </p:nvSpPr>
          <p:spPr>
            <a:xfrm>
              <a:off x="4841780" y="2002797"/>
              <a:ext cx="245704" cy="284135"/>
            </a:xfrm>
            <a:custGeom>
              <a:rect b="b" l="l" r="r" t="t"/>
              <a:pathLst>
                <a:path extrusionOk="0" h="449225" w="388465">
                  <a:moveTo>
                    <a:pt x="0" y="0"/>
                  </a:moveTo>
                  <a:lnTo>
                    <a:pt x="0" y="449226"/>
                  </a:lnTo>
                  <a:lnTo>
                    <a:pt x="388466" y="449226"/>
                  </a:lnTo>
                  <a:lnTo>
                    <a:pt x="388466" y="0"/>
                  </a:lnTo>
                  <a:lnTo>
                    <a:pt x="313761" y="0"/>
                  </a:lnTo>
                  <a:lnTo>
                    <a:pt x="313761" y="59764"/>
                  </a:lnTo>
                  <a:lnTo>
                    <a:pt x="74705" y="59764"/>
                  </a:lnTo>
                  <a:lnTo>
                    <a:pt x="74705" y="0"/>
                  </a:lnTo>
                  <a:close/>
                  <a:moveTo>
                    <a:pt x="209174" y="313761"/>
                  </a:moveTo>
                  <a:lnTo>
                    <a:pt x="59764" y="313761"/>
                  </a:lnTo>
                  <a:lnTo>
                    <a:pt x="59764" y="283879"/>
                  </a:lnTo>
                  <a:lnTo>
                    <a:pt x="209174" y="283879"/>
                  </a:lnTo>
                  <a:close/>
                  <a:moveTo>
                    <a:pt x="283879" y="403407"/>
                  </a:moveTo>
                  <a:cubicBezTo>
                    <a:pt x="259164" y="403407"/>
                    <a:pt x="239056" y="383299"/>
                    <a:pt x="239056" y="358584"/>
                  </a:cubicBezTo>
                  <a:cubicBezTo>
                    <a:pt x="239056" y="333869"/>
                    <a:pt x="259164" y="313761"/>
                    <a:pt x="283879" y="313761"/>
                  </a:cubicBezTo>
                  <a:cubicBezTo>
                    <a:pt x="308594" y="313761"/>
                    <a:pt x="328702" y="333869"/>
                    <a:pt x="328702" y="358584"/>
                  </a:cubicBezTo>
                  <a:cubicBezTo>
                    <a:pt x="328702" y="383299"/>
                    <a:pt x="308594" y="403407"/>
                    <a:pt x="283879" y="403407"/>
                  </a:cubicBezTo>
                  <a:close/>
                  <a:moveTo>
                    <a:pt x="328702" y="253997"/>
                  </a:moveTo>
                  <a:lnTo>
                    <a:pt x="59764" y="253997"/>
                  </a:lnTo>
                  <a:lnTo>
                    <a:pt x="59764" y="224115"/>
                  </a:lnTo>
                  <a:lnTo>
                    <a:pt x="328702" y="224115"/>
                  </a:lnTo>
                  <a:close/>
                  <a:moveTo>
                    <a:pt x="328702" y="194233"/>
                  </a:moveTo>
                  <a:lnTo>
                    <a:pt x="59764" y="194233"/>
                  </a:lnTo>
                  <a:lnTo>
                    <a:pt x="59764" y="164351"/>
                  </a:lnTo>
                  <a:lnTo>
                    <a:pt x="328702" y="164351"/>
                  </a:lnTo>
                  <a:close/>
                  <a:moveTo>
                    <a:pt x="328702" y="104587"/>
                  </a:moveTo>
                  <a:lnTo>
                    <a:pt x="328702" y="134469"/>
                  </a:lnTo>
                  <a:lnTo>
                    <a:pt x="59764" y="134469"/>
                  </a:lnTo>
                  <a:lnTo>
                    <a:pt x="59764"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4" name="Google Shape;1674;p38"/>
          <p:cNvGrpSpPr/>
          <p:nvPr/>
        </p:nvGrpSpPr>
        <p:grpSpPr>
          <a:xfrm>
            <a:off x="4862101" y="2706142"/>
            <a:ext cx="273001" cy="310641"/>
            <a:chOff x="4839159" y="2688987"/>
            <a:chExt cx="283578" cy="322677"/>
          </a:xfrm>
        </p:grpSpPr>
        <p:sp>
          <p:nvSpPr>
            <p:cNvPr id="1675" name="Google Shape;1675;p38"/>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38"/>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38"/>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38"/>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9" name="Google Shape;1679;p38"/>
          <p:cNvGrpSpPr/>
          <p:nvPr/>
        </p:nvGrpSpPr>
        <p:grpSpPr>
          <a:xfrm>
            <a:off x="5617057" y="1249488"/>
            <a:ext cx="272930" cy="310641"/>
            <a:chOff x="5633335" y="1212860"/>
            <a:chExt cx="283505" cy="322677"/>
          </a:xfrm>
        </p:grpSpPr>
        <p:sp>
          <p:nvSpPr>
            <p:cNvPr id="1680" name="Google Shape;1680;p38"/>
            <p:cNvSpPr/>
            <p:nvPr/>
          </p:nvSpPr>
          <p:spPr>
            <a:xfrm>
              <a:off x="5671150" y="1212860"/>
              <a:ext cx="207903" cy="56700"/>
            </a:xfrm>
            <a:custGeom>
              <a:rect b="b" l="l" r="r" t="t"/>
              <a:pathLst>
                <a:path extrusionOk="0" h="89645" w="328701">
                  <a:moveTo>
                    <a:pt x="0" y="0"/>
                  </a:moveTo>
                  <a:lnTo>
                    <a:pt x="0" y="89646"/>
                  </a:lnTo>
                  <a:lnTo>
                    <a:pt x="328702" y="89646"/>
                  </a:lnTo>
                  <a:lnTo>
                    <a:pt x="328702" y="0"/>
                  </a:lnTo>
                  <a:lnTo>
                    <a:pt x="268938" y="0"/>
                  </a:lnTo>
                  <a:lnTo>
                    <a:pt x="268938" y="29882"/>
                  </a:lnTo>
                  <a:lnTo>
                    <a:pt x="209174" y="29882"/>
                  </a:lnTo>
                  <a:lnTo>
                    <a:pt x="209174" y="0"/>
                  </a:lnTo>
                  <a:lnTo>
                    <a:pt x="119528" y="0"/>
                  </a:lnTo>
                  <a:lnTo>
                    <a:pt x="119528" y="29882"/>
                  </a:lnTo>
                  <a:lnTo>
                    <a:pt x="59764" y="29882"/>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38"/>
            <p:cNvSpPr/>
            <p:nvPr/>
          </p:nvSpPr>
          <p:spPr>
            <a:xfrm>
              <a:off x="5676690" y="1288490"/>
              <a:ext cx="196829" cy="37800"/>
            </a:xfrm>
            <a:custGeom>
              <a:rect b="b" l="l" r="r" t="t"/>
              <a:pathLst>
                <a:path extrusionOk="0" h="59763" w="311192">
                  <a:moveTo>
                    <a:pt x="0" y="0"/>
                  </a:moveTo>
                  <a:lnTo>
                    <a:pt x="49251" y="59764"/>
                  </a:lnTo>
                  <a:lnTo>
                    <a:pt x="261942" y="59764"/>
                  </a:lnTo>
                  <a:lnTo>
                    <a:pt x="31119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38"/>
            <p:cNvSpPr/>
            <p:nvPr/>
          </p:nvSpPr>
          <p:spPr>
            <a:xfrm>
              <a:off x="5633335" y="1497737"/>
              <a:ext cx="283505" cy="37800"/>
            </a:xfrm>
            <a:custGeom>
              <a:rect b="b" l="l" r="r" t="t"/>
              <a:pathLst>
                <a:path extrusionOk="0" h="59763" w="448229">
                  <a:moveTo>
                    <a:pt x="382762" y="0"/>
                  </a:moveTo>
                  <a:lnTo>
                    <a:pt x="65468" y="0"/>
                  </a:lnTo>
                  <a:lnTo>
                    <a:pt x="50527" y="29882"/>
                  </a:lnTo>
                  <a:lnTo>
                    <a:pt x="0" y="29882"/>
                  </a:lnTo>
                  <a:lnTo>
                    <a:pt x="0" y="59764"/>
                  </a:lnTo>
                  <a:lnTo>
                    <a:pt x="448230" y="59764"/>
                  </a:lnTo>
                  <a:lnTo>
                    <a:pt x="448230" y="29882"/>
                  </a:lnTo>
                  <a:lnTo>
                    <a:pt x="397703"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38"/>
            <p:cNvSpPr/>
            <p:nvPr/>
          </p:nvSpPr>
          <p:spPr>
            <a:xfrm>
              <a:off x="5691048" y="1345214"/>
              <a:ext cx="168124" cy="133562"/>
            </a:xfrm>
            <a:custGeom>
              <a:rect b="b" l="l" r="r" t="t"/>
              <a:pathLst>
                <a:path extrusionOk="0" h="211166" w="265809">
                  <a:moveTo>
                    <a:pt x="0" y="211166"/>
                  </a:moveTo>
                  <a:lnTo>
                    <a:pt x="265810" y="211166"/>
                  </a:lnTo>
                  <a:lnTo>
                    <a:pt x="242569" y="0"/>
                  </a:lnTo>
                  <a:lnTo>
                    <a:pt x="232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4" name="Google Shape;1684;p38"/>
          <p:cNvGrpSpPr/>
          <p:nvPr/>
        </p:nvGrpSpPr>
        <p:grpSpPr>
          <a:xfrm>
            <a:off x="5635252" y="1990460"/>
            <a:ext cx="236539" cy="310534"/>
            <a:chOff x="5633335" y="1964351"/>
            <a:chExt cx="245704" cy="322566"/>
          </a:xfrm>
        </p:grpSpPr>
        <p:sp>
          <p:nvSpPr>
            <p:cNvPr id="1685" name="Google Shape;1685;p38"/>
            <p:cNvSpPr/>
            <p:nvPr/>
          </p:nvSpPr>
          <p:spPr>
            <a:xfrm>
              <a:off x="5765689"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38"/>
            <p:cNvSpPr/>
            <p:nvPr/>
          </p:nvSpPr>
          <p:spPr>
            <a:xfrm>
              <a:off x="5765689"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38"/>
            <p:cNvSpPr/>
            <p:nvPr/>
          </p:nvSpPr>
          <p:spPr>
            <a:xfrm>
              <a:off x="5727873"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38"/>
            <p:cNvSpPr/>
            <p:nvPr/>
          </p:nvSpPr>
          <p:spPr>
            <a:xfrm>
              <a:off x="5727873"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38"/>
            <p:cNvSpPr/>
            <p:nvPr/>
          </p:nvSpPr>
          <p:spPr>
            <a:xfrm>
              <a:off x="5765689"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38"/>
            <p:cNvSpPr/>
            <p:nvPr/>
          </p:nvSpPr>
          <p:spPr>
            <a:xfrm>
              <a:off x="5803505"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38"/>
            <p:cNvSpPr/>
            <p:nvPr/>
          </p:nvSpPr>
          <p:spPr>
            <a:xfrm>
              <a:off x="5765689"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38"/>
            <p:cNvSpPr/>
            <p:nvPr/>
          </p:nvSpPr>
          <p:spPr>
            <a:xfrm>
              <a:off x="5727873"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38"/>
            <p:cNvSpPr/>
            <p:nvPr/>
          </p:nvSpPr>
          <p:spPr>
            <a:xfrm>
              <a:off x="5727873"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38"/>
            <p:cNvSpPr/>
            <p:nvPr/>
          </p:nvSpPr>
          <p:spPr>
            <a:xfrm>
              <a:off x="5690058"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38"/>
            <p:cNvSpPr/>
            <p:nvPr/>
          </p:nvSpPr>
          <p:spPr>
            <a:xfrm>
              <a:off x="5690058"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38"/>
            <p:cNvSpPr/>
            <p:nvPr/>
          </p:nvSpPr>
          <p:spPr>
            <a:xfrm>
              <a:off x="5690058"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38"/>
            <p:cNvSpPr/>
            <p:nvPr/>
          </p:nvSpPr>
          <p:spPr>
            <a:xfrm>
              <a:off x="5633335" y="1964351"/>
              <a:ext cx="245704" cy="322566"/>
            </a:xfrm>
            <a:custGeom>
              <a:rect b="b" l="l" r="r" t="t"/>
              <a:pathLst>
                <a:path extrusionOk="0" h="509986" w="388465">
                  <a:moveTo>
                    <a:pt x="0" y="509986"/>
                  </a:moveTo>
                  <a:lnTo>
                    <a:pt x="388466" y="509986"/>
                  </a:lnTo>
                  <a:lnTo>
                    <a:pt x="388466" y="0"/>
                  </a:lnTo>
                  <a:lnTo>
                    <a:pt x="0" y="0"/>
                  </a:lnTo>
                  <a:close/>
                  <a:moveTo>
                    <a:pt x="59764" y="60760"/>
                  </a:moveTo>
                  <a:lnTo>
                    <a:pt x="328702" y="60760"/>
                  </a:lnTo>
                  <a:lnTo>
                    <a:pt x="328702" y="150406"/>
                  </a:lnTo>
                  <a:lnTo>
                    <a:pt x="59764" y="150406"/>
                  </a:lnTo>
                  <a:close/>
                  <a:moveTo>
                    <a:pt x="59764" y="180288"/>
                  </a:moveTo>
                  <a:lnTo>
                    <a:pt x="328702" y="180288"/>
                  </a:lnTo>
                  <a:lnTo>
                    <a:pt x="328702" y="449226"/>
                  </a:lnTo>
                  <a:lnTo>
                    <a:pt x="59764" y="449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38"/>
            <p:cNvSpPr/>
            <p:nvPr/>
          </p:nvSpPr>
          <p:spPr>
            <a:xfrm>
              <a:off x="5690058" y="2021704"/>
              <a:ext cx="132302" cy="18900"/>
            </a:xfrm>
            <a:custGeom>
              <a:rect b="b" l="l" r="r" t="t"/>
              <a:pathLst>
                <a:path extrusionOk="0" h="29881" w="209173">
                  <a:moveTo>
                    <a:pt x="0" y="0"/>
                  </a:moveTo>
                  <a:lnTo>
                    <a:pt x="209174" y="0"/>
                  </a:lnTo>
                  <a:lnTo>
                    <a:pt x="20917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38"/>
            <p:cNvSpPr/>
            <p:nvPr/>
          </p:nvSpPr>
          <p:spPr>
            <a:xfrm>
              <a:off x="5690058"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38"/>
            <p:cNvSpPr/>
            <p:nvPr/>
          </p:nvSpPr>
          <p:spPr>
            <a:xfrm>
              <a:off x="5803505" y="2172966"/>
              <a:ext cx="18900" cy="56700"/>
            </a:xfrm>
            <a:custGeom>
              <a:rect b="b" l="l" r="r" t="t"/>
              <a:pathLst>
                <a:path extrusionOk="0" h="89645" w="29881">
                  <a:moveTo>
                    <a:pt x="0" y="0"/>
                  </a:moveTo>
                  <a:lnTo>
                    <a:pt x="29882" y="0"/>
                  </a:lnTo>
                  <a:lnTo>
                    <a:pt x="29882" y="89646"/>
                  </a:lnTo>
                  <a:lnTo>
                    <a:pt x="0"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38"/>
            <p:cNvSpPr/>
            <p:nvPr/>
          </p:nvSpPr>
          <p:spPr>
            <a:xfrm>
              <a:off x="5803505"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2" name="Google Shape;1702;p38"/>
          <p:cNvGrpSpPr/>
          <p:nvPr/>
        </p:nvGrpSpPr>
        <p:grpSpPr>
          <a:xfrm>
            <a:off x="5598232" y="2706171"/>
            <a:ext cx="310584" cy="310584"/>
            <a:chOff x="5683641" y="2717401"/>
            <a:chExt cx="322618" cy="322618"/>
          </a:xfrm>
        </p:grpSpPr>
        <p:sp>
          <p:nvSpPr>
            <p:cNvPr id="1703" name="Google Shape;1703;p38"/>
            <p:cNvSpPr/>
            <p:nvPr/>
          </p:nvSpPr>
          <p:spPr>
            <a:xfrm>
              <a:off x="5816626" y="2850386"/>
              <a:ext cx="189633" cy="189633"/>
            </a:xfrm>
            <a:custGeom>
              <a:rect b="b" l="l" r="r" t="t"/>
              <a:pathLst>
                <a:path extrusionOk="0" h="299815" w="299815">
                  <a:moveTo>
                    <a:pt x="149410" y="0"/>
                  </a:moveTo>
                  <a:cubicBezTo>
                    <a:pt x="66892" y="0"/>
                    <a:pt x="0" y="66892"/>
                    <a:pt x="0" y="149410"/>
                  </a:cubicBezTo>
                  <a:cubicBezTo>
                    <a:pt x="0" y="231928"/>
                    <a:pt x="66892" y="299816"/>
                    <a:pt x="149410" y="299816"/>
                  </a:cubicBezTo>
                  <a:cubicBezTo>
                    <a:pt x="231928" y="299816"/>
                    <a:pt x="299816" y="231928"/>
                    <a:pt x="299816" y="149410"/>
                  </a:cubicBezTo>
                  <a:cubicBezTo>
                    <a:pt x="299816" y="66892"/>
                    <a:pt x="231928" y="0"/>
                    <a:pt x="149410" y="0"/>
                  </a:cubicBezTo>
                  <a:close/>
                  <a:moveTo>
                    <a:pt x="149250" y="138846"/>
                  </a:moveTo>
                  <a:cubicBezTo>
                    <a:pt x="173965" y="138846"/>
                    <a:pt x="194073" y="158954"/>
                    <a:pt x="194073" y="183669"/>
                  </a:cubicBezTo>
                  <a:cubicBezTo>
                    <a:pt x="194073" y="203061"/>
                    <a:pt x="181623" y="219458"/>
                    <a:pt x="164351" y="225691"/>
                  </a:cubicBezTo>
                  <a:lnTo>
                    <a:pt x="164351" y="253997"/>
                  </a:lnTo>
                  <a:lnTo>
                    <a:pt x="134469" y="253997"/>
                  </a:lnTo>
                  <a:lnTo>
                    <a:pt x="134469" y="225788"/>
                  </a:lnTo>
                  <a:cubicBezTo>
                    <a:pt x="117034" y="219648"/>
                    <a:pt x="104427" y="203785"/>
                    <a:pt x="104427" y="184272"/>
                  </a:cubicBezTo>
                  <a:lnTo>
                    <a:pt x="134309" y="184272"/>
                  </a:lnTo>
                  <a:cubicBezTo>
                    <a:pt x="134309" y="192517"/>
                    <a:pt x="141006" y="198610"/>
                    <a:pt x="149250" y="198610"/>
                  </a:cubicBezTo>
                  <a:cubicBezTo>
                    <a:pt x="157491" y="198610"/>
                    <a:pt x="164191" y="191914"/>
                    <a:pt x="164191" y="183669"/>
                  </a:cubicBezTo>
                  <a:cubicBezTo>
                    <a:pt x="164191" y="175424"/>
                    <a:pt x="157491" y="168728"/>
                    <a:pt x="149250" y="168728"/>
                  </a:cubicBezTo>
                  <a:cubicBezTo>
                    <a:pt x="124532" y="168728"/>
                    <a:pt x="104427" y="148624"/>
                    <a:pt x="104427" y="123905"/>
                  </a:cubicBezTo>
                  <a:cubicBezTo>
                    <a:pt x="104427" y="104392"/>
                    <a:pt x="117034" y="87930"/>
                    <a:pt x="134469" y="81786"/>
                  </a:cubicBezTo>
                  <a:lnTo>
                    <a:pt x="134469" y="44823"/>
                  </a:lnTo>
                  <a:lnTo>
                    <a:pt x="164351" y="44823"/>
                  </a:lnTo>
                  <a:lnTo>
                    <a:pt x="164351" y="81888"/>
                  </a:lnTo>
                  <a:cubicBezTo>
                    <a:pt x="181623" y="88117"/>
                    <a:pt x="194073" y="104120"/>
                    <a:pt x="194073" y="123512"/>
                  </a:cubicBezTo>
                  <a:lnTo>
                    <a:pt x="164191" y="123512"/>
                  </a:lnTo>
                  <a:cubicBezTo>
                    <a:pt x="164191" y="115267"/>
                    <a:pt x="157491" y="108964"/>
                    <a:pt x="149250" y="108964"/>
                  </a:cubicBezTo>
                  <a:cubicBezTo>
                    <a:pt x="141006" y="108964"/>
                    <a:pt x="134309" y="115660"/>
                    <a:pt x="134309" y="123905"/>
                  </a:cubicBezTo>
                  <a:cubicBezTo>
                    <a:pt x="134309" y="132150"/>
                    <a:pt x="141006" y="138846"/>
                    <a:pt x="149250" y="1388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38"/>
            <p:cNvSpPr/>
            <p:nvPr/>
          </p:nvSpPr>
          <p:spPr>
            <a:xfrm>
              <a:off x="5683641" y="2717401"/>
              <a:ext cx="189633" cy="189633"/>
            </a:xfrm>
            <a:custGeom>
              <a:rect b="b" l="l" r="r" t="t"/>
              <a:pathLst>
                <a:path extrusionOk="0" h="299815" w="299815">
                  <a:moveTo>
                    <a:pt x="150406" y="299816"/>
                  </a:moveTo>
                  <a:cubicBezTo>
                    <a:pt x="165429" y="299816"/>
                    <a:pt x="179642" y="296929"/>
                    <a:pt x="193319" y="292809"/>
                  </a:cubicBezTo>
                  <a:cubicBezTo>
                    <a:pt x="211536" y="247608"/>
                    <a:pt x="247608" y="211536"/>
                    <a:pt x="292809" y="193319"/>
                  </a:cubicBezTo>
                  <a:cubicBezTo>
                    <a:pt x="296929" y="179642"/>
                    <a:pt x="299816" y="165429"/>
                    <a:pt x="299816" y="150406"/>
                  </a:cubicBezTo>
                  <a:cubicBezTo>
                    <a:pt x="299816" y="67888"/>
                    <a:pt x="232924" y="0"/>
                    <a:pt x="150406" y="0"/>
                  </a:cubicBezTo>
                  <a:cubicBezTo>
                    <a:pt x="67888" y="0"/>
                    <a:pt x="0" y="67888"/>
                    <a:pt x="0" y="150406"/>
                  </a:cubicBezTo>
                  <a:cubicBezTo>
                    <a:pt x="0" y="232924"/>
                    <a:pt x="67888" y="299816"/>
                    <a:pt x="150406" y="299816"/>
                  </a:cubicBezTo>
                  <a:close/>
                  <a:moveTo>
                    <a:pt x="135465" y="45819"/>
                  </a:moveTo>
                  <a:lnTo>
                    <a:pt x="165347" y="45819"/>
                  </a:lnTo>
                  <a:lnTo>
                    <a:pt x="165347" y="135465"/>
                  </a:lnTo>
                  <a:lnTo>
                    <a:pt x="225111" y="135465"/>
                  </a:lnTo>
                  <a:lnTo>
                    <a:pt x="225111" y="165347"/>
                  </a:lnTo>
                  <a:lnTo>
                    <a:pt x="135465" y="1653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38"/>
            <p:cNvSpPr/>
            <p:nvPr/>
          </p:nvSpPr>
          <p:spPr>
            <a:xfrm>
              <a:off x="5687041" y="2922102"/>
              <a:ext cx="110633" cy="98414"/>
            </a:xfrm>
            <a:custGeom>
              <a:rect b="b" l="l" r="r" t="t"/>
              <a:pathLst>
                <a:path extrusionOk="0" h="155596" w="174914">
                  <a:moveTo>
                    <a:pt x="115151" y="155596"/>
                  </a:moveTo>
                  <a:lnTo>
                    <a:pt x="174915" y="155596"/>
                  </a:lnTo>
                  <a:lnTo>
                    <a:pt x="174915" y="125714"/>
                  </a:lnTo>
                  <a:lnTo>
                    <a:pt x="115151" y="125714"/>
                  </a:lnTo>
                  <a:cubicBezTo>
                    <a:pt x="90436" y="125714"/>
                    <a:pt x="70328" y="105606"/>
                    <a:pt x="70328" y="80891"/>
                  </a:cubicBezTo>
                  <a:lnTo>
                    <a:pt x="70328" y="57196"/>
                  </a:lnTo>
                  <a:lnTo>
                    <a:pt x="89646" y="76514"/>
                  </a:lnTo>
                  <a:lnTo>
                    <a:pt x="110773" y="55387"/>
                  </a:lnTo>
                  <a:lnTo>
                    <a:pt x="55387" y="0"/>
                  </a:lnTo>
                  <a:lnTo>
                    <a:pt x="0" y="55387"/>
                  </a:lnTo>
                  <a:lnTo>
                    <a:pt x="21128" y="76514"/>
                  </a:lnTo>
                  <a:lnTo>
                    <a:pt x="40446" y="57196"/>
                  </a:lnTo>
                  <a:lnTo>
                    <a:pt x="40446" y="80891"/>
                  </a:lnTo>
                  <a:cubicBezTo>
                    <a:pt x="40446" y="122080"/>
                    <a:pt x="73962" y="155596"/>
                    <a:pt x="115151" y="1555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38"/>
            <p:cNvSpPr/>
            <p:nvPr/>
          </p:nvSpPr>
          <p:spPr>
            <a:xfrm>
              <a:off x="5892256" y="2736939"/>
              <a:ext cx="110633" cy="98414"/>
            </a:xfrm>
            <a:custGeom>
              <a:rect b="b" l="l" r="r" t="t"/>
              <a:pathLst>
                <a:path extrusionOk="0" h="155596" w="174914">
                  <a:moveTo>
                    <a:pt x="104587" y="74705"/>
                  </a:moveTo>
                  <a:lnTo>
                    <a:pt x="104587" y="98400"/>
                  </a:lnTo>
                  <a:lnTo>
                    <a:pt x="85269" y="79082"/>
                  </a:lnTo>
                  <a:lnTo>
                    <a:pt x="64141" y="100210"/>
                  </a:lnTo>
                  <a:lnTo>
                    <a:pt x="119528" y="155596"/>
                  </a:lnTo>
                  <a:lnTo>
                    <a:pt x="174915" y="100210"/>
                  </a:lnTo>
                  <a:lnTo>
                    <a:pt x="153787" y="79082"/>
                  </a:lnTo>
                  <a:lnTo>
                    <a:pt x="134469" y="98400"/>
                  </a:lnTo>
                  <a:lnTo>
                    <a:pt x="134469" y="74705"/>
                  </a:lnTo>
                  <a:cubicBezTo>
                    <a:pt x="134469" y="33516"/>
                    <a:pt x="100953" y="0"/>
                    <a:pt x="59764" y="0"/>
                  </a:cubicBezTo>
                  <a:lnTo>
                    <a:pt x="0" y="0"/>
                  </a:lnTo>
                  <a:lnTo>
                    <a:pt x="0" y="29882"/>
                  </a:lnTo>
                  <a:lnTo>
                    <a:pt x="59764" y="29882"/>
                  </a:lnTo>
                  <a:cubicBezTo>
                    <a:pt x="84479" y="29882"/>
                    <a:pt x="104587" y="49990"/>
                    <a:pt x="104587"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07" name="Google Shape;1707;p38"/>
          <p:cNvSpPr/>
          <p:nvPr/>
        </p:nvSpPr>
        <p:spPr>
          <a:xfrm>
            <a:off x="4843187" y="3425765"/>
            <a:ext cx="311091" cy="311091"/>
          </a:xfrm>
          <a:custGeom>
            <a:rect b="b" l="l" r="r" t="t"/>
            <a:pathLst>
              <a:path extrusionOk="0" h="509986" w="509986">
                <a:moveTo>
                  <a:pt x="465163" y="210170"/>
                </a:moveTo>
                <a:cubicBezTo>
                  <a:pt x="445709" y="210170"/>
                  <a:pt x="429281" y="222699"/>
                  <a:pt x="423091" y="240052"/>
                </a:cubicBezTo>
                <a:lnTo>
                  <a:pt x="328184" y="240052"/>
                </a:lnTo>
                <a:cubicBezTo>
                  <a:pt x="324877" y="223819"/>
                  <a:pt x="316099" y="209715"/>
                  <a:pt x="304112" y="199155"/>
                </a:cubicBezTo>
                <a:lnTo>
                  <a:pt x="366576" y="88844"/>
                </a:lnTo>
                <a:cubicBezTo>
                  <a:pt x="369163" y="89311"/>
                  <a:pt x="371801" y="89646"/>
                  <a:pt x="374521" y="89646"/>
                </a:cubicBezTo>
                <a:cubicBezTo>
                  <a:pt x="399236" y="89646"/>
                  <a:pt x="419344" y="69538"/>
                  <a:pt x="419344" y="44823"/>
                </a:cubicBezTo>
                <a:cubicBezTo>
                  <a:pt x="419344" y="20108"/>
                  <a:pt x="399236" y="0"/>
                  <a:pt x="374521" y="0"/>
                </a:cubicBezTo>
                <a:cubicBezTo>
                  <a:pt x="349806" y="0"/>
                  <a:pt x="329698" y="20108"/>
                  <a:pt x="329698" y="44823"/>
                </a:cubicBezTo>
                <a:cubicBezTo>
                  <a:pt x="329698" y="55970"/>
                  <a:pt x="333935" y="66056"/>
                  <a:pt x="340694" y="73903"/>
                </a:cubicBezTo>
                <a:lnTo>
                  <a:pt x="278163" y="184338"/>
                </a:lnTo>
                <a:cubicBezTo>
                  <a:pt x="270825" y="181922"/>
                  <a:pt x="263133" y="180288"/>
                  <a:pt x="254993" y="180288"/>
                </a:cubicBezTo>
                <a:cubicBezTo>
                  <a:pt x="239791" y="180288"/>
                  <a:pt x="225671" y="184903"/>
                  <a:pt x="213862" y="192735"/>
                </a:cubicBezTo>
                <a:lnTo>
                  <a:pt x="85152" y="64025"/>
                </a:lnTo>
                <a:cubicBezTo>
                  <a:pt x="87950" y="58180"/>
                  <a:pt x="89646" y="51722"/>
                  <a:pt x="89646" y="44823"/>
                </a:cubicBezTo>
                <a:cubicBezTo>
                  <a:pt x="89646" y="20108"/>
                  <a:pt x="69538" y="0"/>
                  <a:pt x="44823" y="0"/>
                </a:cubicBezTo>
                <a:cubicBezTo>
                  <a:pt x="20108" y="0"/>
                  <a:pt x="0" y="20108"/>
                  <a:pt x="0" y="44823"/>
                </a:cubicBezTo>
                <a:cubicBezTo>
                  <a:pt x="0" y="69538"/>
                  <a:pt x="20108" y="89646"/>
                  <a:pt x="44823" y="89646"/>
                </a:cubicBezTo>
                <a:cubicBezTo>
                  <a:pt x="51722" y="89646"/>
                  <a:pt x="58180" y="87950"/>
                  <a:pt x="64025" y="85152"/>
                </a:cubicBezTo>
                <a:lnTo>
                  <a:pt x="192735" y="213862"/>
                </a:lnTo>
                <a:cubicBezTo>
                  <a:pt x="184903" y="225671"/>
                  <a:pt x="180288" y="239791"/>
                  <a:pt x="180288" y="254993"/>
                </a:cubicBezTo>
                <a:cubicBezTo>
                  <a:pt x="180288" y="270195"/>
                  <a:pt x="184903" y="284315"/>
                  <a:pt x="192735" y="296124"/>
                </a:cubicBezTo>
                <a:lnTo>
                  <a:pt x="94903" y="393956"/>
                </a:lnTo>
                <a:cubicBezTo>
                  <a:pt x="89058" y="391158"/>
                  <a:pt x="82600" y="389462"/>
                  <a:pt x="75701" y="389462"/>
                </a:cubicBezTo>
                <a:cubicBezTo>
                  <a:pt x="50986" y="389462"/>
                  <a:pt x="30878" y="409570"/>
                  <a:pt x="30878" y="434285"/>
                </a:cubicBezTo>
                <a:cubicBezTo>
                  <a:pt x="30878" y="459000"/>
                  <a:pt x="50986" y="479108"/>
                  <a:pt x="75701" y="479108"/>
                </a:cubicBezTo>
                <a:cubicBezTo>
                  <a:pt x="100416" y="479108"/>
                  <a:pt x="120524" y="459000"/>
                  <a:pt x="120524" y="434285"/>
                </a:cubicBezTo>
                <a:cubicBezTo>
                  <a:pt x="120524" y="427386"/>
                  <a:pt x="118828" y="420928"/>
                  <a:pt x="116030" y="415083"/>
                </a:cubicBezTo>
                <a:lnTo>
                  <a:pt x="213862" y="317251"/>
                </a:lnTo>
                <a:cubicBezTo>
                  <a:pt x="221695" y="322445"/>
                  <a:pt x="230531" y="326247"/>
                  <a:pt x="240052" y="328184"/>
                </a:cubicBezTo>
                <a:lnTo>
                  <a:pt x="240052" y="423091"/>
                </a:lnTo>
                <a:cubicBezTo>
                  <a:pt x="222699" y="429281"/>
                  <a:pt x="210170" y="445709"/>
                  <a:pt x="210170" y="465163"/>
                </a:cubicBezTo>
                <a:cubicBezTo>
                  <a:pt x="210170" y="489878"/>
                  <a:pt x="230278" y="509986"/>
                  <a:pt x="254993" y="509986"/>
                </a:cubicBezTo>
                <a:cubicBezTo>
                  <a:pt x="279708" y="509986"/>
                  <a:pt x="299816" y="489878"/>
                  <a:pt x="299816" y="465163"/>
                </a:cubicBezTo>
                <a:cubicBezTo>
                  <a:pt x="299816" y="445709"/>
                  <a:pt x="287287" y="429281"/>
                  <a:pt x="269934" y="423091"/>
                </a:cubicBezTo>
                <a:lnTo>
                  <a:pt x="269934" y="328184"/>
                </a:lnTo>
                <a:cubicBezTo>
                  <a:pt x="299162" y="322231"/>
                  <a:pt x="322231" y="299162"/>
                  <a:pt x="328184" y="269934"/>
                </a:cubicBezTo>
                <a:lnTo>
                  <a:pt x="423091" y="269934"/>
                </a:lnTo>
                <a:cubicBezTo>
                  <a:pt x="429281" y="287287"/>
                  <a:pt x="445709" y="299816"/>
                  <a:pt x="465163" y="299816"/>
                </a:cubicBezTo>
                <a:cubicBezTo>
                  <a:pt x="489878" y="299816"/>
                  <a:pt x="509986" y="279708"/>
                  <a:pt x="509986" y="254993"/>
                </a:cubicBezTo>
                <a:cubicBezTo>
                  <a:pt x="509986" y="230278"/>
                  <a:pt x="489878" y="210170"/>
                  <a:pt x="465163" y="2101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8" name="Google Shape;1708;p38"/>
          <p:cNvGrpSpPr/>
          <p:nvPr/>
        </p:nvGrpSpPr>
        <p:grpSpPr>
          <a:xfrm>
            <a:off x="5598827" y="3426240"/>
            <a:ext cx="309395" cy="309801"/>
            <a:chOff x="5683642" y="3487804"/>
            <a:chExt cx="321383" cy="321805"/>
          </a:xfrm>
        </p:grpSpPr>
        <p:sp>
          <p:nvSpPr>
            <p:cNvPr id="1709" name="Google Shape;1709;p38"/>
            <p:cNvSpPr/>
            <p:nvPr/>
          </p:nvSpPr>
          <p:spPr>
            <a:xfrm>
              <a:off x="5722050" y="3487804"/>
              <a:ext cx="245274" cy="321805"/>
            </a:xfrm>
            <a:custGeom>
              <a:rect b="b" l="l" r="r" t="t"/>
              <a:pathLst>
                <a:path extrusionOk="0" h="508782" w="387785">
                  <a:moveTo>
                    <a:pt x="268771" y="29812"/>
                  </a:moveTo>
                  <a:lnTo>
                    <a:pt x="268771" y="0"/>
                  </a:lnTo>
                  <a:lnTo>
                    <a:pt x="119015" y="0"/>
                  </a:lnTo>
                  <a:lnTo>
                    <a:pt x="119015" y="29812"/>
                  </a:lnTo>
                  <a:lnTo>
                    <a:pt x="163643" y="29812"/>
                  </a:lnTo>
                  <a:lnTo>
                    <a:pt x="163643" y="418356"/>
                  </a:lnTo>
                  <a:lnTo>
                    <a:pt x="59507" y="418356"/>
                  </a:lnTo>
                  <a:lnTo>
                    <a:pt x="59507" y="478970"/>
                  </a:lnTo>
                  <a:lnTo>
                    <a:pt x="0" y="478970"/>
                  </a:lnTo>
                  <a:lnTo>
                    <a:pt x="0" y="508782"/>
                  </a:lnTo>
                  <a:lnTo>
                    <a:pt x="387786" y="508782"/>
                  </a:lnTo>
                  <a:lnTo>
                    <a:pt x="387786" y="478970"/>
                  </a:lnTo>
                  <a:lnTo>
                    <a:pt x="328278" y="478970"/>
                  </a:lnTo>
                  <a:lnTo>
                    <a:pt x="328278" y="418356"/>
                  </a:lnTo>
                  <a:lnTo>
                    <a:pt x="224143" y="418356"/>
                  </a:lnTo>
                  <a:lnTo>
                    <a:pt x="224143" y="298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38"/>
            <p:cNvSpPr/>
            <p:nvPr/>
          </p:nvSpPr>
          <p:spPr>
            <a:xfrm>
              <a:off x="5683642" y="3545022"/>
              <a:ext cx="123080" cy="188557"/>
            </a:xfrm>
            <a:custGeom>
              <a:rect b="b" l="l" r="r" t="t"/>
              <a:pathLst>
                <a:path extrusionOk="0" h="298114" w="194593">
                  <a:moveTo>
                    <a:pt x="204" y="223583"/>
                  </a:moveTo>
                  <a:cubicBezTo>
                    <a:pt x="204" y="264680"/>
                    <a:pt x="34566" y="298115"/>
                    <a:pt x="75579" y="298115"/>
                  </a:cubicBezTo>
                  <a:lnTo>
                    <a:pt x="105332" y="298115"/>
                  </a:lnTo>
                  <a:cubicBezTo>
                    <a:pt x="146345" y="298115"/>
                    <a:pt x="179714" y="264680"/>
                    <a:pt x="179714" y="223583"/>
                  </a:cubicBezTo>
                  <a:lnTo>
                    <a:pt x="112464" y="59620"/>
                  </a:lnTo>
                  <a:lnTo>
                    <a:pt x="146360" y="59620"/>
                  </a:lnTo>
                  <a:cubicBezTo>
                    <a:pt x="174661" y="59620"/>
                    <a:pt x="191047" y="44157"/>
                    <a:pt x="194593" y="42304"/>
                  </a:cubicBezTo>
                  <a:lnTo>
                    <a:pt x="194593" y="6132"/>
                  </a:lnTo>
                  <a:cubicBezTo>
                    <a:pt x="176343" y="17168"/>
                    <a:pt x="167045" y="29812"/>
                    <a:pt x="146360" y="29812"/>
                  </a:cubicBezTo>
                  <a:lnTo>
                    <a:pt x="60700" y="29812"/>
                  </a:lnTo>
                  <a:cubicBezTo>
                    <a:pt x="44298" y="29812"/>
                    <a:pt x="29958" y="16434"/>
                    <a:pt x="29958" y="0"/>
                  </a:cubicBezTo>
                  <a:lnTo>
                    <a:pt x="204" y="0"/>
                  </a:lnTo>
                  <a:cubicBezTo>
                    <a:pt x="204" y="32880"/>
                    <a:pt x="27881" y="59620"/>
                    <a:pt x="60700" y="59620"/>
                  </a:cubicBezTo>
                  <a:lnTo>
                    <a:pt x="68145" y="59620"/>
                  </a:lnTo>
                  <a:cubicBezTo>
                    <a:pt x="66913" y="62641"/>
                    <a:pt x="-4292" y="234588"/>
                    <a:pt x="204" y="223583"/>
                  </a:cubicBezTo>
                  <a:close/>
                  <a:moveTo>
                    <a:pt x="90453" y="83463"/>
                  </a:moveTo>
                  <a:lnTo>
                    <a:pt x="142519" y="208679"/>
                  </a:lnTo>
                  <a:lnTo>
                    <a:pt x="37399" y="2086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38"/>
            <p:cNvSpPr/>
            <p:nvPr/>
          </p:nvSpPr>
          <p:spPr>
            <a:xfrm>
              <a:off x="5882702" y="3545022"/>
              <a:ext cx="122323" cy="188557"/>
            </a:xfrm>
            <a:custGeom>
              <a:rect b="b" l="l" r="r" t="t"/>
              <a:pathLst>
                <a:path extrusionOk="0" h="298114" w="193396">
                  <a:moveTo>
                    <a:pt x="193397" y="0"/>
                  </a:moveTo>
                  <a:lnTo>
                    <a:pt x="163643" y="0"/>
                  </a:lnTo>
                  <a:cubicBezTo>
                    <a:pt x="163643" y="16434"/>
                    <a:pt x="150291" y="29812"/>
                    <a:pt x="133889" y="29812"/>
                  </a:cubicBezTo>
                  <a:lnTo>
                    <a:pt x="48233" y="29812"/>
                  </a:lnTo>
                  <a:cubicBezTo>
                    <a:pt x="27564" y="29812"/>
                    <a:pt x="18247" y="17164"/>
                    <a:pt x="0" y="6128"/>
                  </a:cubicBezTo>
                  <a:lnTo>
                    <a:pt x="0" y="42300"/>
                  </a:lnTo>
                  <a:cubicBezTo>
                    <a:pt x="3449" y="44102"/>
                    <a:pt x="19836" y="59612"/>
                    <a:pt x="48233" y="59612"/>
                  </a:cubicBezTo>
                  <a:lnTo>
                    <a:pt x="81827" y="59612"/>
                  </a:lnTo>
                  <a:cubicBezTo>
                    <a:pt x="80591" y="62629"/>
                    <a:pt x="10383" y="234588"/>
                    <a:pt x="14875" y="223583"/>
                  </a:cubicBezTo>
                  <a:cubicBezTo>
                    <a:pt x="14875" y="264680"/>
                    <a:pt x="48248" y="298115"/>
                    <a:pt x="89261" y="298115"/>
                  </a:cubicBezTo>
                  <a:lnTo>
                    <a:pt x="119015" y="298115"/>
                  </a:lnTo>
                  <a:cubicBezTo>
                    <a:pt x="160027" y="298115"/>
                    <a:pt x="193397" y="264680"/>
                    <a:pt x="193397" y="223583"/>
                  </a:cubicBezTo>
                  <a:lnTo>
                    <a:pt x="126146" y="59620"/>
                  </a:lnTo>
                  <a:lnTo>
                    <a:pt x="133889" y="59620"/>
                  </a:lnTo>
                  <a:cubicBezTo>
                    <a:pt x="166709" y="59620"/>
                    <a:pt x="193397" y="32880"/>
                    <a:pt x="193397" y="0"/>
                  </a:cubicBezTo>
                  <a:close/>
                  <a:moveTo>
                    <a:pt x="156202" y="208679"/>
                  </a:moveTo>
                  <a:lnTo>
                    <a:pt x="52070" y="208679"/>
                  </a:lnTo>
                  <a:lnTo>
                    <a:pt x="104136" y="8346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2" name="Google Shape;1712;p38"/>
          <p:cNvGrpSpPr/>
          <p:nvPr/>
        </p:nvGrpSpPr>
        <p:grpSpPr>
          <a:xfrm>
            <a:off x="4859023" y="4144533"/>
            <a:ext cx="279160" cy="310535"/>
            <a:chOff x="4909530" y="4154656"/>
            <a:chExt cx="289977" cy="322567"/>
          </a:xfrm>
        </p:grpSpPr>
        <p:sp>
          <p:nvSpPr>
            <p:cNvPr id="1713" name="Google Shape;1713;p38"/>
            <p:cNvSpPr/>
            <p:nvPr/>
          </p:nvSpPr>
          <p:spPr>
            <a:xfrm>
              <a:off x="5004063" y="4287004"/>
              <a:ext cx="56703" cy="18902"/>
            </a:xfrm>
            <a:custGeom>
              <a:rect b="b" l="l" r="r" t="t"/>
              <a:pathLst>
                <a:path extrusionOk="0" h="29885" w="89649">
                  <a:moveTo>
                    <a:pt x="0" y="0"/>
                  </a:moveTo>
                  <a:lnTo>
                    <a:pt x="89650" y="0"/>
                  </a:lnTo>
                  <a:lnTo>
                    <a:pt x="89650"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38"/>
            <p:cNvSpPr/>
            <p:nvPr/>
          </p:nvSpPr>
          <p:spPr>
            <a:xfrm>
              <a:off x="5004063" y="4324822"/>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38"/>
            <p:cNvSpPr/>
            <p:nvPr/>
          </p:nvSpPr>
          <p:spPr>
            <a:xfrm>
              <a:off x="5022970" y="4211371"/>
              <a:ext cx="18902" cy="18902"/>
            </a:xfrm>
            <a:custGeom>
              <a:rect b="b" l="l" r="r" t="t"/>
              <a:pathLst>
                <a:path extrusionOk="0" h="29885" w="29885">
                  <a:moveTo>
                    <a:pt x="0" y="0"/>
                  </a:moveTo>
                  <a:lnTo>
                    <a:pt x="29886" y="0"/>
                  </a:lnTo>
                  <a:lnTo>
                    <a:pt x="29886"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38"/>
            <p:cNvSpPr/>
            <p:nvPr/>
          </p:nvSpPr>
          <p:spPr>
            <a:xfrm>
              <a:off x="4909530" y="4154656"/>
              <a:ext cx="289977" cy="322567"/>
            </a:xfrm>
            <a:custGeom>
              <a:rect b="b" l="l" r="r" t="t"/>
              <a:pathLst>
                <a:path extrusionOk="0" h="509987" w="458461">
                  <a:moveTo>
                    <a:pt x="373523" y="358581"/>
                  </a:moveTo>
                  <a:lnTo>
                    <a:pt x="388464" y="358581"/>
                  </a:lnTo>
                  <a:lnTo>
                    <a:pt x="388464" y="328695"/>
                  </a:lnTo>
                  <a:lnTo>
                    <a:pt x="458461" y="328695"/>
                  </a:lnTo>
                  <a:lnTo>
                    <a:pt x="388437" y="190635"/>
                  </a:lnTo>
                  <a:cubicBezTo>
                    <a:pt x="386231" y="70072"/>
                    <a:pt x="275329" y="-21290"/>
                    <a:pt x="152599" y="4332"/>
                  </a:cubicBezTo>
                  <a:cubicBezTo>
                    <a:pt x="78851" y="19712"/>
                    <a:pt x="19204" y="79651"/>
                    <a:pt x="4146" y="153500"/>
                  </a:cubicBezTo>
                  <a:cubicBezTo>
                    <a:pt x="-9569" y="220766"/>
                    <a:pt x="11193" y="287872"/>
                    <a:pt x="59751" y="334388"/>
                  </a:cubicBezTo>
                  <a:lnTo>
                    <a:pt x="59751" y="509987"/>
                  </a:lnTo>
                  <a:lnTo>
                    <a:pt x="268933" y="509987"/>
                  </a:lnTo>
                  <a:lnTo>
                    <a:pt x="268933" y="449227"/>
                  </a:lnTo>
                  <a:lnTo>
                    <a:pt x="388464" y="449227"/>
                  </a:lnTo>
                  <a:lnTo>
                    <a:pt x="388464" y="388463"/>
                  </a:lnTo>
                  <a:lnTo>
                    <a:pt x="373523" y="388463"/>
                  </a:lnTo>
                  <a:cubicBezTo>
                    <a:pt x="332331" y="388463"/>
                    <a:pt x="298818" y="354947"/>
                    <a:pt x="298818" y="313758"/>
                  </a:cubicBezTo>
                  <a:lnTo>
                    <a:pt x="328700" y="313758"/>
                  </a:lnTo>
                  <a:cubicBezTo>
                    <a:pt x="328700" y="338473"/>
                    <a:pt x="348809" y="358581"/>
                    <a:pt x="373523" y="358581"/>
                  </a:cubicBezTo>
                  <a:close/>
                  <a:moveTo>
                    <a:pt x="268933" y="328695"/>
                  </a:moveTo>
                  <a:lnTo>
                    <a:pt x="119519" y="328695"/>
                  </a:lnTo>
                  <a:lnTo>
                    <a:pt x="119519" y="119517"/>
                  </a:lnTo>
                  <a:lnTo>
                    <a:pt x="149401" y="119517"/>
                  </a:lnTo>
                  <a:lnTo>
                    <a:pt x="149401" y="59750"/>
                  </a:lnTo>
                  <a:lnTo>
                    <a:pt x="239051" y="59750"/>
                  </a:lnTo>
                  <a:lnTo>
                    <a:pt x="239051" y="119517"/>
                  </a:lnTo>
                  <a:lnTo>
                    <a:pt x="268933" y="119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38"/>
            <p:cNvSpPr/>
            <p:nvPr/>
          </p:nvSpPr>
          <p:spPr>
            <a:xfrm>
              <a:off x="5004063" y="4249189"/>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8" name="Google Shape;1718;p38"/>
          <p:cNvGrpSpPr/>
          <p:nvPr/>
        </p:nvGrpSpPr>
        <p:grpSpPr>
          <a:xfrm>
            <a:off x="6373924" y="1249488"/>
            <a:ext cx="310534" cy="310641"/>
            <a:chOff x="6423938" y="1212860"/>
            <a:chExt cx="322566" cy="322677"/>
          </a:xfrm>
        </p:grpSpPr>
        <p:sp>
          <p:nvSpPr>
            <p:cNvPr id="1719" name="Google Shape;1719;p38"/>
            <p:cNvSpPr/>
            <p:nvPr/>
          </p:nvSpPr>
          <p:spPr>
            <a:xfrm>
              <a:off x="6423938" y="1440383"/>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38"/>
            <p:cNvSpPr/>
            <p:nvPr/>
          </p:nvSpPr>
          <p:spPr>
            <a:xfrm>
              <a:off x="6423938" y="1212860"/>
              <a:ext cx="322566" cy="208533"/>
            </a:xfrm>
            <a:custGeom>
              <a:rect b="b" l="l" r="r" t="t"/>
              <a:pathLst>
                <a:path extrusionOk="0" h="329697" w="509986">
                  <a:moveTo>
                    <a:pt x="0" y="329698"/>
                  </a:moveTo>
                  <a:lnTo>
                    <a:pt x="509986" y="329698"/>
                  </a:lnTo>
                  <a:lnTo>
                    <a:pt x="509986" y="0"/>
                  </a:lnTo>
                  <a:lnTo>
                    <a:pt x="0" y="0"/>
                  </a:lnTo>
                  <a:close/>
                  <a:moveTo>
                    <a:pt x="389462" y="254993"/>
                  </a:moveTo>
                  <a:lnTo>
                    <a:pt x="299816" y="254993"/>
                  </a:lnTo>
                  <a:lnTo>
                    <a:pt x="299816" y="225111"/>
                  </a:lnTo>
                  <a:lnTo>
                    <a:pt x="389462" y="225111"/>
                  </a:lnTo>
                  <a:close/>
                  <a:moveTo>
                    <a:pt x="120524" y="75701"/>
                  </a:moveTo>
                  <a:lnTo>
                    <a:pt x="210170" y="75701"/>
                  </a:lnTo>
                  <a:lnTo>
                    <a:pt x="210170" y="105583"/>
                  </a:lnTo>
                  <a:lnTo>
                    <a:pt x="120524" y="105583"/>
                  </a:lnTo>
                  <a:close/>
                  <a:moveTo>
                    <a:pt x="120524" y="135465"/>
                  </a:moveTo>
                  <a:lnTo>
                    <a:pt x="210170" y="135465"/>
                  </a:lnTo>
                  <a:lnTo>
                    <a:pt x="210170" y="165347"/>
                  </a:lnTo>
                  <a:lnTo>
                    <a:pt x="120524" y="165347"/>
                  </a:lnTo>
                  <a:close/>
                  <a:moveTo>
                    <a:pt x="120524" y="225111"/>
                  </a:moveTo>
                  <a:cubicBezTo>
                    <a:pt x="251748" y="225111"/>
                    <a:pt x="308131" y="129045"/>
                    <a:pt x="338452" y="105583"/>
                  </a:cubicBezTo>
                  <a:lnTo>
                    <a:pt x="299816" y="105583"/>
                  </a:lnTo>
                  <a:lnTo>
                    <a:pt x="299816" y="75701"/>
                  </a:lnTo>
                  <a:lnTo>
                    <a:pt x="389462" y="75701"/>
                  </a:lnTo>
                  <a:lnTo>
                    <a:pt x="389462" y="165347"/>
                  </a:lnTo>
                  <a:lnTo>
                    <a:pt x="359580" y="165347"/>
                  </a:lnTo>
                  <a:lnTo>
                    <a:pt x="359580" y="126711"/>
                  </a:lnTo>
                  <a:cubicBezTo>
                    <a:pt x="329017" y="150103"/>
                    <a:pt x="265389" y="254993"/>
                    <a:pt x="120524" y="254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38"/>
            <p:cNvSpPr/>
            <p:nvPr/>
          </p:nvSpPr>
          <p:spPr>
            <a:xfrm>
              <a:off x="6519107" y="1497737"/>
              <a:ext cx="132302" cy="37800"/>
            </a:xfrm>
            <a:custGeom>
              <a:rect b="b" l="l" r="r" t="t"/>
              <a:pathLst>
                <a:path extrusionOk="0" h="59763" w="209173">
                  <a:moveTo>
                    <a:pt x="59764" y="0"/>
                  </a:moveTo>
                  <a:lnTo>
                    <a:pt x="59764" y="29882"/>
                  </a:lnTo>
                  <a:lnTo>
                    <a:pt x="0" y="29882"/>
                  </a:lnTo>
                  <a:lnTo>
                    <a:pt x="0" y="59764"/>
                  </a:lnTo>
                  <a:lnTo>
                    <a:pt x="209174" y="59764"/>
                  </a:lnTo>
                  <a:lnTo>
                    <a:pt x="209174" y="29882"/>
                  </a:lnTo>
                  <a:lnTo>
                    <a:pt x="149410" y="29882"/>
                  </a:lnTo>
                  <a:lnTo>
                    <a:pt x="14941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2" name="Google Shape;1722;p38"/>
          <p:cNvGrpSpPr/>
          <p:nvPr/>
        </p:nvGrpSpPr>
        <p:grpSpPr>
          <a:xfrm>
            <a:off x="7180207" y="1249538"/>
            <a:ext cx="292006" cy="310541"/>
            <a:chOff x="7222005" y="1220033"/>
            <a:chExt cx="303320" cy="322573"/>
          </a:xfrm>
        </p:grpSpPr>
        <p:sp>
          <p:nvSpPr>
            <p:cNvPr id="1723" name="Google Shape;1723;p38"/>
            <p:cNvSpPr/>
            <p:nvPr/>
          </p:nvSpPr>
          <p:spPr>
            <a:xfrm>
              <a:off x="7316728" y="1334110"/>
              <a:ext cx="94687" cy="94501"/>
            </a:xfrm>
            <a:custGeom>
              <a:rect b="b" l="l" r="r" t="t"/>
              <a:pathLst>
                <a:path extrusionOk="0" h="149409" w="149702">
                  <a:moveTo>
                    <a:pt x="116062" y="12447"/>
                  </a:moveTo>
                  <a:cubicBezTo>
                    <a:pt x="104230" y="4615"/>
                    <a:pt x="90083" y="0"/>
                    <a:pt x="74851" y="0"/>
                  </a:cubicBezTo>
                  <a:cubicBezTo>
                    <a:pt x="33582" y="0"/>
                    <a:pt x="0" y="33516"/>
                    <a:pt x="0" y="74705"/>
                  </a:cubicBezTo>
                  <a:cubicBezTo>
                    <a:pt x="0" y="115894"/>
                    <a:pt x="33582" y="149410"/>
                    <a:pt x="74851" y="149410"/>
                  </a:cubicBezTo>
                  <a:cubicBezTo>
                    <a:pt x="116121" y="149410"/>
                    <a:pt x="149702" y="115894"/>
                    <a:pt x="149702" y="74705"/>
                  </a:cubicBezTo>
                  <a:cubicBezTo>
                    <a:pt x="149702" y="59503"/>
                    <a:pt x="145079" y="45383"/>
                    <a:pt x="137231" y="33574"/>
                  </a:cubicBezTo>
                  <a:lnTo>
                    <a:pt x="115259" y="55503"/>
                  </a:lnTo>
                  <a:cubicBezTo>
                    <a:pt x="118062" y="61348"/>
                    <a:pt x="119762" y="67806"/>
                    <a:pt x="119762" y="74705"/>
                  </a:cubicBezTo>
                  <a:cubicBezTo>
                    <a:pt x="119762" y="99420"/>
                    <a:pt x="99614" y="119528"/>
                    <a:pt x="74851" y="119528"/>
                  </a:cubicBezTo>
                  <a:cubicBezTo>
                    <a:pt x="50088" y="119528"/>
                    <a:pt x="29940" y="99420"/>
                    <a:pt x="29940" y="74705"/>
                  </a:cubicBezTo>
                  <a:cubicBezTo>
                    <a:pt x="29940" y="49990"/>
                    <a:pt x="50088" y="29882"/>
                    <a:pt x="74851" y="29882"/>
                  </a:cubicBezTo>
                  <a:cubicBezTo>
                    <a:pt x="81763" y="29882"/>
                    <a:pt x="88235" y="31578"/>
                    <a:pt x="94090" y="343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38"/>
            <p:cNvSpPr/>
            <p:nvPr/>
          </p:nvSpPr>
          <p:spPr>
            <a:xfrm>
              <a:off x="7222005" y="1239571"/>
              <a:ext cx="284060" cy="303035"/>
            </a:xfrm>
            <a:custGeom>
              <a:rect b="b" l="l" r="r" t="t"/>
              <a:pathLst>
                <a:path extrusionOk="0" h="479107" w="449107">
                  <a:moveTo>
                    <a:pt x="0" y="224115"/>
                  </a:moveTo>
                  <a:cubicBezTo>
                    <a:pt x="0" y="299376"/>
                    <a:pt x="37480" y="366926"/>
                    <a:pt x="94659" y="407590"/>
                  </a:cubicBezTo>
                  <a:lnTo>
                    <a:pt x="59881" y="462533"/>
                  </a:lnTo>
                  <a:lnTo>
                    <a:pt x="84792" y="479108"/>
                  </a:lnTo>
                  <a:lnTo>
                    <a:pt x="120117" y="423348"/>
                  </a:lnTo>
                  <a:cubicBezTo>
                    <a:pt x="151344" y="439802"/>
                    <a:pt x="186847" y="449226"/>
                    <a:pt x="224554" y="449226"/>
                  </a:cubicBezTo>
                  <a:cubicBezTo>
                    <a:pt x="262260" y="449226"/>
                    <a:pt x="297763" y="439802"/>
                    <a:pt x="328990" y="423348"/>
                  </a:cubicBezTo>
                  <a:lnTo>
                    <a:pt x="364315" y="479108"/>
                  </a:lnTo>
                  <a:lnTo>
                    <a:pt x="389226" y="462533"/>
                  </a:lnTo>
                  <a:lnTo>
                    <a:pt x="354448" y="407590"/>
                  </a:lnTo>
                  <a:cubicBezTo>
                    <a:pt x="411627" y="366926"/>
                    <a:pt x="449107" y="299376"/>
                    <a:pt x="449107" y="224115"/>
                  </a:cubicBezTo>
                  <a:cubicBezTo>
                    <a:pt x="449107" y="187548"/>
                    <a:pt x="439805" y="152515"/>
                    <a:pt x="422948" y="120524"/>
                  </a:cubicBezTo>
                  <a:lnTo>
                    <a:pt x="351072" y="120524"/>
                  </a:lnTo>
                  <a:cubicBezTo>
                    <a:pt x="375363" y="149908"/>
                    <a:pt x="389226" y="185720"/>
                    <a:pt x="389226" y="224115"/>
                  </a:cubicBezTo>
                  <a:cubicBezTo>
                    <a:pt x="389226" y="314738"/>
                    <a:pt x="315353" y="388466"/>
                    <a:pt x="224554" y="388466"/>
                  </a:cubicBezTo>
                  <a:cubicBezTo>
                    <a:pt x="133754" y="388466"/>
                    <a:pt x="59881" y="314738"/>
                    <a:pt x="59881" y="224115"/>
                  </a:cubicBezTo>
                  <a:cubicBezTo>
                    <a:pt x="59881" y="133492"/>
                    <a:pt x="133754" y="59764"/>
                    <a:pt x="224554" y="59764"/>
                  </a:cubicBezTo>
                  <a:cubicBezTo>
                    <a:pt x="263047" y="59764"/>
                    <a:pt x="299915" y="73608"/>
                    <a:pt x="329345" y="97867"/>
                  </a:cubicBezTo>
                  <a:lnTo>
                    <a:pt x="329345" y="26104"/>
                  </a:lnTo>
                  <a:cubicBezTo>
                    <a:pt x="297292" y="9280"/>
                    <a:pt x="261203" y="0"/>
                    <a:pt x="224554" y="0"/>
                  </a:cubicBezTo>
                  <a:cubicBezTo>
                    <a:pt x="100729" y="0"/>
                    <a:pt x="0" y="100533"/>
                    <a:pt x="0"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38"/>
            <p:cNvSpPr/>
            <p:nvPr/>
          </p:nvSpPr>
          <p:spPr>
            <a:xfrm>
              <a:off x="7354618" y="1371925"/>
              <a:ext cx="18937" cy="18900"/>
            </a:xfrm>
            <a:custGeom>
              <a:rect b="b" l="l" r="r" t="t"/>
              <a:pathLst>
                <a:path extrusionOk="0" h="29881" w="29940">
                  <a:moveTo>
                    <a:pt x="0" y="14941"/>
                  </a:moveTo>
                  <a:cubicBezTo>
                    <a:pt x="0" y="23186"/>
                    <a:pt x="6709" y="29882"/>
                    <a:pt x="14970" y="29882"/>
                  </a:cubicBezTo>
                  <a:cubicBezTo>
                    <a:pt x="23231" y="29882"/>
                    <a:pt x="29940" y="23186"/>
                    <a:pt x="29940" y="14941"/>
                  </a:cubicBezTo>
                  <a:cubicBezTo>
                    <a:pt x="29940" y="6696"/>
                    <a:pt x="23231" y="0"/>
                    <a:pt x="14970" y="0"/>
                  </a:cubicBezTo>
                  <a:cubicBezTo>
                    <a:pt x="6709" y="0"/>
                    <a:pt x="0" y="6696"/>
                    <a:pt x="0" y="149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38"/>
            <p:cNvSpPr/>
            <p:nvPr/>
          </p:nvSpPr>
          <p:spPr>
            <a:xfrm>
              <a:off x="7278839" y="1296294"/>
              <a:ext cx="170436" cy="170103"/>
            </a:xfrm>
            <a:custGeom>
              <a:rect b="b" l="l" r="r" t="t"/>
              <a:pathLst>
                <a:path extrusionOk="0" h="268937" w="269464">
                  <a:moveTo>
                    <a:pt x="134732" y="0"/>
                  </a:moveTo>
                  <a:cubicBezTo>
                    <a:pt x="60438" y="0"/>
                    <a:pt x="0" y="60320"/>
                    <a:pt x="0" y="134469"/>
                  </a:cubicBezTo>
                  <a:cubicBezTo>
                    <a:pt x="0" y="208618"/>
                    <a:pt x="60438" y="268938"/>
                    <a:pt x="134732" y="268938"/>
                  </a:cubicBezTo>
                  <a:cubicBezTo>
                    <a:pt x="209026" y="268938"/>
                    <a:pt x="269464" y="208618"/>
                    <a:pt x="269464" y="134469"/>
                  </a:cubicBezTo>
                  <a:cubicBezTo>
                    <a:pt x="269464" y="103747"/>
                    <a:pt x="258568" y="74783"/>
                    <a:pt x="239512" y="51021"/>
                  </a:cubicBezTo>
                  <a:lnTo>
                    <a:pt x="218367" y="72125"/>
                  </a:lnTo>
                  <a:cubicBezTo>
                    <a:pt x="231473" y="89588"/>
                    <a:pt x="239524" y="111026"/>
                    <a:pt x="239524" y="134469"/>
                  </a:cubicBezTo>
                  <a:cubicBezTo>
                    <a:pt x="239524" y="192132"/>
                    <a:pt x="192508" y="239056"/>
                    <a:pt x="134732" y="239056"/>
                  </a:cubicBezTo>
                  <a:cubicBezTo>
                    <a:pt x="76956" y="239056"/>
                    <a:pt x="29940" y="192132"/>
                    <a:pt x="29940" y="134469"/>
                  </a:cubicBezTo>
                  <a:cubicBezTo>
                    <a:pt x="29940" y="76806"/>
                    <a:pt x="76956" y="29882"/>
                    <a:pt x="134732" y="29882"/>
                  </a:cubicBezTo>
                  <a:cubicBezTo>
                    <a:pt x="158221" y="29882"/>
                    <a:pt x="179701" y="37917"/>
                    <a:pt x="197198" y="50998"/>
                  </a:cubicBezTo>
                  <a:lnTo>
                    <a:pt x="218335" y="29901"/>
                  </a:lnTo>
                  <a:cubicBezTo>
                    <a:pt x="194531" y="10879"/>
                    <a:pt x="165519" y="0"/>
                    <a:pt x="1347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38"/>
            <p:cNvSpPr/>
            <p:nvPr/>
          </p:nvSpPr>
          <p:spPr>
            <a:xfrm>
              <a:off x="7449341" y="1220033"/>
              <a:ext cx="75983" cy="76861"/>
            </a:xfrm>
            <a:custGeom>
              <a:rect b="b" l="l" r="r" t="t"/>
              <a:pathLst>
                <a:path extrusionOk="0" h="121520" w="120132">
                  <a:moveTo>
                    <a:pt x="0" y="61402"/>
                  </a:moveTo>
                  <a:lnTo>
                    <a:pt x="0" y="121520"/>
                  </a:lnTo>
                  <a:lnTo>
                    <a:pt x="59253" y="121520"/>
                  </a:lnTo>
                  <a:lnTo>
                    <a:pt x="120132" y="61756"/>
                  </a:lnTo>
                  <a:lnTo>
                    <a:pt x="58883" y="61756"/>
                  </a:lnTo>
                  <a:lnTo>
                    <a:pt x="5888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8" name="Google Shape;1728;p38"/>
          <p:cNvGrpSpPr/>
          <p:nvPr/>
        </p:nvGrpSpPr>
        <p:grpSpPr>
          <a:xfrm>
            <a:off x="7226135" y="1990459"/>
            <a:ext cx="200149" cy="310534"/>
            <a:chOff x="7223196" y="1944311"/>
            <a:chExt cx="207903" cy="322566"/>
          </a:xfrm>
        </p:grpSpPr>
        <p:sp>
          <p:nvSpPr>
            <p:cNvPr id="1729" name="Google Shape;1729;p38"/>
            <p:cNvSpPr/>
            <p:nvPr/>
          </p:nvSpPr>
          <p:spPr>
            <a:xfrm>
              <a:off x="7299548" y="2020572"/>
              <a:ext cx="55325" cy="39341"/>
            </a:xfrm>
            <a:custGeom>
              <a:rect b="b" l="l" r="r" t="t"/>
              <a:pathLst>
                <a:path extrusionOk="0" h="62199" w="87470">
                  <a:moveTo>
                    <a:pt x="43667" y="62200"/>
                  </a:moveTo>
                  <a:cubicBezTo>
                    <a:pt x="65522" y="40446"/>
                    <a:pt x="83265" y="27575"/>
                    <a:pt x="87471" y="0"/>
                  </a:cubicBezTo>
                  <a:lnTo>
                    <a:pt x="0" y="0"/>
                  </a:lnTo>
                  <a:cubicBezTo>
                    <a:pt x="4459" y="27112"/>
                    <a:pt x="22178" y="40827"/>
                    <a:pt x="43667" y="622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38"/>
            <p:cNvSpPr/>
            <p:nvPr/>
          </p:nvSpPr>
          <p:spPr>
            <a:xfrm>
              <a:off x="7223196" y="1944311"/>
              <a:ext cx="207903" cy="322566"/>
            </a:xfrm>
            <a:custGeom>
              <a:rect b="b" l="l" r="r" t="t"/>
              <a:pathLst>
                <a:path extrusionOk="0" h="509986" w="328701">
                  <a:moveTo>
                    <a:pt x="236663" y="235223"/>
                  </a:moveTo>
                  <a:cubicBezTo>
                    <a:pt x="261409" y="212228"/>
                    <a:pt x="298820" y="177471"/>
                    <a:pt x="298820" y="105583"/>
                  </a:cubicBezTo>
                  <a:lnTo>
                    <a:pt x="298820" y="29882"/>
                  </a:lnTo>
                  <a:lnTo>
                    <a:pt x="328702" y="29882"/>
                  </a:lnTo>
                  <a:lnTo>
                    <a:pt x="328702" y="0"/>
                  </a:lnTo>
                  <a:lnTo>
                    <a:pt x="0" y="0"/>
                  </a:lnTo>
                  <a:lnTo>
                    <a:pt x="0" y="29882"/>
                  </a:lnTo>
                  <a:lnTo>
                    <a:pt x="29882" y="29882"/>
                  </a:lnTo>
                  <a:lnTo>
                    <a:pt x="29882" y="105583"/>
                  </a:lnTo>
                  <a:cubicBezTo>
                    <a:pt x="29882" y="177226"/>
                    <a:pt x="67336" y="212213"/>
                    <a:pt x="92124" y="235367"/>
                  </a:cubicBezTo>
                  <a:cubicBezTo>
                    <a:pt x="98649" y="241453"/>
                    <a:pt x="109563" y="251651"/>
                    <a:pt x="109563" y="254993"/>
                  </a:cubicBezTo>
                  <a:cubicBezTo>
                    <a:pt x="109563" y="258495"/>
                    <a:pt x="99027" y="268284"/>
                    <a:pt x="92039" y="274763"/>
                  </a:cubicBezTo>
                  <a:cubicBezTo>
                    <a:pt x="67293" y="297758"/>
                    <a:pt x="29882" y="333511"/>
                    <a:pt x="29882" y="405399"/>
                  </a:cubicBezTo>
                  <a:lnTo>
                    <a:pt x="29882" y="480104"/>
                  </a:lnTo>
                  <a:lnTo>
                    <a:pt x="0" y="480104"/>
                  </a:lnTo>
                  <a:lnTo>
                    <a:pt x="0" y="509986"/>
                  </a:lnTo>
                  <a:lnTo>
                    <a:pt x="328702" y="509986"/>
                  </a:lnTo>
                  <a:lnTo>
                    <a:pt x="328702" y="480104"/>
                  </a:lnTo>
                  <a:lnTo>
                    <a:pt x="298820" y="480104"/>
                  </a:lnTo>
                  <a:lnTo>
                    <a:pt x="298820" y="405399"/>
                  </a:lnTo>
                  <a:cubicBezTo>
                    <a:pt x="298820" y="333480"/>
                    <a:pt x="261409" y="297746"/>
                    <a:pt x="236647" y="274763"/>
                  </a:cubicBezTo>
                  <a:cubicBezTo>
                    <a:pt x="229675" y="268284"/>
                    <a:pt x="219139" y="258495"/>
                    <a:pt x="219139" y="254993"/>
                  </a:cubicBezTo>
                  <a:cubicBezTo>
                    <a:pt x="219139" y="251491"/>
                    <a:pt x="229675" y="241702"/>
                    <a:pt x="236663" y="235223"/>
                  </a:cubicBezTo>
                  <a:close/>
                  <a:moveTo>
                    <a:pt x="238270" y="480104"/>
                  </a:moveTo>
                  <a:lnTo>
                    <a:pt x="208116" y="480104"/>
                  </a:lnTo>
                  <a:cubicBezTo>
                    <a:pt x="203972" y="453031"/>
                    <a:pt x="187817" y="441277"/>
                    <a:pt x="164335" y="417904"/>
                  </a:cubicBezTo>
                  <a:cubicBezTo>
                    <a:pt x="141737" y="440378"/>
                    <a:pt x="125069" y="453483"/>
                    <a:pt x="120680" y="480104"/>
                  </a:cubicBezTo>
                  <a:lnTo>
                    <a:pt x="90494" y="480104"/>
                  </a:lnTo>
                  <a:cubicBezTo>
                    <a:pt x="95875" y="434639"/>
                    <a:pt x="125960" y="415916"/>
                    <a:pt x="153379" y="386271"/>
                  </a:cubicBezTo>
                  <a:lnTo>
                    <a:pt x="164351" y="374393"/>
                  </a:lnTo>
                  <a:lnTo>
                    <a:pt x="175323" y="386271"/>
                  </a:lnTo>
                  <a:cubicBezTo>
                    <a:pt x="204334" y="417671"/>
                    <a:pt x="233200" y="434125"/>
                    <a:pt x="238270" y="480104"/>
                  </a:cubicBezTo>
                  <a:close/>
                  <a:moveTo>
                    <a:pt x="179292" y="329698"/>
                  </a:moveTo>
                  <a:lnTo>
                    <a:pt x="179292" y="360576"/>
                  </a:lnTo>
                  <a:lnTo>
                    <a:pt x="149410" y="360576"/>
                  </a:lnTo>
                  <a:lnTo>
                    <a:pt x="149410" y="329698"/>
                  </a:lnTo>
                  <a:close/>
                  <a:moveTo>
                    <a:pt x="149410" y="299816"/>
                  </a:moveTo>
                  <a:lnTo>
                    <a:pt x="149410" y="269934"/>
                  </a:lnTo>
                  <a:lnTo>
                    <a:pt x="179292" y="269934"/>
                  </a:lnTo>
                  <a:lnTo>
                    <a:pt x="179292" y="299816"/>
                  </a:lnTo>
                  <a:close/>
                  <a:moveTo>
                    <a:pt x="175323" y="214357"/>
                  </a:moveTo>
                  <a:lnTo>
                    <a:pt x="164351" y="226235"/>
                  </a:lnTo>
                  <a:lnTo>
                    <a:pt x="153379" y="214357"/>
                  </a:lnTo>
                  <a:cubicBezTo>
                    <a:pt x="122672" y="181156"/>
                    <a:pt x="89646" y="162371"/>
                    <a:pt x="89646" y="105583"/>
                  </a:cubicBezTo>
                  <a:lnTo>
                    <a:pt x="89646" y="90642"/>
                  </a:lnTo>
                  <a:lnTo>
                    <a:pt x="239056" y="90642"/>
                  </a:lnTo>
                  <a:lnTo>
                    <a:pt x="239056" y="105583"/>
                  </a:lnTo>
                  <a:cubicBezTo>
                    <a:pt x="239056" y="163398"/>
                    <a:pt x="207244" y="179806"/>
                    <a:pt x="175323" y="2143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1" name="Google Shape;1731;p38"/>
          <p:cNvGrpSpPr/>
          <p:nvPr/>
        </p:nvGrpSpPr>
        <p:grpSpPr>
          <a:xfrm>
            <a:off x="6373906" y="2016589"/>
            <a:ext cx="310570" cy="258274"/>
            <a:chOff x="6422646" y="1944311"/>
            <a:chExt cx="322603" cy="268281"/>
          </a:xfrm>
        </p:grpSpPr>
        <p:sp>
          <p:nvSpPr>
            <p:cNvPr id="1732" name="Google Shape;1732;p38"/>
            <p:cNvSpPr/>
            <p:nvPr/>
          </p:nvSpPr>
          <p:spPr>
            <a:xfrm>
              <a:off x="6422646" y="1944311"/>
              <a:ext cx="208533" cy="202366"/>
            </a:xfrm>
            <a:custGeom>
              <a:rect b="b" l="l" r="r" t="t"/>
              <a:pathLst>
                <a:path extrusionOk="0" h="319947" w="329697">
                  <a:moveTo>
                    <a:pt x="60760" y="319947"/>
                  </a:moveTo>
                  <a:lnTo>
                    <a:pt x="120524" y="260183"/>
                  </a:lnTo>
                  <a:lnTo>
                    <a:pt x="120524" y="29882"/>
                  </a:lnTo>
                  <a:lnTo>
                    <a:pt x="329698" y="29882"/>
                  </a:lnTo>
                  <a:lnTo>
                    <a:pt x="329698" y="0"/>
                  </a:lnTo>
                  <a:lnTo>
                    <a:pt x="0" y="0"/>
                  </a:lnTo>
                  <a:lnTo>
                    <a:pt x="0" y="239056"/>
                  </a:lnTo>
                  <a:lnTo>
                    <a:pt x="60760"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38"/>
            <p:cNvSpPr/>
            <p:nvPr/>
          </p:nvSpPr>
          <p:spPr>
            <a:xfrm>
              <a:off x="6517815" y="1982125"/>
              <a:ext cx="227434" cy="230466"/>
            </a:xfrm>
            <a:custGeom>
              <a:rect b="b" l="l" r="r" t="t"/>
              <a:pathLst>
                <a:path extrusionOk="0" h="364373" w="359579">
                  <a:moveTo>
                    <a:pt x="0" y="268938"/>
                  </a:moveTo>
                  <a:lnTo>
                    <a:pt x="188615" y="268938"/>
                  </a:lnTo>
                  <a:lnTo>
                    <a:pt x="298820" y="364374"/>
                  </a:lnTo>
                  <a:lnTo>
                    <a:pt x="298820" y="268938"/>
                  </a:lnTo>
                  <a:lnTo>
                    <a:pt x="359580" y="268938"/>
                  </a:lnTo>
                  <a:lnTo>
                    <a:pt x="359580" y="0"/>
                  </a:lnTo>
                  <a:lnTo>
                    <a:pt x="0" y="0"/>
                  </a:lnTo>
                  <a:close/>
                  <a:moveTo>
                    <a:pt x="239056" y="209174"/>
                  </a:moveTo>
                  <a:lnTo>
                    <a:pt x="209174" y="209174"/>
                  </a:lnTo>
                  <a:lnTo>
                    <a:pt x="209174" y="179292"/>
                  </a:lnTo>
                  <a:lnTo>
                    <a:pt x="239056" y="179292"/>
                  </a:lnTo>
                  <a:close/>
                  <a:moveTo>
                    <a:pt x="59764" y="59764"/>
                  </a:moveTo>
                  <a:lnTo>
                    <a:pt x="298820" y="59764"/>
                  </a:lnTo>
                  <a:lnTo>
                    <a:pt x="298820" y="89646"/>
                  </a:lnTo>
                  <a:lnTo>
                    <a:pt x="59764" y="89646"/>
                  </a:lnTo>
                  <a:close/>
                  <a:moveTo>
                    <a:pt x="59764" y="119528"/>
                  </a:moveTo>
                  <a:lnTo>
                    <a:pt x="298820" y="119528"/>
                  </a:lnTo>
                  <a:lnTo>
                    <a:pt x="298820" y="149410"/>
                  </a:lnTo>
                  <a:lnTo>
                    <a:pt x="59764" y="149410"/>
                  </a:lnTo>
                  <a:close/>
                  <a:moveTo>
                    <a:pt x="59764" y="179292"/>
                  </a:moveTo>
                  <a:lnTo>
                    <a:pt x="179292" y="179292"/>
                  </a:lnTo>
                  <a:lnTo>
                    <a:pt x="179292" y="209174"/>
                  </a:lnTo>
                  <a:lnTo>
                    <a:pt x="59764"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4" name="Google Shape;1734;p38"/>
          <p:cNvGrpSpPr/>
          <p:nvPr/>
        </p:nvGrpSpPr>
        <p:grpSpPr>
          <a:xfrm>
            <a:off x="6373909" y="2706158"/>
            <a:ext cx="310563" cy="310610"/>
            <a:chOff x="6398637" y="2708375"/>
            <a:chExt cx="322596" cy="322644"/>
          </a:xfrm>
        </p:grpSpPr>
        <p:sp>
          <p:nvSpPr>
            <p:cNvPr id="1735" name="Google Shape;1735;p38"/>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38"/>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38"/>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38"/>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38"/>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0" name="Google Shape;1740;p38"/>
          <p:cNvGrpSpPr/>
          <p:nvPr/>
        </p:nvGrpSpPr>
        <p:grpSpPr>
          <a:xfrm>
            <a:off x="7170898" y="2715864"/>
            <a:ext cx="310627" cy="291196"/>
            <a:chOff x="7232011" y="2676575"/>
            <a:chExt cx="322662" cy="302479"/>
          </a:xfrm>
        </p:grpSpPr>
        <p:sp>
          <p:nvSpPr>
            <p:cNvPr id="1741" name="Google Shape;1741;p38"/>
            <p:cNvSpPr/>
            <p:nvPr/>
          </p:nvSpPr>
          <p:spPr>
            <a:xfrm>
              <a:off x="7308272" y="2827836"/>
              <a:ext cx="18900" cy="37800"/>
            </a:xfrm>
            <a:custGeom>
              <a:rect b="b" l="l" r="r" t="t"/>
              <a:pathLst>
                <a:path extrusionOk="0" h="59763" w="29881">
                  <a:moveTo>
                    <a:pt x="0" y="0"/>
                  </a:moveTo>
                  <a:lnTo>
                    <a:pt x="29882" y="0"/>
                  </a:lnTo>
                  <a:lnTo>
                    <a:pt x="29882"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38"/>
            <p:cNvSpPr/>
            <p:nvPr/>
          </p:nvSpPr>
          <p:spPr>
            <a:xfrm>
              <a:off x="7232011" y="2733298"/>
              <a:ext cx="76231" cy="113402"/>
            </a:xfrm>
            <a:custGeom>
              <a:rect b="b" l="l" r="r" t="t"/>
              <a:pathLst>
                <a:path extrusionOk="0" h="179291" w="120524">
                  <a:moveTo>
                    <a:pt x="0" y="134469"/>
                  </a:moveTo>
                  <a:cubicBezTo>
                    <a:pt x="0" y="159184"/>
                    <a:pt x="20108" y="179292"/>
                    <a:pt x="44823" y="179292"/>
                  </a:cubicBezTo>
                  <a:lnTo>
                    <a:pt x="90642" y="179292"/>
                  </a:lnTo>
                  <a:lnTo>
                    <a:pt x="90642" y="119528"/>
                  </a:lnTo>
                  <a:lnTo>
                    <a:pt x="120524" y="119528"/>
                  </a:lnTo>
                  <a:lnTo>
                    <a:pt x="12052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38"/>
            <p:cNvSpPr/>
            <p:nvPr/>
          </p:nvSpPr>
          <p:spPr>
            <a:xfrm>
              <a:off x="7478441" y="2733298"/>
              <a:ext cx="76231" cy="113402"/>
            </a:xfrm>
            <a:custGeom>
              <a:rect b="b" l="l" r="r" t="t"/>
              <a:pathLst>
                <a:path extrusionOk="0" h="179291" w="120524">
                  <a:moveTo>
                    <a:pt x="0" y="119528"/>
                  </a:moveTo>
                  <a:lnTo>
                    <a:pt x="29882" y="119528"/>
                  </a:lnTo>
                  <a:lnTo>
                    <a:pt x="29882" y="179292"/>
                  </a:lnTo>
                  <a:lnTo>
                    <a:pt x="75701" y="179292"/>
                  </a:lnTo>
                  <a:cubicBezTo>
                    <a:pt x="100416" y="179292"/>
                    <a:pt x="120524" y="159184"/>
                    <a:pt x="120524" y="134469"/>
                  </a:cubicBezTo>
                  <a:lnTo>
                    <a:pt x="12052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38"/>
            <p:cNvSpPr/>
            <p:nvPr/>
          </p:nvSpPr>
          <p:spPr>
            <a:xfrm>
              <a:off x="7327180" y="2676575"/>
              <a:ext cx="132302" cy="170103"/>
            </a:xfrm>
            <a:custGeom>
              <a:rect b="b" l="l" r="r" t="t"/>
              <a:pathLst>
                <a:path extrusionOk="0" h="268937" w="209173">
                  <a:moveTo>
                    <a:pt x="29882" y="0"/>
                  </a:moveTo>
                  <a:lnTo>
                    <a:pt x="29882" y="89646"/>
                  </a:lnTo>
                  <a:lnTo>
                    <a:pt x="0" y="89646"/>
                  </a:lnTo>
                  <a:lnTo>
                    <a:pt x="0" y="209174"/>
                  </a:lnTo>
                  <a:lnTo>
                    <a:pt x="29882" y="209174"/>
                  </a:lnTo>
                  <a:lnTo>
                    <a:pt x="29882" y="268938"/>
                  </a:lnTo>
                  <a:lnTo>
                    <a:pt x="179292" y="268938"/>
                  </a:lnTo>
                  <a:lnTo>
                    <a:pt x="179292" y="209174"/>
                  </a:lnTo>
                  <a:lnTo>
                    <a:pt x="209174" y="209174"/>
                  </a:lnTo>
                  <a:lnTo>
                    <a:pt x="209174" y="89646"/>
                  </a:lnTo>
                  <a:lnTo>
                    <a:pt x="179292" y="89646"/>
                  </a:lnTo>
                  <a:lnTo>
                    <a:pt x="179292" y="0"/>
                  </a:lnTo>
                  <a:close/>
                  <a:moveTo>
                    <a:pt x="149410" y="89646"/>
                  </a:moveTo>
                  <a:lnTo>
                    <a:pt x="59764" y="89646"/>
                  </a:lnTo>
                  <a:lnTo>
                    <a:pt x="59764" y="29882"/>
                  </a:lnTo>
                  <a:lnTo>
                    <a:pt x="14941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38"/>
            <p:cNvSpPr/>
            <p:nvPr/>
          </p:nvSpPr>
          <p:spPr>
            <a:xfrm>
              <a:off x="7478441" y="2855957"/>
              <a:ext cx="76231" cy="123093"/>
            </a:xfrm>
            <a:custGeom>
              <a:rect b="b" l="l" r="r" t="t"/>
              <a:pathLst>
                <a:path extrusionOk="0" h="194614" w="120524">
                  <a:moveTo>
                    <a:pt x="29882" y="15322"/>
                  </a:moveTo>
                  <a:lnTo>
                    <a:pt x="29882" y="45204"/>
                  </a:lnTo>
                  <a:lnTo>
                    <a:pt x="0" y="45204"/>
                  </a:lnTo>
                  <a:lnTo>
                    <a:pt x="0" y="194614"/>
                  </a:lnTo>
                  <a:lnTo>
                    <a:pt x="120524" y="194614"/>
                  </a:lnTo>
                  <a:lnTo>
                    <a:pt x="120524" y="0"/>
                  </a:lnTo>
                  <a:cubicBezTo>
                    <a:pt x="107999" y="9482"/>
                    <a:pt x="92584" y="15322"/>
                    <a:pt x="75701" y="153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38"/>
            <p:cNvSpPr/>
            <p:nvPr/>
          </p:nvSpPr>
          <p:spPr>
            <a:xfrm>
              <a:off x="7232011" y="2855957"/>
              <a:ext cx="76231" cy="123093"/>
            </a:xfrm>
            <a:custGeom>
              <a:rect b="b" l="l" r="r" t="t"/>
              <a:pathLst>
                <a:path extrusionOk="0" h="194614" w="120524">
                  <a:moveTo>
                    <a:pt x="90642" y="15322"/>
                  </a:moveTo>
                  <a:lnTo>
                    <a:pt x="44823" y="15322"/>
                  </a:lnTo>
                  <a:cubicBezTo>
                    <a:pt x="27940" y="15322"/>
                    <a:pt x="12525" y="9482"/>
                    <a:pt x="0" y="0"/>
                  </a:cubicBezTo>
                  <a:lnTo>
                    <a:pt x="0" y="194614"/>
                  </a:lnTo>
                  <a:lnTo>
                    <a:pt x="120524" y="194614"/>
                  </a:lnTo>
                  <a:lnTo>
                    <a:pt x="120524" y="45204"/>
                  </a:lnTo>
                  <a:lnTo>
                    <a:pt x="90642" y="4520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38"/>
            <p:cNvSpPr/>
            <p:nvPr/>
          </p:nvSpPr>
          <p:spPr>
            <a:xfrm>
              <a:off x="7459534" y="2827836"/>
              <a:ext cx="18900" cy="37800"/>
            </a:xfrm>
            <a:custGeom>
              <a:rect b="b" l="l" r="r" t="t"/>
              <a:pathLst>
                <a:path extrusionOk="0" h="59763" w="29881">
                  <a:moveTo>
                    <a:pt x="0" y="0"/>
                  </a:moveTo>
                  <a:lnTo>
                    <a:pt x="29882" y="0"/>
                  </a:lnTo>
                  <a:lnTo>
                    <a:pt x="29882"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38"/>
            <p:cNvSpPr/>
            <p:nvPr/>
          </p:nvSpPr>
          <p:spPr>
            <a:xfrm>
              <a:off x="7327180" y="2865652"/>
              <a:ext cx="132302" cy="113402"/>
            </a:xfrm>
            <a:custGeom>
              <a:rect b="b" l="l" r="r" t="t"/>
              <a:pathLst>
                <a:path extrusionOk="0" h="179291" w="209173">
                  <a:moveTo>
                    <a:pt x="179292" y="0"/>
                  </a:moveTo>
                  <a:lnTo>
                    <a:pt x="29882" y="0"/>
                  </a:lnTo>
                  <a:lnTo>
                    <a:pt x="29882" y="29882"/>
                  </a:lnTo>
                  <a:lnTo>
                    <a:pt x="0" y="29882"/>
                  </a:lnTo>
                  <a:lnTo>
                    <a:pt x="0" y="179292"/>
                  </a:lnTo>
                  <a:lnTo>
                    <a:pt x="209174" y="179292"/>
                  </a:lnTo>
                  <a:lnTo>
                    <a:pt x="209174" y="29882"/>
                  </a:lnTo>
                  <a:lnTo>
                    <a:pt x="179292"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9" name="Google Shape;1749;p38"/>
          <p:cNvGrpSpPr/>
          <p:nvPr/>
        </p:nvGrpSpPr>
        <p:grpSpPr>
          <a:xfrm>
            <a:off x="6373871" y="3425821"/>
            <a:ext cx="310641" cy="310641"/>
            <a:chOff x="6422646" y="3486859"/>
            <a:chExt cx="322677" cy="322677"/>
          </a:xfrm>
        </p:grpSpPr>
        <p:sp>
          <p:nvSpPr>
            <p:cNvPr id="1750" name="Google Shape;1750;p38"/>
            <p:cNvSpPr/>
            <p:nvPr/>
          </p:nvSpPr>
          <p:spPr>
            <a:xfrm>
              <a:off x="6500643" y="3486859"/>
              <a:ext cx="192525" cy="322566"/>
            </a:xfrm>
            <a:custGeom>
              <a:rect b="b" l="l" r="r" t="t"/>
              <a:pathLst>
                <a:path extrusionOk="0" h="509986" w="304387">
                  <a:moveTo>
                    <a:pt x="146667" y="209174"/>
                  </a:moveTo>
                  <a:lnTo>
                    <a:pt x="57021" y="209174"/>
                  </a:lnTo>
                  <a:lnTo>
                    <a:pt x="57021" y="419344"/>
                  </a:lnTo>
                  <a:lnTo>
                    <a:pt x="236313" y="419344"/>
                  </a:lnTo>
                  <a:lnTo>
                    <a:pt x="236313" y="480104"/>
                  </a:lnTo>
                  <a:cubicBezTo>
                    <a:pt x="236313" y="496609"/>
                    <a:pt x="249690" y="509986"/>
                    <a:pt x="266195" y="509986"/>
                  </a:cubicBezTo>
                  <a:cubicBezTo>
                    <a:pt x="282700" y="509986"/>
                    <a:pt x="296077" y="496609"/>
                    <a:pt x="296077" y="480104"/>
                  </a:cubicBezTo>
                  <a:lnTo>
                    <a:pt x="296077" y="29882"/>
                  </a:lnTo>
                  <a:cubicBezTo>
                    <a:pt x="296077" y="18949"/>
                    <a:pt x="299240" y="8825"/>
                    <a:pt x="304388" y="0"/>
                  </a:cubicBezTo>
                  <a:lnTo>
                    <a:pt x="42080" y="0"/>
                  </a:lnTo>
                  <a:cubicBezTo>
                    <a:pt x="22590" y="0"/>
                    <a:pt x="6175" y="12513"/>
                    <a:pt x="0" y="29882"/>
                  </a:cubicBezTo>
                  <a:lnTo>
                    <a:pt x="146667" y="29882"/>
                  </a:lnTo>
                  <a:close/>
                  <a:moveTo>
                    <a:pt x="266195" y="389462"/>
                  </a:moveTo>
                  <a:lnTo>
                    <a:pt x="86903" y="389462"/>
                  </a:lnTo>
                  <a:lnTo>
                    <a:pt x="86903" y="359580"/>
                  </a:lnTo>
                  <a:lnTo>
                    <a:pt x="266195" y="359580"/>
                  </a:lnTo>
                  <a:close/>
                  <a:moveTo>
                    <a:pt x="266195" y="328702"/>
                  </a:moveTo>
                  <a:lnTo>
                    <a:pt x="86903" y="328702"/>
                  </a:lnTo>
                  <a:lnTo>
                    <a:pt x="86903" y="298820"/>
                  </a:lnTo>
                  <a:lnTo>
                    <a:pt x="266195" y="298820"/>
                  </a:lnTo>
                  <a:close/>
                  <a:moveTo>
                    <a:pt x="266195" y="268938"/>
                  </a:moveTo>
                  <a:lnTo>
                    <a:pt x="86903" y="268938"/>
                  </a:lnTo>
                  <a:lnTo>
                    <a:pt x="86903" y="239056"/>
                  </a:lnTo>
                  <a:lnTo>
                    <a:pt x="266195" y="239056"/>
                  </a:lnTo>
                  <a:close/>
                  <a:moveTo>
                    <a:pt x="176549" y="89646"/>
                  </a:moveTo>
                  <a:lnTo>
                    <a:pt x="266195" y="89646"/>
                  </a:lnTo>
                  <a:lnTo>
                    <a:pt x="266195" y="119528"/>
                  </a:lnTo>
                  <a:lnTo>
                    <a:pt x="176549" y="119528"/>
                  </a:lnTo>
                  <a:close/>
                  <a:moveTo>
                    <a:pt x="176549" y="149410"/>
                  </a:moveTo>
                  <a:lnTo>
                    <a:pt x="266195" y="149410"/>
                  </a:lnTo>
                  <a:lnTo>
                    <a:pt x="266195" y="179292"/>
                  </a:lnTo>
                  <a:lnTo>
                    <a:pt x="176549" y="1792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38"/>
            <p:cNvSpPr/>
            <p:nvPr/>
          </p:nvSpPr>
          <p:spPr>
            <a:xfrm>
              <a:off x="6422646" y="3524674"/>
              <a:ext cx="28981" cy="75601"/>
            </a:xfrm>
            <a:custGeom>
              <a:rect b="b" l="l" r="r" t="t"/>
              <a:pathLst>
                <a:path extrusionOk="0" h="119527" w="45819">
                  <a:moveTo>
                    <a:pt x="0" y="0"/>
                  </a:moveTo>
                  <a:lnTo>
                    <a:pt x="45819" y="0"/>
                  </a:lnTo>
                  <a:lnTo>
                    <a:pt x="45819"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38"/>
            <p:cNvSpPr/>
            <p:nvPr/>
          </p:nvSpPr>
          <p:spPr>
            <a:xfrm>
              <a:off x="6470545" y="3524674"/>
              <a:ext cx="56700" cy="75601"/>
            </a:xfrm>
            <a:custGeom>
              <a:rect b="b" l="l" r="r" t="t"/>
              <a:pathLst>
                <a:path extrusionOk="0" h="119527" w="89645">
                  <a:moveTo>
                    <a:pt x="0" y="0"/>
                  </a:moveTo>
                  <a:lnTo>
                    <a:pt x="89646" y="0"/>
                  </a:lnTo>
                  <a:lnTo>
                    <a:pt x="89646"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38"/>
            <p:cNvSpPr/>
            <p:nvPr/>
          </p:nvSpPr>
          <p:spPr>
            <a:xfrm>
              <a:off x="6546176" y="3524674"/>
              <a:ext cx="28350" cy="75601"/>
            </a:xfrm>
            <a:custGeom>
              <a:rect b="b" l="l" r="r" t="t"/>
              <a:pathLst>
                <a:path extrusionOk="0" h="119527" w="44822">
                  <a:moveTo>
                    <a:pt x="0" y="0"/>
                  </a:moveTo>
                  <a:lnTo>
                    <a:pt x="44823" y="0"/>
                  </a:lnTo>
                  <a:lnTo>
                    <a:pt x="44823"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38"/>
            <p:cNvSpPr/>
            <p:nvPr/>
          </p:nvSpPr>
          <p:spPr>
            <a:xfrm>
              <a:off x="6461091" y="3771105"/>
              <a:ext cx="175359" cy="38431"/>
            </a:xfrm>
            <a:custGeom>
              <a:rect b="b" l="l" r="r" t="t"/>
              <a:pathLst>
                <a:path extrusionOk="0" h="60760" w="277248">
                  <a:moveTo>
                    <a:pt x="29882" y="60760"/>
                  </a:moveTo>
                  <a:lnTo>
                    <a:pt x="277249" y="60760"/>
                  </a:lnTo>
                  <a:cubicBezTo>
                    <a:pt x="272101" y="51936"/>
                    <a:pt x="268938" y="41811"/>
                    <a:pt x="268938" y="30878"/>
                  </a:cubicBezTo>
                  <a:lnTo>
                    <a:pt x="268938" y="0"/>
                  </a:lnTo>
                  <a:lnTo>
                    <a:pt x="0" y="0"/>
                  </a:lnTo>
                  <a:lnTo>
                    <a:pt x="0" y="30878"/>
                  </a:lnTo>
                  <a:cubicBezTo>
                    <a:pt x="0" y="47383"/>
                    <a:pt x="13377" y="60760"/>
                    <a:pt x="29882"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38"/>
            <p:cNvSpPr/>
            <p:nvPr/>
          </p:nvSpPr>
          <p:spPr>
            <a:xfrm>
              <a:off x="6706892" y="3486859"/>
              <a:ext cx="38431" cy="56700"/>
            </a:xfrm>
            <a:custGeom>
              <a:rect b="b" l="l" r="r" t="t"/>
              <a:pathLst>
                <a:path extrusionOk="0" h="89645" w="60760">
                  <a:moveTo>
                    <a:pt x="29882" y="0"/>
                  </a:moveTo>
                  <a:cubicBezTo>
                    <a:pt x="13377" y="0"/>
                    <a:pt x="0" y="13377"/>
                    <a:pt x="0" y="29882"/>
                  </a:cubicBezTo>
                  <a:lnTo>
                    <a:pt x="0" y="89646"/>
                  </a:lnTo>
                  <a:lnTo>
                    <a:pt x="60760" y="89646"/>
                  </a:lnTo>
                  <a:lnTo>
                    <a:pt x="60760" y="29882"/>
                  </a:lnTo>
                  <a:cubicBezTo>
                    <a:pt x="60760" y="13377"/>
                    <a:pt x="46387"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38"/>
            <p:cNvSpPr/>
            <p:nvPr/>
          </p:nvSpPr>
          <p:spPr>
            <a:xfrm>
              <a:off x="6479999" y="3619213"/>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38"/>
            <p:cNvSpPr/>
            <p:nvPr/>
          </p:nvSpPr>
          <p:spPr>
            <a:xfrm>
              <a:off x="6479999" y="3657028"/>
              <a:ext cx="37800" cy="95132"/>
            </a:xfrm>
            <a:custGeom>
              <a:rect b="b" l="l" r="r" t="t"/>
              <a:pathLst>
                <a:path extrusionOk="0" h="150406" w="59763">
                  <a:moveTo>
                    <a:pt x="0" y="0"/>
                  </a:moveTo>
                  <a:lnTo>
                    <a:pt x="59764" y="0"/>
                  </a:lnTo>
                  <a:lnTo>
                    <a:pt x="59764"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58" name="Google Shape;1758;p38"/>
          <p:cNvGrpSpPr/>
          <p:nvPr/>
        </p:nvGrpSpPr>
        <p:grpSpPr>
          <a:xfrm>
            <a:off x="7170941" y="3425844"/>
            <a:ext cx="310541" cy="310595"/>
            <a:chOff x="7232011" y="3486859"/>
            <a:chExt cx="322573" cy="322629"/>
          </a:xfrm>
        </p:grpSpPr>
        <p:sp>
          <p:nvSpPr>
            <p:cNvPr id="1759" name="Google Shape;1759;p38"/>
            <p:cNvSpPr/>
            <p:nvPr/>
          </p:nvSpPr>
          <p:spPr>
            <a:xfrm>
              <a:off x="7232011" y="3486859"/>
              <a:ext cx="303035" cy="161283"/>
            </a:xfrm>
            <a:custGeom>
              <a:rect b="b" l="l" r="r" t="t"/>
              <a:pathLst>
                <a:path extrusionOk="0" h="254993" w="479107">
                  <a:moveTo>
                    <a:pt x="254993" y="29882"/>
                  </a:moveTo>
                  <a:cubicBezTo>
                    <a:pt x="326830" y="29882"/>
                    <a:pt x="393948" y="64721"/>
                    <a:pt x="436156" y="120524"/>
                  </a:cubicBezTo>
                  <a:lnTo>
                    <a:pt x="389462" y="120524"/>
                  </a:lnTo>
                  <a:lnTo>
                    <a:pt x="389462" y="150406"/>
                  </a:lnTo>
                  <a:lnTo>
                    <a:pt x="479108" y="150406"/>
                  </a:lnTo>
                  <a:lnTo>
                    <a:pt x="479108" y="60760"/>
                  </a:ln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38"/>
            <p:cNvSpPr/>
            <p:nvPr/>
          </p:nvSpPr>
          <p:spPr>
            <a:xfrm>
              <a:off x="7251549" y="3648205"/>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38"/>
            <p:cNvSpPr/>
            <p:nvPr/>
          </p:nvSpPr>
          <p:spPr>
            <a:xfrm>
              <a:off x="7289364" y="3544212"/>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164191" y="153787"/>
                  </a:moveTo>
                  <a:cubicBezTo>
                    <a:pt x="188906" y="153787"/>
                    <a:pt x="209014" y="173895"/>
                    <a:pt x="209014" y="198610"/>
                  </a:cubicBezTo>
                  <a:cubicBezTo>
                    <a:pt x="209014" y="218002"/>
                    <a:pt x="196564" y="234399"/>
                    <a:pt x="179292" y="240632"/>
                  </a:cubicBezTo>
                  <a:lnTo>
                    <a:pt x="179292" y="268938"/>
                  </a:lnTo>
                  <a:lnTo>
                    <a:pt x="149410" y="268938"/>
                  </a:lnTo>
                  <a:lnTo>
                    <a:pt x="149410" y="240729"/>
                  </a:lnTo>
                  <a:cubicBezTo>
                    <a:pt x="131975" y="234589"/>
                    <a:pt x="119368" y="218726"/>
                    <a:pt x="119368" y="199213"/>
                  </a:cubicBezTo>
                  <a:lnTo>
                    <a:pt x="149250" y="199213"/>
                  </a:lnTo>
                  <a:cubicBezTo>
                    <a:pt x="149250" y="207458"/>
                    <a:pt x="155947" y="213551"/>
                    <a:pt x="164191" y="213551"/>
                  </a:cubicBezTo>
                  <a:cubicBezTo>
                    <a:pt x="172432" y="213551"/>
                    <a:pt x="179132" y="206855"/>
                    <a:pt x="179132" y="198610"/>
                  </a:cubicBezTo>
                  <a:cubicBezTo>
                    <a:pt x="179132" y="190365"/>
                    <a:pt x="172432" y="183669"/>
                    <a:pt x="164191" y="183669"/>
                  </a:cubicBezTo>
                  <a:cubicBezTo>
                    <a:pt x="139473" y="183669"/>
                    <a:pt x="119368" y="163565"/>
                    <a:pt x="119368" y="138846"/>
                  </a:cubicBezTo>
                  <a:cubicBezTo>
                    <a:pt x="119368" y="119333"/>
                    <a:pt x="131975" y="102871"/>
                    <a:pt x="149410" y="96727"/>
                  </a:cubicBezTo>
                  <a:lnTo>
                    <a:pt x="149410" y="59764"/>
                  </a:lnTo>
                  <a:lnTo>
                    <a:pt x="179292" y="59764"/>
                  </a:lnTo>
                  <a:lnTo>
                    <a:pt x="179292" y="96829"/>
                  </a:lnTo>
                  <a:cubicBezTo>
                    <a:pt x="196564" y="103058"/>
                    <a:pt x="209014" y="119061"/>
                    <a:pt x="209014" y="138453"/>
                  </a:cubicBezTo>
                  <a:lnTo>
                    <a:pt x="179132" y="138453"/>
                  </a:lnTo>
                  <a:cubicBezTo>
                    <a:pt x="179132" y="130208"/>
                    <a:pt x="172432" y="123905"/>
                    <a:pt x="164191" y="123905"/>
                  </a:cubicBezTo>
                  <a:cubicBezTo>
                    <a:pt x="155947" y="123905"/>
                    <a:pt x="149250" y="130601"/>
                    <a:pt x="149250" y="138846"/>
                  </a:cubicBezTo>
                  <a:cubicBezTo>
                    <a:pt x="149250" y="147091"/>
                    <a:pt x="155947" y="153787"/>
                    <a:pt x="164191"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2" name="Google Shape;1762;p38"/>
          <p:cNvGrpSpPr/>
          <p:nvPr/>
        </p:nvGrpSpPr>
        <p:grpSpPr>
          <a:xfrm>
            <a:off x="5598257" y="4144510"/>
            <a:ext cx="310534" cy="310584"/>
            <a:chOff x="5682381" y="4187944"/>
            <a:chExt cx="322566" cy="322618"/>
          </a:xfrm>
        </p:grpSpPr>
        <p:sp>
          <p:nvSpPr>
            <p:cNvPr id="1763" name="Google Shape;1763;p38"/>
            <p:cNvSpPr/>
            <p:nvPr/>
          </p:nvSpPr>
          <p:spPr>
            <a:xfrm>
              <a:off x="5682381" y="4320928"/>
              <a:ext cx="322566" cy="189633"/>
            </a:xfrm>
            <a:custGeom>
              <a:rect b="b" l="l" r="r" t="t"/>
              <a:pathLst>
                <a:path extrusionOk="0" h="299815" w="509986">
                  <a:moveTo>
                    <a:pt x="305520" y="59764"/>
                  </a:moveTo>
                  <a:lnTo>
                    <a:pt x="0" y="59764"/>
                  </a:lnTo>
                  <a:lnTo>
                    <a:pt x="31866" y="299816"/>
                  </a:lnTo>
                  <a:lnTo>
                    <a:pt x="478544" y="299816"/>
                  </a:lnTo>
                  <a:lnTo>
                    <a:pt x="509986" y="0"/>
                  </a:lnTo>
                  <a:lnTo>
                    <a:pt x="33540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38"/>
            <p:cNvSpPr/>
            <p:nvPr/>
          </p:nvSpPr>
          <p:spPr>
            <a:xfrm>
              <a:off x="5758642" y="4187944"/>
              <a:ext cx="170103" cy="151833"/>
            </a:xfrm>
            <a:custGeom>
              <a:rect b="b" l="l" r="r" t="t"/>
              <a:pathLst>
                <a:path extrusionOk="0" h="240052" w="268937">
                  <a:moveTo>
                    <a:pt x="268938" y="180288"/>
                  </a:moveTo>
                  <a:lnTo>
                    <a:pt x="268938" y="0"/>
                  </a:lnTo>
                  <a:lnTo>
                    <a:pt x="0" y="0"/>
                  </a:lnTo>
                  <a:lnTo>
                    <a:pt x="0" y="240052"/>
                  </a:lnTo>
                  <a:lnTo>
                    <a:pt x="166526" y="240052"/>
                  </a:lnTo>
                  <a:lnTo>
                    <a:pt x="196408" y="180288"/>
                  </a:lnTo>
                  <a:close/>
                  <a:moveTo>
                    <a:pt x="29882" y="45819"/>
                  </a:moveTo>
                  <a:lnTo>
                    <a:pt x="239056" y="45819"/>
                  </a:lnTo>
                  <a:lnTo>
                    <a:pt x="239056" y="75701"/>
                  </a:lnTo>
                  <a:lnTo>
                    <a:pt x="29882" y="75701"/>
                  </a:lnTo>
                  <a:close/>
                  <a:moveTo>
                    <a:pt x="149410" y="195229"/>
                  </a:moveTo>
                  <a:lnTo>
                    <a:pt x="29882" y="195229"/>
                  </a:lnTo>
                  <a:lnTo>
                    <a:pt x="29882" y="165347"/>
                  </a:lnTo>
                  <a:lnTo>
                    <a:pt x="149410" y="165347"/>
                  </a:lnTo>
                  <a:close/>
                  <a:moveTo>
                    <a:pt x="29882" y="135465"/>
                  </a:moveTo>
                  <a:lnTo>
                    <a:pt x="29882" y="105583"/>
                  </a:lnTo>
                  <a:lnTo>
                    <a:pt x="239056" y="105583"/>
                  </a:lnTo>
                  <a:lnTo>
                    <a:pt x="239056"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38"/>
            <p:cNvSpPr/>
            <p:nvPr/>
          </p:nvSpPr>
          <p:spPr>
            <a:xfrm>
              <a:off x="5947719" y="4264205"/>
              <a:ext cx="38431" cy="37800"/>
            </a:xfrm>
            <a:custGeom>
              <a:rect b="b" l="l" r="r" t="t"/>
              <a:pathLst>
                <a:path extrusionOk="0" h="59763" w="60760">
                  <a:moveTo>
                    <a:pt x="0" y="0"/>
                  </a:moveTo>
                  <a:lnTo>
                    <a:pt x="60760" y="0"/>
                  </a:lnTo>
                  <a:lnTo>
                    <a:pt x="60760"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38"/>
            <p:cNvSpPr/>
            <p:nvPr/>
          </p:nvSpPr>
          <p:spPr>
            <a:xfrm>
              <a:off x="5701919" y="4264205"/>
              <a:ext cx="37800" cy="75601"/>
            </a:xfrm>
            <a:custGeom>
              <a:rect b="b" l="l" r="r" t="t"/>
              <a:pathLst>
                <a:path extrusionOk="0" h="119527" w="59763">
                  <a:moveTo>
                    <a:pt x="0" y="0"/>
                  </a:moveTo>
                  <a:lnTo>
                    <a:pt x="59764" y="0"/>
                  </a:lnTo>
                  <a:lnTo>
                    <a:pt x="59764"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67" name="Google Shape;1767;p38"/>
          <p:cNvSpPr/>
          <p:nvPr/>
        </p:nvSpPr>
        <p:spPr>
          <a:xfrm>
            <a:off x="6373727" y="4144404"/>
            <a:ext cx="311091" cy="311091"/>
          </a:xfrm>
          <a:custGeom>
            <a:rect b="b" l="l" r="r" t="t"/>
            <a:pathLst>
              <a:path extrusionOk="0" h="509986" w="509986">
                <a:moveTo>
                  <a:pt x="329698" y="149410"/>
                </a:moveTo>
                <a:lnTo>
                  <a:pt x="374521" y="149410"/>
                </a:lnTo>
                <a:lnTo>
                  <a:pt x="374521" y="480104"/>
                </a:lnTo>
                <a:lnTo>
                  <a:pt x="299816" y="480104"/>
                </a:lnTo>
                <a:lnTo>
                  <a:pt x="299816" y="240052"/>
                </a:lnTo>
                <a:lnTo>
                  <a:pt x="210170" y="240052"/>
                </a:lnTo>
                <a:lnTo>
                  <a:pt x="210170" y="480104"/>
                </a:lnTo>
                <a:lnTo>
                  <a:pt x="135465" y="480104"/>
                </a:lnTo>
                <a:lnTo>
                  <a:pt x="135465" y="359580"/>
                </a:lnTo>
                <a:lnTo>
                  <a:pt x="45819" y="359580"/>
                </a:lnTo>
                <a:lnTo>
                  <a:pt x="45819" y="480104"/>
                </a:lnTo>
                <a:lnTo>
                  <a:pt x="0" y="480104"/>
                </a:lnTo>
                <a:lnTo>
                  <a:pt x="0" y="509986"/>
                </a:lnTo>
                <a:lnTo>
                  <a:pt x="479108" y="509986"/>
                </a:lnTo>
                <a:lnTo>
                  <a:pt x="479108" y="480104"/>
                </a:lnTo>
                <a:lnTo>
                  <a:pt x="464167" y="480104"/>
                </a:lnTo>
                <a:lnTo>
                  <a:pt x="464167" y="149410"/>
                </a:lnTo>
                <a:lnTo>
                  <a:pt x="509986" y="149410"/>
                </a:lnTo>
                <a:lnTo>
                  <a:pt x="41934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68" name="Google Shape;1768;p38"/>
          <p:cNvGrpSpPr/>
          <p:nvPr/>
        </p:nvGrpSpPr>
        <p:grpSpPr>
          <a:xfrm>
            <a:off x="7170912" y="4144522"/>
            <a:ext cx="310598" cy="310563"/>
            <a:chOff x="7221689" y="4233183"/>
            <a:chExt cx="322632" cy="322595"/>
          </a:xfrm>
        </p:grpSpPr>
        <p:sp>
          <p:nvSpPr>
            <p:cNvPr id="1769" name="Google Shape;1769;p38"/>
            <p:cNvSpPr/>
            <p:nvPr/>
          </p:nvSpPr>
          <p:spPr>
            <a:xfrm>
              <a:off x="7221689" y="4309444"/>
              <a:ext cx="151833" cy="246334"/>
            </a:xfrm>
            <a:custGeom>
              <a:rect b="b" l="l" r="r" t="t"/>
              <a:pathLst>
                <a:path extrusionOk="0" h="389461" w="240052">
                  <a:moveTo>
                    <a:pt x="30878" y="389462"/>
                  </a:moveTo>
                  <a:lnTo>
                    <a:pt x="75701" y="389462"/>
                  </a:lnTo>
                  <a:lnTo>
                    <a:pt x="75701" y="239056"/>
                  </a:lnTo>
                  <a:lnTo>
                    <a:pt x="105583" y="239056"/>
                  </a:lnTo>
                  <a:lnTo>
                    <a:pt x="105583" y="389462"/>
                  </a:lnTo>
                  <a:lnTo>
                    <a:pt x="150406" y="389462"/>
                  </a:lnTo>
                  <a:lnTo>
                    <a:pt x="150406" y="105595"/>
                  </a:lnTo>
                  <a:lnTo>
                    <a:pt x="231741" y="224115"/>
                  </a:lnTo>
                  <a:lnTo>
                    <a:pt x="240052" y="224115"/>
                  </a:lnTo>
                  <a:lnTo>
                    <a:pt x="240052" y="130625"/>
                  </a:lnTo>
                  <a:lnTo>
                    <a:pt x="168222" y="25944"/>
                  </a:lnTo>
                  <a:cubicBezTo>
                    <a:pt x="157075" y="9704"/>
                    <a:pt x="138644" y="0"/>
                    <a:pt x="118933" y="0"/>
                  </a:cubicBezTo>
                  <a:lnTo>
                    <a:pt x="105583" y="0"/>
                  </a:lnTo>
                  <a:lnTo>
                    <a:pt x="105583" y="119528"/>
                  </a:lnTo>
                  <a:lnTo>
                    <a:pt x="75701" y="119528"/>
                  </a:lnTo>
                  <a:lnTo>
                    <a:pt x="75701" y="0"/>
                  </a:lnTo>
                  <a:lnTo>
                    <a:pt x="60760" y="0"/>
                  </a:lnTo>
                  <a:cubicBezTo>
                    <a:pt x="27800" y="0"/>
                    <a:pt x="0" y="26804"/>
                    <a:pt x="0" y="59764"/>
                  </a:cubicBezTo>
                  <a:lnTo>
                    <a:pt x="0" y="239056"/>
                  </a:lnTo>
                  <a:lnTo>
                    <a:pt x="30878"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38"/>
            <p:cNvSpPr/>
            <p:nvPr/>
          </p:nvSpPr>
          <p:spPr>
            <a:xfrm>
              <a:off x="7250681"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38"/>
            <p:cNvSpPr/>
            <p:nvPr/>
          </p:nvSpPr>
          <p:spPr>
            <a:xfrm>
              <a:off x="7392488" y="4309444"/>
              <a:ext cx="151833" cy="246334"/>
            </a:xfrm>
            <a:custGeom>
              <a:rect b="b" l="l" r="r" t="t"/>
              <a:pathLst>
                <a:path extrusionOk="0" h="389461" w="240052">
                  <a:moveTo>
                    <a:pt x="179292" y="0"/>
                  </a:moveTo>
                  <a:lnTo>
                    <a:pt x="164351" y="0"/>
                  </a:lnTo>
                  <a:lnTo>
                    <a:pt x="164351" y="119528"/>
                  </a:lnTo>
                  <a:lnTo>
                    <a:pt x="134469" y="119528"/>
                  </a:lnTo>
                  <a:lnTo>
                    <a:pt x="134469" y="0"/>
                  </a:lnTo>
                  <a:lnTo>
                    <a:pt x="121119" y="0"/>
                  </a:lnTo>
                  <a:cubicBezTo>
                    <a:pt x="101408" y="0"/>
                    <a:pt x="82977" y="9704"/>
                    <a:pt x="71830" y="25944"/>
                  </a:cubicBezTo>
                  <a:lnTo>
                    <a:pt x="0" y="130625"/>
                  </a:lnTo>
                  <a:lnTo>
                    <a:pt x="0" y="224115"/>
                  </a:lnTo>
                  <a:lnTo>
                    <a:pt x="8311" y="224115"/>
                  </a:lnTo>
                  <a:lnTo>
                    <a:pt x="89646" y="105595"/>
                  </a:lnTo>
                  <a:lnTo>
                    <a:pt x="89646" y="389462"/>
                  </a:lnTo>
                  <a:lnTo>
                    <a:pt x="134469" y="389462"/>
                  </a:lnTo>
                  <a:lnTo>
                    <a:pt x="134469" y="239056"/>
                  </a:lnTo>
                  <a:lnTo>
                    <a:pt x="164351" y="239056"/>
                  </a:lnTo>
                  <a:lnTo>
                    <a:pt x="164351" y="389462"/>
                  </a:lnTo>
                  <a:lnTo>
                    <a:pt x="209174" y="389462"/>
                  </a:lnTo>
                  <a:lnTo>
                    <a:pt x="209174" y="239056"/>
                  </a:lnTo>
                  <a:lnTo>
                    <a:pt x="240052" y="239056"/>
                  </a:lnTo>
                  <a:lnTo>
                    <a:pt x="240052" y="59764"/>
                  </a:lnTo>
                  <a:cubicBezTo>
                    <a:pt x="240052" y="26804"/>
                    <a:pt x="212252" y="0"/>
                    <a:pt x="179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38"/>
            <p:cNvSpPr/>
            <p:nvPr/>
          </p:nvSpPr>
          <p:spPr>
            <a:xfrm>
              <a:off x="7458666"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3" name="Google Shape;1773;p38"/>
          <p:cNvGrpSpPr/>
          <p:nvPr/>
        </p:nvGrpSpPr>
        <p:grpSpPr>
          <a:xfrm>
            <a:off x="7847794" y="2706159"/>
            <a:ext cx="310598" cy="310607"/>
            <a:chOff x="7955364" y="2692020"/>
            <a:chExt cx="322632" cy="322641"/>
          </a:xfrm>
        </p:grpSpPr>
        <p:sp>
          <p:nvSpPr>
            <p:cNvPr id="1774" name="Google Shape;1774;p38"/>
            <p:cNvSpPr/>
            <p:nvPr/>
          </p:nvSpPr>
          <p:spPr>
            <a:xfrm>
              <a:off x="8126163" y="2692044"/>
              <a:ext cx="55138" cy="120374"/>
            </a:xfrm>
            <a:custGeom>
              <a:rect b="b" l="l" r="r" t="t"/>
              <a:pathLst>
                <a:path extrusionOk="0" h="190314" w="87175">
                  <a:moveTo>
                    <a:pt x="0" y="190315"/>
                  </a:moveTo>
                  <a:lnTo>
                    <a:pt x="87175" y="146725"/>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38"/>
            <p:cNvSpPr/>
            <p:nvPr/>
          </p:nvSpPr>
          <p:spPr>
            <a:xfrm>
              <a:off x="8052089" y="2692020"/>
              <a:ext cx="55145" cy="120398"/>
            </a:xfrm>
            <a:custGeom>
              <a:rect b="b" l="l" r="r" t="t"/>
              <a:pathLst>
                <a:path extrusionOk="0" h="190353" w="87186">
                  <a:moveTo>
                    <a:pt x="87187" y="0"/>
                  </a:moveTo>
                  <a:lnTo>
                    <a:pt x="0" y="146764"/>
                  </a:lnTo>
                  <a:lnTo>
                    <a:pt x="87187" y="1903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38"/>
            <p:cNvSpPr/>
            <p:nvPr/>
          </p:nvSpPr>
          <p:spPr>
            <a:xfrm>
              <a:off x="8126163" y="2800655"/>
              <a:ext cx="83937" cy="68506"/>
            </a:xfrm>
            <a:custGeom>
              <a:rect b="b" l="l" r="r" t="t"/>
              <a:pathLst>
                <a:path extrusionOk="0" h="108310" w="132706">
                  <a:moveTo>
                    <a:pt x="0" y="108311"/>
                  </a:moveTo>
                  <a:lnTo>
                    <a:pt x="132706" y="41963"/>
                  </a:lnTo>
                  <a:lnTo>
                    <a:pt x="104143" y="0"/>
                  </a:lnTo>
                  <a:lnTo>
                    <a:pt x="0" y="520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38"/>
            <p:cNvSpPr/>
            <p:nvPr/>
          </p:nvSpPr>
          <p:spPr>
            <a:xfrm>
              <a:off x="8023286" y="2800658"/>
              <a:ext cx="83937" cy="68504"/>
            </a:xfrm>
            <a:custGeom>
              <a:rect b="b" l="l" r="r" t="t"/>
              <a:pathLst>
                <a:path extrusionOk="0" h="108306" w="132706">
                  <a:moveTo>
                    <a:pt x="0" y="41955"/>
                  </a:moveTo>
                  <a:lnTo>
                    <a:pt x="132706" y="108307"/>
                  </a:lnTo>
                  <a:lnTo>
                    <a:pt x="132706" y="52076"/>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38"/>
            <p:cNvSpPr/>
            <p:nvPr/>
          </p:nvSpPr>
          <p:spPr>
            <a:xfrm>
              <a:off x="7955364" y="2885304"/>
              <a:ext cx="151833" cy="129356"/>
            </a:xfrm>
            <a:custGeom>
              <a:rect b="b" l="l" r="r" t="t"/>
              <a:pathLst>
                <a:path extrusionOk="0" h="204516" w="240052">
                  <a:moveTo>
                    <a:pt x="240052" y="97591"/>
                  </a:moveTo>
                  <a:lnTo>
                    <a:pt x="44858" y="0"/>
                  </a:lnTo>
                  <a:lnTo>
                    <a:pt x="0" y="74771"/>
                  </a:lnTo>
                  <a:lnTo>
                    <a:pt x="240052" y="204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38"/>
            <p:cNvSpPr/>
            <p:nvPr/>
          </p:nvSpPr>
          <p:spPr>
            <a:xfrm>
              <a:off x="8126163" y="2885304"/>
              <a:ext cx="151833" cy="129356"/>
            </a:xfrm>
            <a:custGeom>
              <a:rect b="b" l="l" r="r" t="t"/>
              <a:pathLst>
                <a:path extrusionOk="0" h="204516" w="240052">
                  <a:moveTo>
                    <a:pt x="0" y="97591"/>
                  </a:moveTo>
                  <a:lnTo>
                    <a:pt x="0" y="204517"/>
                  </a:lnTo>
                  <a:lnTo>
                    <a:pt x="240052" y="74771"/>
                  </a:lnTo>
                  <a:lnTo>
                    <a:pt x="19519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38"/>
            <p:cNvSpPr/>
            <p:nvPr/>
          </p:nvSpPr>
          <p:spPr>
            <a:xfrm>
              <a:off x="8126163" y="2842981"/>
              <a:ext cx="112730" cy="82898"/>
            </a:xfrm>
            <a:custGeom>
              <a:rect b="b" l="l" r="r" t="t"/>
              <a:pathLst>
                <a:path extrusionOk="0" h="131064" w="178229">
                  <a:moveTo>
                    <a:pt x="0" y="131064"/>
                  </a:moveTo>
                  <a:lnTo>
                    <a:pt x="178230" y="41955"/>
                  </a:lnTo>
                  <a:lnTo>
                    <a:pt x="149675" y="0"/>
                  </a:lnTo>
                  <a:lnTo>
                    <a:pt x="0" y="748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38"/>
            <p:cNvSpPr/>
            <p:nvPr/>
          </p:nvSpPr>
          <p:spPr>
            <a:xfrm>
              <a:off x="7994484" y="2842979"/>
              <a:ext cx="112727" cy="82901"/>
            </a:xfrm>
            <a:custGeom>
              <a:rect b="b" l="l" r="r" t="t"/>
              <a:pathLst>
                <a:path extrusionOk="0" h="131068" w="178225">
                  <a:moveTo>
                    <a:pt x="0" y="41963"/>
                  </a:moveTo>
                  <a:lnTo>
                    <a:pt x="178226" y="131068"/>
                  </a:lnTo>
                  <a:lnTo>
                    <a:pt x="178226" y="74837"/>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2" name="Google Shape;1782;p38"/>
          <p:cNvGrpSpPr/>
          <p:nvPr/>
        </p:nvGrpSpPr>
        <p:grpSpPr>
          <a:xfrm>
            <a:off x="7847783" y="3425838"/>
            <a:ext cx="310620" cy="310606"/>
            <a:chOff x="7955191" y="3486859"/>
            <a:chExt cx="322655" cy="322641"/>
          </a:xfrm>
        </p:grpSpPr>
        <p:sp>
          <p:nvSpPr>
            <p:cNvPr id="1783" name="Google Shape;1783;p38"/>
            <p:cNvSpPr/>
            <p:nvPr/>
          </p:nvSpPr>
          <p:spPr>
            <a:xfrm>
              <a:off x="8031453" y="3486859"/>
              <a:ext cx="175359" cy="214543"/>
            </a:xfrm>
            <a:custGeom>
              <a:rect b="b" l="l" r="r" t="t"/>
              <a:pathLst>
                <a:path extrusionOk="0" h="339199" w="277248">
                  <a:moveTo>
                    <a:pt x="268938" y="29882"/>
                  </a:moveTo>
                  <a:cubicBezTo>
                    <a:pt x="268938" y="18949"/>
                    <a:pt x="272101" y="8825"/>
                    <a:pt x="277249" y="0"/>
                  </a:cubicBezTo>
                  <a:lnTo>
                    <a:pt x="44823" y="0"/>
                  </a:lnTo>
                  <a:cubicBezTo>
                    <a:pt x="20069" y="0"/>
                    <a:pt x="0" y="20069"/>
                    <a:pt x="0" y="44823"/>
                  </a:cubicBezTo>
                  <a:lnTo>
                    <a:pt x="0" y="294571"/>
                  </a:lnTo>
                  <a:lnTo>
                    <a:pt x="49850" y="339200"/>
                  </a:lnTo>
                  <a:lnTo>
                    <a:pt x="134469" y="264020"/>
                  </a:lnTo>
                  <a:lnTo>
                    <a:pt x="219088" y="339200"/>
                  </a:lnTo>
                  <a:lnTo>
                    <a:pt x="268938" y="294571"/>
                  </a:lnTo>
                  <a:close/>
                  <a:moveTo>
                    <a:pt x="89646" y="253997"/>
                  </a:moveTo>
                  <a:lnTo>
                    <a:pt x="29882" y="253997"/>
                  </a:lnTo>
                  <a:lnTo>
                    <a:pt x="29882" y="224115"/>
                  </a:lnTo>
                  <a:lnTo>
                    <a:pt x="89646" y="224115"/>
                  </a:lnTo>
                  <a:close/>
                  <a:moveTo>
                    <a:pt x="239056" y="194233"/>
                  </a:moveTo>
                  <a:lnTo>
                    <a:pt x="29882" y="194233"/>
                  </a:lnTo>
                  <a:lnTo>
                    <a:pt x="29882" y="164351"/>
                  </a:lnTo>
                  <a:lnTo>
                    <a:pt x="239056" y="164351"/>
                  </a:lnTo>
                  <a:close/>
                  <a:moveTo>
                    <a:pt x="239056" y="134469"/>
                  </a:moveTo>
                  <a:lnTo>
                    <a:pt x="29882" y="134469"/>
                  </a:lnTo>
                  <a:lnTo>
                    <a:pt x="29882" y="104587"/>
                  </a:lnTo>
                  <a:lnTo>
                    <a:pt x="239056" y="104587"/>
                  </a:lnTo>
                  <a:close/>
                  <a:moveTo>
                    <a:pt x="239056" y="74705"/>
                  </a:moveTo>
                  <a:lnTo>
                    <a:pt x="29882" y="74705"/>
                  </a:lnTo>
                  <a:lnTo>
                    <a:pt x="29882" y="44823"/>
                  </a:lnTo>
                  <a:lnTo>
                    <a:pt x="239056"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38"/>
            <p:cNvSpPr/>
            <p:nvPr/>
          </p:nvSpPr>
          <p:spPr>
            <a:xfrm>
              <a:off x="8220530" y="3486859"/>
              <a:ext cx="37800" cy="56700"/>
            </a:xfrm>
            <a:custGeom>
              <a:rect b="b" l="l" r="r" t="t"/>
              <a:pathLst>
                <a:path extrusionOk="0" h="89645" w="59763">
                  <a:moveTo>
                    <a:pt x="29882" y="0"/>
                  </a:moveTo>
                  <a:cubicBezTo>
                    <a:pt x="13377" y="0"/>
                    <a:pt x="0" y="13377"/>
                    <a:pt x="0" y="29882"/>
                  </a:cubicBezTo>
                  <a:lnTo>
                    <a:pt x="0" y="89646"/>
                  </a:lnTo>
                  <a:lnTo>
                    <a:pt x="59764" y="89646"/>
                  </a:lnTo>
                  <a:lnTo>
                    <a:pt x="59764" y="29882"/>
                  </a:lnTo>
                  <a:cubicBezTo>
                    <a:pt x="59764" y="13377"/>
                    <a:pt x="46387"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38"/>
            <p:cNvSpPr/>
            <p:nvPr/>
          </p:nvSpPr>
          <p:spPr>
            <a:xfrm>
              <a:off x="7955191" y="3630912"/>
              <a:ext cx="93537" cy="166983"/>
            </a:xfrm>
            <a:custGeom>
              <a:rect b="b" l="l" r="r" t="t"/>
              <a:pathLst>
                <a:path extrusionOk="0" h="264004" w="147884">
                  <a:moveTo>
                    <a:pt x="0" y="0"/>
                  </a:moveTo>
                  <a:lnTo>
                    <a:pt x="0" y="264004"/>
                  </a:lnTo>
                  <a:lnTo>
                    <a:pt x="147885" y="1315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38"/>
            <p:cNvSpPr/>
            <p:nvPr/>
          </p:nvSpPr>
          <p:spPr>
            <a:xfrm>
              <a:off x="8220530" y="3574742"/>
              <a:ext cx="46692" cy="81544"/>
            </a:xfrm>
            <a:custGeom>
              <a:rect b="b" l="l" r="r" t="t"/>
              <a:pathLst>
                <a:path extrusionOk="0" h="128924" w="73821">
                  <a:moveTo>
                    <a:pt x="0" y="128924"/>
                  </a:moveTo>
                  <a:lnTo>
                    <a:pt x="73822" y="63721"/>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38"/>
            <p:cNvSpPr/>
            <p:nvPr/>
          </p:nvSpPr>
          <p:spPr>
            <a:xfrm>
              <a:off x="7965834" y="3574742"/>
              <a:ext cx="46692" cy="81544"/>
            </a:xfrm>
            <a:custGeom>
              <a:rect b="b" l="l" r="r" t="t"/>
              <a:pathLst>
                <a:path extrusionOk="0" h="128924" w="73821">
                  <a:moveTo>
                    <a:pt x="73822" y="0"/>
                  </a:moveTo>
                  <a:lnTo>
                    <a:pt x="0" y="63721"/>
                  </a:lnTo>
                  <a:lnTo>
                    <a:pt x="73822" y="1289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38"/>
            <p:cNvSpPr/>
            <p:nvPr/>
          </p:nvSpPr>
          <p:spPr>
            <a:xfrm>
              <a:off x="7970593" y="3679048"/>
              <a:ext cx="291774" cy="130452"/>
            </a:xfrm>
            <a:custGeom>
              <a:rect b="b" l="l" r="r" t="t"/>
              <a:pathLst>
                <a:path extrusionOk="0" h="206248" w="461303">
                  <a:moveTo>
                    <a:pt x="0" y="206248"/>
                  </a:moveTo>
                  <a:lnTo>
                    <a:pt x="461303" y="206248"/>
                  </a:lnTo>
                  <a:lnTo>
                    <a:pt x="230652" y="0"/>
                  </a:lnTo>
                  <a:close/>
                  <a:moveTo>
                    <a:pt x="275475" y="114610"/>
                  </a:moveTo>
                  <a:lnTo>
                    <a:pt x="185829" y="114610"/>
                  </a:lnTo>
                  <a:lnTo>
                    <a:pt x="185829" y="84728"/>
                  </a:lnTo>
                  <a:lnTo>
                    <a:pt x="275475" y="847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38"/>
            <p:cNvSpPr/>
            <p:nvPr/>
          </p:nvSpPr>
          <p:spPr>
            <a:xfrm>
              <a:off x="8184310" y="3630912"/>
              <a:ext cx="93537" cy="166983"/>
            </a:xfrm>
            <a:custGeom>
              <a:rect b="b" l="l" r="r" t="t"/>
              <a:pathLst>
                <a:path extrusionOk="0" h="264004" w="147884">
                  <a:moveTo>
                    <a:pt x="147885" y="264004"/>
                  </a:moveTo>
                  <a:lnTo>
                    <a:pt x="147885" y="0"/>
                  </a:lnTo>
                  <a:lnTo>
                    <a:pt x="0" y="1315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0" name="Google Shape;1790;p38"/>
          <p:cNvGrpSpPr/>
          <p:nvPr/>
        </p:nvGrpSpPr>
        <p:grpSpPr>
          <a:xfrm>
            <a:off x="7847825" y="1990459"/>
            <a:ext cx="310534" cy="310534"/>
            <a:chOff x="7904581" y="1942639"/>
            <a:chExt cx="322566" cy="322566"/>
          </a:xfrm>
        </p:grpSpPr>
        <p:sp>
          <p:nvSpPr>
            <p:cNvPr id="1791" name="Google Shape;1791;p38"/>
            <p:cNvSpPr/>
            <p:nvPr/>
          </p:nvSpPr>
          <p:spPr>
            <a:xfrm>
              <a:off x="7904581" y="1942639"/>
              <a:ext cx="322566" cy="322566"/>
            </a:xfrm>
            <a:custGeom>
              <a:rect b="b" l="l" r="r" t="t"/>
              <a:pathLst>
                <a:path extrusionOk="0" h="509986" w="509986">
                  <a:moveTo>
                    <a:pt x="269934" y="31637"/>
                  </a:moveTo>
                  <a:lnTo>
                    <a:pt x="269934" y="0"/>
                  </a:lnTo>
                  <a:lnTo>
                    <a:pt x="240052" y="0"/>
                  </a:lnTo>
                  <a:lnTo>
                    <a:pt x="240052" y="31637"/>
                  </a:lnTo>
                  <a:cubicBezTo>
                    <a:pt x="128399" y="39049"/>
                    <a:pt x="39049" y="128399"/>
                    <a:pt x="31637" y="240052"/>
                  </a:cubicBezTo>
                  <a:lnTo>
                    <a:pt x="0" y="240052"/>
                  </a:lnTo>
                  <a:lnTo>
                    <a:pt x="0" y="269934"/>
                  </a:lnTo>
                  <a:lnTo>
                    <a:pt x="31637" y="269934"/>
                  </a:lnTo>
                  <a:cubicBezTo>
                    <a:pt x="39049" y="381587"/>
                    <a:pt x="128399" y="470937"/>
                    <a:pt x="240052" y="478349"/>
                  </a:cubicBezTo>
                  <a:lnTo>
                    <a:pt x="240052" y="509986"/>
                  </a:lnTo>
                  <a:lnTo>
                    <a:pt x="269934" y="509986"/>
                  </a:lnTo>
                  <a:lnTo>
                    <a:pt x="269934" y="478349"/>
                  </a:lnTo>
                  <a:cubicBezTo>
                    <a:pt x="381587" y="470937"/>
                    <a:pt x="470937" y="381587"/>
                    <a:pt x="478349" y="269934"/>
                  </a:cubicBezTo>
                  <a:lnTo>
                    <a:pt x="509986" y="269934"/>
                  </a:lnTo>
                  <a:lnTo>
                    <a:pt x="509986" y="240052"/>
                  </a:lnTo>
                  <a:lnTo>
                    <a:pt x="478349" y="240052"/>
                  </a:lnTo>
                  <a:cubicBezTo>
                    <a:pt x="470937" y="128399"/>
                    <a:pt x="381587" y="39049"/>
                    <a:pt x="269934" y="31637"/>
                  </a:cubicBezTo>
                  <a:close/>
                  <a:moveTo>
                    <a:pt x="240052" y="61519"/>
                  </a:moveTo>
                  <a:lnTo>
                    <a:pt x="240052" y="122034"/>
                  </a:lnTo>
                  <a:cubicBezTo>
                    <a:pt x="177973" y="129018"/>
                    <a:pt x="129018" y="177973"/>
                    <a:pt x="122034" y="240052"/>
                  </a:cubicBezTo>
                  <a:lnTo>
                    <a:pt x="61519" y="240052"/>
                  </a:lnTo>
                  <a:cubicBezTo>
                    <a:pt x="68818" y="144881"/>
                    <a:pt x="144881" y="68818"/>
                    <a:pt x="240052" y="61519"/>
                  </a:cubicBezTo>
                  <a:close/>
                  <a:moveTo>
                    <a:pt x="240052" y="448467"/>
                  </a:moveTo>
                  <a:cubicBezTo>
                    <a:pt x="144881" y="441168"/>
                    <a:pt x="68818" y="365105"/>
                    <a:pt x="61519" y="269934"/>
                  </a:cubicBezTo>
                  <a:lnTo>
                    <a:pt x="122034" y="269934"/>
                  </a:lnTo>
                  <a:cubicBezTo>
                    <a:pt x="129018" y="332013"/>
                    <a:pt x="177973" y="380968"/>
                    <a:pt x="240052" y="387952"/>
                  </a:cubicBezTo>
                  <a:close/>
                  <a:moveTo>
                    <a:pt x="240052" y="329698"/>
                  </a:moveTo>
                  <a:lnTo>
                    <a:pt x="240052" y="358070"/>
                  </a:lnTo>
                  <a:cubicBezTo>
                    <a:pt x="194424" y="351456"/>
                    <a:pt x="158530" y="315562"/>
                    <a:pt x="151916" y="269934"/>
                  </a:cubicBezTo>
                  <a:lnTo>
                    <a:pt x="180288" y="269934"/>
                  </a:lnTo>
                  <a:lnTo>
                    <a:pt x="180288" y="240052"/>
                  </a:lnTo>
                  <a:lnTo>
                    <a:pt x="151916" y="240052"/>
                  </a:lnTo>
                  <a:cubicBezTo>
                    <a:pt x="158530" y="194424"/>
                    <a:pt x="194424" y="158530"/>
                    <a:pt x="240052" y="151916"/>
                  </a:cubicBezTo>
                  <a:lnTo>
                    <a:pt x="240052" y="180288"/>
                  </a:lnTo>
                  <a:lnTo>
                    <a:pt x="269934" y="180288"/>
                  </a:lnTo>
                  <a:lnTo>
                    <a:pt x="269934" y="151916"/>
                  </a:lnTo>
                  <a:cubicBezTo>
                    <a:pt x="315562" y="158530"/>
                    <a:pt x="351456" y="194424"/>
                    <a:pt x="358070" y="240052"/>
                  </a:cubicBezTo>
                  <a:lnTo>
                    <a:pt x="329698" y="240052"/>
                  </a:lnTo>
                  <a:lnTo>
                    <a:pt x="329698" y="269922"/>
                  </a:lnTo>
                  <a:lnTo>
                    <a:pt x="358070" y="269922"/>
                  </a:lnTo>
                  <a:cubicBezTo>
                    <a:pt x="351456" y="315551"/>
                    <a:pt x="315562" y="351456"/>
                    <a:pt x="269934" y="358070"/>
                  </a:cubicBezTo>
                  <a:lnTo>
                    <a:pt x="269934" y="329698"/>
                  </a:lnTo>
                  <a:close/>
                  <a:moveTo>
                    <a:pt x="269934" y="448467"/>
                  </a:moveTo>
                  <a:lnTo>
                    <a:pt x="269934" y="387952"/>
                  </a:lnTo>
                  <a:cubicBezTo>
                    <a:pt x="332013" y="380968"/>
                    <a:pt x="380968" y="332005"/>
                    <a:pt x="387952" y="269922"/>
                  </a:cubicBezTo>
                  <a:lnTo>
                    <a:pt x="448467" y="269922"/>
                  </a:lnTo>
                  <a:cubicBezTo>
                    <a:pt x="441168" y="365097"/>
                    <a:pt x="365105" y="441168"/>
                    <a:pt x="269934" y="448467"/>
                  </a:cubicBezTo>
                  <a:close/>
                  <a:moveTo>
                    <a:pt x="387952" y="240052"/>
                  </a:moveTo>
                  <a:cubicBezTo>
                    <a:pt x="380968" y="177973"/>
                    <a:pt x="332013" y="129018"/>
                    <a:pt x="269934" y="122034"/>
                  </a:cubicBezTo>
                  <a:lnTo>
                    <a:pt x="269934" y="61519"/>
                  </a:lnTo>
                  <a:cubicBezTo>
                    <a:pt x="365105" y="68818"/>
                    <a:pt x="441168" y="144881"/>
                    <a:pt x="448467"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38"/>
            <p:cNvSpPr/>
            <p:nvPr/>
          </p:nvSpPr>
          <p:spPr>
            <a:xfrm>
              <a:off x="8037566" y="2075623"/>
              <a:ext cx="56700" cy="56700"/>
            </a:xfrm>
            <a:custGeom>
              <a:rect b="b" l="l" r="r" t="t"/>
              <a:pathLst>
                <a:path extrusionOk="0" h="89645" w="89645">
                  <a:moveTo>
                    <a:pt x="89646" y="44823"/>
                  </a:moveTo>
                  <a:cubicBezTo>
                    <a:pt x="89646" y="20108"/>
                    <a:pt x="69538" y="0"/>
                    <a:pt x="44823" y="0"/>
                  </a:cubicBezTo>
                  <a:cubicBezTo>
                    <a:pt x="20108" y="0"/>
                    <a:pt x="0" y="20108"/>
                    <a:pt x="0" y="44823"/>
                  </a:cubicBezTo>
                  <a:cubicBezTo>
                    <a:pt x="0" y="69538"/>
                    <a:pt x="20108" y="89646"/>
                    <a:pt x="44823" y="89646"/>
                  </a:cubicBezTo>
                  <a:cubicBezTo>
                    <a:pt x="69538" y="89646"/>
                    <a:pt x="89646" y="69538"/>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3" name="Google Shape;1793;p38"/>
          <p:cNvGrpSpPr/>
          <p:nvPr/>
        </p:nvGrpSpPr>
        <p:grpSpPr>
          <a:xfrm>
            <a:off x="7847790" y="1249508"/>
            <a:ext cx="310605" cy="310596"/>
            <a:chOff x="7926451" y="1147800"/>
            <a:chExt cx="322640" cy="322630"/>
          </a:xfrm>
        </p:grpSpPr>
        <p:sp>
          <p:nvSpPr>
            <p:cNvPr id="1794" name="Google Shape;1794;p38"/>
            <p:cNvSpPr/>
            <p:nvPr/>
          </p:nvSpPr>
          <p:spPr>
            <a:xfrm>
              <a:off x="7926451" y="1312755"/>
              <a:ext cx="38431" cy="157675"/>
            </a:xfrm>
            <a:custGeom>
              <a:rect b="b" l="l" r="r" t="t"/>
              <a:pathLst>
                <a:path extrusionOk="0" h="249288" w="60760">
                  <a:moveTo>
                    <a:pt x="60760" y="29882"/>
                  </a:moveTo>
                  <a:lnTo>
                    <a:pt x="0" y="0"/>
                  </a:lnTo>
                  <a:lnTo>
                    <a:pt x="0" y="249289"/>
                  </a:lnTo>
                  <a:lnTo>
                    <a:pt x="60760" y="2492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5" name="Google Shape;1795;p38"/>
            <p:cNvSpPr/>
            <p:nvPr/>
          </p:nvSpPr>
          <p:spPr>
            <a:xfrm>
              <a:off x="8116159" y="1224061"/>
              <a:ext cx="132933" cy="246334"/>
            </a:xfrm>
            <a:custGeom>
              <a:rect b="b" l="l" r="r" t="t"/>
              <a:pathLst>
                <a:path extrusionOk="0" h="389461" w="210170">
                  <a:moveTo>
                    <a:pt x="0" y="89646"/>
                  </a:moveTo>
                  <a:lnTo>
                    <a:pt x="29882" y="89646"/>
                  </a:lnTo>
                  <a:lnTo>
                    <a:pt x="29882" y="389462"/>
                  </a:lnTo>
                  <a:lnTo>
                    <a:pt x="74705" y="389462"/>
                  </a:lnTo>
                  <a:lnTo>
                    <a:pt x="74705" y="358584"/>
                  </a:lnTo>
                  <a:lnTo>
                    <a:pt x="104587" y="358584"/>
                  </a:lnTo>
                  <a:lnTo>
                    <a:pt x="104587" y="389462"/>
                  </a:lnTo>
                  <a:lnTo>
                    <a:pt x="134469" y="389462"/>
                  </a:lnTo>
                  <a:lnTo>
                    <a:pt x="134469" y="358584"/>
                  </a:lnTo>
                  <a:lnTo>
                    <a:pt x="164351" y="358584"/>
                  </a:lnTo>
                  <a:lnTo>
                    <a:pt x="164351" y="389462"/>
                  </a:lnTo>
                  <a:lnTo>
                    <a:pt x="210170" y="389462"/>
                  </a:lnTo>
                  <a:lnTo>
                    <a:pt x="210170" y="0"/>
                  </a:lnTo>
                  <a:lnTo>
                    <a:pt x="0" y="0"/>
                  </a:lnTo>
                  <a:close/>
                  <a:moveTo>
                    <a:pt x="59764" y="29882"/>
                  </a:moveTo>
                  <a:lnTo>
                    <a:pt x="179292" y="29882"/>
                  </a:lnTo>
                  <a:lnTo>
                    <a:pt x="179292" y="59764"/>
                  </a:lnTo>
                  <a:lnTo>
                    <a:pt x="59764" y="59764"/>
                  </a:lnTo>
                  <a:close/>
                  <a:moveTo>
                    <a:pt x="59764" y="89646"/>
                  </a:moveTo>
                  <a:lnTo>
                    <a:pt x="179292" y="89646"/>
                  </a:lnTo>
                  <a:lnTo>
                    <a:pt x="179292" y="119528"/>
                  </a:lnTo>
                  <a:lnTo>
                    <a:pt x="59764" y="119528"/>
                  </a:lnTo>
                  <a:close/>
                  <a:moveTo>
                    <a:pt x="59764" y="149410"/>
                  </a:moveTo>
                  <a:lnTo>
                    <a:pt x="179292" y="149410"/>
                  </a:lnTo>
                  <a:lnTo>
                    <a:pt x="179292" y="179292"/>
                  </a:lnTo>
                  <a:lnTo>
                    <a:pt x="59764" y="179292"/>
                  </a:lnTo>
                  <a:close/>
                  <a:moveTo>
                    <a:pt x="59764" y="209174"/>
                  </a:moveTo>
                  <a:lnTo>
                    <a:pt x="179292" y="209174"/>
                  </a:lnTo>
                  <a:lnTo>
                    <a:pt x="179292" y="239056"/>
                  </a:lnTo>
                  <a:lnTo>
                    <a:pt x="59764" y="239056"/>
                  </a:lnTo>
                  <a:close/>
                  <a:moveTo>
                    <a:pt x="59764" y="268938"/>
                  </a:moveTo>
                  <a:lnTo>
                    <a:pt x="179292" y="268938"/>
                  </a:lnTo>
                  <a:lnTo>
                    <a:pt x="179292" y="298820"/>
                  </a:lnTo>
                  <a:lnTo>
                    <a:pt x="59764" y="2988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38"/>
            <p:cNvSpPr/>
            <p:nvPr/>
          </p:nvSpPr>
          <p:spPr>
            <a:xfrm>
              <a:off x="8135066" y="1147800"/>
              <a:ext cx="93547" cy="57331"/>
            </a:xfrm>
            <a:custGeom>
              <a:rect b="b" l="l" r="r" t="t"/>
              <a:pathLst>
                <a:path extrusionOk="0" h="90642" w="147900">
                  <a:moveTo>
                    <a:pt x="44823" y="0"/>
                  </a:moveTo>
                  <a:lnTo>
                    <a:pt x="0" y="0"/>
                  </a:lnTo>
                  <a:lnTo>
                    <a:pt x="0" y="90642"/>
                  </a:lnTo>
                  <a:lnTo>
                    <a:pt x="147900" y="90642"/>
                  </a:lnTo>
                  <a:cubicBezTo>
                    <a:pt x="140574" y="40092"/>
                    <a:pt x="97369" y="0"/>
                    <a:pt x="448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38"/>
            <p:cNvSpPr/>
            <p:nvPr/>
          </p:nvSpPr>
          <p:spPr>
            <a:xfrm>
              <a:off x="7983805" y="1224061"/>
              <a:ext cx="132302" cy="246334"/>
            </a:xfrm>
            <a:custGeom>
              <a:rect b="b" l="l" r="r" t="t"/>
              <a:pathLst>
                <a:path extrusionOk="0" h="389461" w="209173">
                  <a:moveTo>
                    <a:pt x="74705" y="0"/>
                  </a:moveTo>
                  <a:lnTo>
                    <a:pt x="74705" y="59764"/>
                  </a:lnTo>
                  <a:lnTo>
                    <a:pt x="29882" y="59764"/>
                  </a:lnTo>
                  <a:lnTo>
                    <a:pt x="29882" y="119528"/>
                  </a:lnTo>
                  <a:lnTo>
                    <a:pt x="0" y="119528"/>
                  </a:lnTo>
                  <a:lnTo>
                    <a:pt x="0" y="389462"/>
                  </a:lnTo>
                  <a:lnTo>
                    <a:pt x="209174" y="389462"/>
                  </a:lnTo>
                  <a:lnTo>
                    <a:pt x="209174" y="119528"/>
                  </a:lnTo>
                  <a:lnTo>
                    <a:pt x="179292" y="119528"/>
                  </a:lnTo>
                  <a:lnTo>
                    <a:pt x="179292" y="59764"/>
                  </a:lnTo>
                  <a:lnTo>
                    <a:pt x="134469" y="59764"/>
                  </a:lnTo>
                  <a:lnTo>
                    <a:pt x="134469" y="0"/>
                  </a:lnTo>
                  <a:close/>
                  <a:moveTo>
                    <a:pt x="59764" y="328702"/>
                  </a:moveTo>
                  <a:lnTo>
                    <a:pt x="29882" y="328702"/>
                  </a:lnTo>
                  <a:lnTo>
                    <a:pt x="29882" y="298820"/>
                  </a:lnTo>
                  <a:lnTo>
                    <a:pt x="59764" y="298820"/>
                  </a:lnTo>
                  <a:close/>
                  <a:moveTo>
                    <a:pt x="59764" y="268938"/>
                  </a:moveTo>
                  <a:lnTo>
                    <a:pt x="29882" y="268938"/>
                  </a:lnTo>
                  <a:lnTo>
                    <a:pt x="29882" y="239056"/>
                  </a:lnTo>
                  <a:lnTo>
                    <a:pt x="59764" y="239056"/>
                  </a:lnTo>
                  <a:close/>
                  <a:moveTo>
                    <a:pt x="59764" y="209174"/>
                  </a:moveTo>
                  <a:lnTo>
                    <a:pt x="29882" y="209174"/>
                  </a:lnTo>
                  <a:lnTo>
                    <a:pt x="29882" y="179292"/>
                  </a:lnTo>
                  <a:lnTo>
                    <a:pt x="59764" y="179292"/>
                  </a:lnTo>
                  <a:close/>
                  <a:moveTo>
                    <a:pt x="149410" y="179292"/>
                  </a:moveTo>
                  <a:lnTo>
                    <a:pt x="179292" y="179292"/>
                  </a:lnTo>
                  <a:lnTo>
                    <a:pt x="179292" y="209174"/>
                  </a:lnTo>
                  <a:lnTo>
                    <a:pt x="149410" y="209174"/>
                  </a:lnTo>
                  <a:close/>
                  <a:moveTo>
                    <a:pt x="149410" y="239056"/>
                  </a:moveTo>
                  <a:lnTo>
                    <a:pt x="179292" y="239056"/>
                  </a:lnTo>
                  <a:lnTo>
                    <a:pt x="179292" y="268938"/>
                  </a:lnTo>
                  <a:lnTo>
                    <a:pt x="149410" y="268938"/>
                  </a:lnTo>
                  <a:close/>
                  <a:moveTo>
                    <a:pt x="149410" y="298820"/>
                  </a:moveTo>
                  <a:lnTo>
                    <a:pt x="179292" y="298820"/>
                  </a:lnTo>
                  <a:lnTo>
                    <a:pt x="179292" y="328702"/>
                  </a:lnTo>
                  <a:lnTo>
                    <a:pt x="149410" y="328702"/>
                  </a:lnTo>
                  <a:close/>
                  <a:moveTo>
                    <a:pt x="119528" y="328702"/>
                  </a:moveTo>
                  <a:lnTo>
                    <a:pt x="89646" y="328702"/>
                  </a:lnTo>
                  <a:lnTo>
                    <a:pt x="89646" y="298820"/>
                  </a:lnTo>
                  <a:lnTo>
                    <a:pt x="119528" y="298820"/>
                  </a:lnTo>
                  <a:close/>
                  <a:moveTo>
                    <a:pt x="119528" y="268938"/>
                  </a:moveTo>
                  <a:lnTo>
                    <a:pt x="89646" y="268938"/>
                  </a:lnTo>
                  <a:lnTo>
                    <a:pt x="89646" y="239056"/>
                  </a:lnTo>
                  <a:lnTo>
                    <a:pt x="119528" y="239056"/>
                  </a:lnTo>
                  <a:close/>
                  <a:moveTo>
                    <a:pt x="119528" y="209174"/>
                  </a:moveTo>
                  <a:lnTo>
                    <a:pt x="89646" y="209174"/>
                  </a:lnTo>
                  <a:lnTo>
                    <a:pt x="89646" y="179292"/>
                  </a:lnTo>
                  <a:lnTo>
                    <a:pt x="119528" y="179292"/>
                  </a:lnTo>
                  <a:close/>
                  <a:moveTo>
                    <a:pt x="119528" y="149410"/>
                  </a:moveTo>
                  <a:lnTo>
                    <a:pt x="89646" y="149410"/>
                  </a:lnTo>
                  <a:lnTo>
                    <a:pt x="89646" y="11952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8" name="Google Shape;1798;p38"/>
          <p:cNvGrpSpPr/>
          <p:nvPr/>
        </p:nvGrpSpPr>
        <p:grpSpPr>
          <a:xfrm>
            <a:off x="7884823" y="4144493"/>
            <a:ext cx="236539" cy="310621"/>
            <a:chOff x="7955191" y="4233183"/>
            <a:chExt cx="245704" cy="322656"/>
          </a:xfrm>
        </p:grpSpPr>
        <p:sp>
          <p:nvSpPr>
            <p:cNvPr id="1799" name="Google Shape;1799;p38"/>
            <p:cNvSpPr/>
            <p:nvPr/>
          </p:nvSpPr>
          <p:spPr>
            <a:xfrm>
              <a:off x="8063098" y="4309444"/>
              <a:ext cx="29974" cy="14987"/>
            </a:xfrm>
            <a:custGeom>
              <a:rect b="b" l="l" r="r" t="t"/>
              <a:pathLst>
                <a:path extrusionOk="0" h="23695" w="47390">
                  <a:moveTo>
                    <a:pt x="0" y="0"/>
                  </a:moveTo>
                  <a:lnTo>
                    <a:pt x="23695" y="23695"/>
                  </a:lnTo>
                  <a:lnTo>
                    <a:pt x="4739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38"/>
            <p:cNvSpPr/>
            <p:nvPr/>
          </p:nvSpPr>
          <p:spPr>
            <a:xfrm>
              <a:off x="8087545" y="4347260"/>
              <a:ext cx="45899" cy="54742"/>
            </a:xfrm>
            <a:custGeom>
              <a:rect b="b" l="l" r="r" t="t"/>
              <a:pathLst>
                <a:path extrusionOk="0" h="86548" w="72568">
                  <a:moveTo>
                    <a:pt x="0" y="86549"/>
                  </a:moveTo>
                  <a:lnTo>
                    <a:pt x="72569"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38"/>
            <p:cNvSpPr/>
            <p:nvPr/>
          </p:nvSpPr>
          <p:spPr>
            <a:xfrm>
              <a:off x="8025283" y="4313358"/>
              <a:ext cx="29974" cy="14987"/>
            </a:xfrm>
            <a:custGeom>
              <a:rect b="b" l="l" r="r" t="t"/>
              <a:pathLst>
                <a:path extrusionOk="0" h="23695" w="47390">
                  <a:moveTo>
                    <a:pt x="23695" y="0"/>
                  </a:moveTo>
                  <a:lnTo>
                    <a:pt x="0" y="23695"/>
                  </a:lnTo>
                  <a:lnTo>
                    <a:pt x="47391" y="236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38"/>
            <p:cNvSpPr/>
            <p:nvPr/>
          </p:nvSpPr>
          <p:spPr>
            <a:xfrm>
              <a:off x="8022720" y="4347260"/>
              <a:ext cx="45899" cy="54742"/>
            </a:xfrm>
            <a:custGeom>
              <a:rect b="b" l="l" r="r" t="t"/>
              <a:pathLst>
                <a:path extrusionOk="0" h="86548" w="72568">
                  <a:moveTo>
                    <a:pt x="72569" y="86549"/>
                  </a:moveTo>
                  <a:lnTo>
                    <a:pt x="72569"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38"/>
            <p:cNvSpPr/>
            <p:nvPr/>
          </p:nvSpPr>
          <p:spPr>
            <a:xfrm>
              <a:off x="8100914" y="4313358"/>
              <a:ext cx="29974" cy="14987"/>
            </a:xfrm>
            <a:custGeom>
              <a:rect b="b" l="l" r="r" t="t"/>
              <a:pathLst>
                <a:path extrusionOk="0" h="23695" w="47390">
                  <a:moveTo>
                    <a:pt x="0" y="23695"/>
                  </a:moveTo>
                  <a:lnTo>
                    <a:pt x="47391" y="23695"/>
                  </a:lnTo>
                  <a:lnTo>
                    <a:pt x="2369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38"/>
            <p:cNvSpPr/>
            <p:nvPr/>
          </p:nvSpPr>
          <p:spPr>
            <a:xfrm>
              <a:off x="7955191" y="4233183"/>
              <a:ext cx="245704" cy="246334"/>
            </a:xfrm>
            <a:custGeom>
              <a:rect b="b" l="l" r="r" t="t"/>
              <a:pathLst>
                <a:path extrusionOk="0" h="389461" w="388465">
                  <a:moveTo>
                    <a:pt x="194233" y="0"/>
                  </a:moveTo>
                  <a:cubicBezTo>
                    <a:pt x="87136" y="0"/>
                    <a:pt x="0" y="88132"/>
                    <a:pt x="0" y="195229"/>
                  </a:cubicBezTo>
                  <a:cubicBezTo>
                    <a:pt x="0" y="302326"/>
                    <a:pt x="87136" y="389462"/>
                    <a:pt x="194233" y="389462"/>
                  </a:cubicBezTo>
                  <a:cubicBezTo>
                    <a:pt x="301330" y="389462"/>
                    <a:pt x="388466" y="302326"/>
                    <a:pt x="388466" y="195229"/>
                  </a:cubicBezTo>
                  <a:cubicBezTo>
                    <a:pt x="388466" y="88132"/>
                    <a:pt x="301330" y="0"/>
                    <a:pt x="194233" y="0"/>
                  </a:cubicBezTo>
                  <a:close/>
                  <a:moveTo>
                    <a:pt x="194233" y="331173"/>
                  </a:moveTo>
                  <a:lnTo>
                    <a:pt x="54468" y="164456"/>
                  </a:lnTo>
                  <a:lnTo>
                    <a:pt x="128282" y="90642"/>
                  </a:lnTo>
                  <a:lnTo>
                    <a:pt x="260183" y="90642"/>
                  </a:lnTo>
                  <a:lnTo>
                    <a:pt x="333997" y="1644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38"/>
            <p:cNvSpPr/>
            <p:nvPr/>
          </p:nvSpPr>
          <p:spPr>
            <a:xfrm>
              <a:off x="8101763" y="4464034"/>
              <a:ext cx="97934" cy="91804"/>
            </a:xfrm>
            <a:custGeom>
              <a:rect b="b" l="l" r="r" t="t"/>
              <a:pathLst>
                <a:path extrusionOk="0" h="145145" w="154837">
                  <a:moveTo>
                    <a:pt x="0" y="51118"/>
                  </a:moveTo>
                  <a:lnTo>
                    <a:pt x="51593" y="145146"/>
                  </a:lnTo>
                  <a:lnTo>
                    <a:pt x="83619" y="77981"/>
                  </a:lnTo>
                  <a:lnTo>
                    <a:pt x="154838" y="82561"/>
                  </a:lnTo>
                  <a:lnTo>
                    <a:pt x="108657" y="0"/>
                  </a:lnTo>
                  <a:cubicBezTo>
                    <a:pt x="78374" y="26116"/>
                    <a:pt x="41092" y="44173"/>
                    <a:pt x="0" y="5111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38"/>
            <p:cNvSpPr/>
            <p:nvPr/>
          </p:nvSpPr>
          <p:spPr>
            <a:xfrm>
              <a:off x="7956447" y="4464022"/>
              <a:ext cx="97934" cy="91817"/>
            </a:xfrm>
            <a:custGeom>
              <a:rect b="b" l="l" r="r" t="t"/>
              <a:pathLst>
                <a:path extrusionOk="0" h="145165" w="154837">
                  <a:moveTo>
                    <a:pt x="0" y="82580"/>
                  </a:moveTo>
                  <a:lnTo>
                    <a:pt x="71219" y="78001"/>
                  </a:lnTo>
                  <a:lnTo>
                    <a:pt x="103245" y="145165"/>
                  </a:lnTo>
                  <a:lnTo>
                    <a:pt x="154838" y="51138"/>
                  </a:lnTo>
                  <a:cubicBezTo>
                    <a:pt x="113734" y="44193"/>
                    <a:pt x="76444" y="26127"/>
                    <a:pt x="4615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0" name="Shape 1810"/>
        <p:cNvGrpSpPr/>
        <p:nvPr/>
      </p:nvGrpSpPr>
      <p:grpSpPr>
        <a:xfrm>
          <a:off x="0" y="0"/>
          <a:ext cx="0" cy="0"/>
          <a:chOff x="0" y="0"/>
          <a:chExt cx="0" cy="0"/>
        </a:xfrm>
      </p:grpSpPr>
      <p:sp>
        <p:nvSpPr>
          <p:cNvPr id="1811" name="Google Shape;1811;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812" name="Google Shape;1812;p39"/>
          <p:cNvSpPr txBox="1"/>
          <p:nvPr>
            <p:ph idx="1" type="body"/>
          </p:nvPr>
        </p:nvSpPr>
        <p:spPr>
          <a:xfrm>
            <a:off x="720000" y="1063350"/>
            <a:ext cx="7704000" cy="6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203200" lvl="0" marL="241300" rtl="0" algn="l">
              <a:spcBef>
                <a:spcPts val="1000"/>
              </a:spcBef>
              <a:spcAft>
                <a:spcPts val="0"/>
              </a:spcAft>
              <a:buSzPts val="1200"/>
              <a:buFont typeface="Catamaran"/>
              <a:buChar char="●"/>
            </a:pPr>
            <a:r>
              <a:rPr lang="en" u="sng">
                <a:hlinkClick r:id="rId3"/>
              </a:rPr>
              <a:t>Ring infographic set</a:t>
            </a:r>
            <a:endParaRPr/>
          </a:p>
        </p:txBody>
      </p:sp>
      <p:grpSp>
        <p:nvGrpSpPr>
          <p:cNvPr id="1813" name="Google Shape;1813;p39"/>
          <p:cNvGrpSpPr/>
          <p:nvPr/>
        </p:nvGrpSpPr>
        <p:grpSpPr>
          <a:xfrm>
            <a:off x="713234" y="1758030"/>
            <a:ext cx="2848515" cy="2845963"/>
            <a:chOff x="650852" y="1723730"/>
            <a:chExt cx="2848515" cy="2845963"/>
          </a:xfrm>
        </p:grpSpPr>
        <p:sp>
          <p:nvSpPr>
            <p:cNvPr id="1814" name="Google Shape;1814;p39"/>
            <p:cNvSpPr/>
            <p:nvPr/>
          </p:nvSpPr>
          <p:spPr>
            <a:xfrm>
              <a:off x="870541" y="1943592"/>
              <a:ext cx="2304944" cy="2306996"/>
            </a:xfrm>
            <a:custGeom>
              <a:rect b="b" l="l" r="r" t="t"/>
              <a:pathLst>
                <a:path extrusionOk="0" h="1754236" w="1752676">
                  <a:moveTo>
                    <a:pt x="1752677" y="877118"/>
                  </a:moveTo>
                  <a:cubicBezTo>
                    <a:pt x="1752677" y="1361537"/>
                    <a:pt x="1360327" y="1754236"/>
                    <a:pt x="876338" y="1754236"/>
                  </a:cubicBezTo>
                  <a:cubicBezTo>
                    <a:pt x="392350" y="1754236"/>
                    <a:pt x="0" y="1361537"/>
                    <a:pt x="0" y="877118"/>
                  </a:cubicBezTo>
                  <a:cubicBezTo>
                    <a:pt x="0" y="392699"/>
                    <a:pt x="392350" y="0"/>
                    <a:pt x="876338" y="0"/>
                  </a:cubicBezTo>
                  <a:cubicBezTo>
                    <a:pt x="1360327" y="0"/>
                    <a:pt x="1752677" y="392699"/>
                    <a:pt x="1752677" y="8771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5" name="Google Shape;1815;p39"/>
            <p:cNvGrpSpPr/>
            <p:nvPr/>
          </p:nvGrpSpPr>
          <p:grpSpPr>
            <a:xfrm>
              <a:off x="1015917" y="2089092"/>
              <a:ext cx="2014195" cy="2015992"/>
              <a:chOff x="3133929" y="1644217"/>
              <a:chExt cx="1531591" cy="1532957"/>
            </a:xfrm>
          </p:grpSpPr>
          <p:sp>
            <p:nvSpPr>
              <p:cNvPr id="1816" name="Google Shape;1816;p39"/>
              <p:cNvSpPr/>
              <p:nvPr/>
            </p:nvSpPr>
            <p:spPr>
              <a:xfrm>
                <a:off x="3369945" y="2412809"/>
                <a:ext cx="1059534" cy="528222"/>
              </a:xfrm>
              <a:custGeom>
                <a:rect b="b" l="l" r="r" t="t"/>
                <a:pathLst>
                  <a:path extrusionOk="0" h="528222" w="1059534">
                    <a:moveTo>
                      <a:pt x="528174" y="528220"/>
                    </a:moveTo>
                    <a:cubicBezTo>
                      <a:pt x="819339" y="529086"/>
                      <a:pt x="1056640" y="294622"/>
                      <a:pt x="1059535" y="3212"/>
                    </a:cubicBezTo>
                    <a:lnTo>
                      <a:pt x="0" y="0"/>
                    </a:lnTo>
                    <a:cubicBezTo>
                      <a:pt x="1132" y="291423"/>
                      <a:pt x="237010" y="527322"/>
                      <a:pt x="528174" y="528220"/>
                    </a:cubicBezTo>
                    <a:close/>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39"/>
              <p:cNvSpPr/>
              <p:nvPr/>
            </p:nvSpPr>
            <p:spPr>
              <a:xfrm>
                <a:off x="3901329" y="1644220"/>
                <a:ext cx="764191" cy="772515"/>
              </a:xfrm>
              <a:custGeom>
                <a:rect b="b" l="l" r="r" t="t"/>
                <a:pathLst>
                  <a:path extrusionOk="0" h="772515" w="764191">
                    <a:moveTo>
                      <a:pt x="764022" y="751514"/>
                    </a:moveTo>
                    <a:cubicBezTo>
                      <a:pt x="755905" y="335019"/>
                      <a:pt x="416916" y="1268"/>
                      <a:pt x="715" y="0"/>
                    </a:cubicBezTo>
                    <a:lnTo>
                      <a:pt x="0" y="236144"/>
                    </a:lnTo>
                    <a:cubicBezTo>
                      <a:pt x="285872" y="237043"/>
                      <a:pt x="519472" y="464793"/>
                      <a:pt x="527872" y="750798"/>
                    </a:cubicBezTo>
                    <a:cubicBezTo>
                      <a:pt x="528038" y="756550"/>
                      <a:pt x="528273" y="762286"/>
                      <a:pt x="528255" y="768082"/>
                    </a:cubicBezTo>
                    <a:cubicBezTo>
                      <a:pt x="528251" y="769329"/>
                      <a:pt x="528163" y="770555"/>
                      <a:pt x="528150" y="771800"/>
                    </a:cubicBezTo>
                    <a:lnTo>
                      <a:pt x="764083" y="772516"/>
                    </a:lnTo>
                    <a:cubicBezTo>
                      <a:pt x="764093" y="771270"/>
                      <a:pt x="764185" y="770045"/>
                      <a:pt x="764189" y="768797"/>
                    </a:cubicBezTo>
                    <a:cubicBezTo>
                      <a:pt x="764206" y="763019"/>
                      <a:pt x="764133" y="757261"/>
                      <a:pt x="764022" y="751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39"/>
              <p:cNvSpPr/>
              <p:nvPr/>
            </p:nvSpPr>
            <p:spPr>
              <a:xfrm>
                <a:off x="3897404" y="2416020"/>
                <a:ext cx="768008" cy="761154"/>
              </a:xfrm>
              <a:custGeom>
                <a:rect b="b" l="l" r="r" t="t"/>
                <a:pathLst>
                  <a:path extrusionOk="0" h="761154" w="768008">
                    <a:moveTo>
                      <a:pt x="532075" y="0"/>
                    </a:moveTo>
                    <a:cubicBezTo>
                      <a:pt x="529180" y="291410"/>
                      <a:pt x="291879" y="525874"/>
                      <a:pt x="715" y="525009"/>
                    </a:cubicBezTo>
                    <a:lnTo>
                      <a:pt x="0" y="761151"/>
                    </a:lnTo>
                    <a:cubicBezTo>
                      <a:pt x="421466" y="762412"/>
                      <a:pt x="764717" y="422545"/>
                      <a:pt x="768008" y="71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39"/>
              <p:cNvSpPr/>
              <p:nvPr/>
            </p:nvSpPr>
            <p:spPr>
              <a:xfrm>
                <a:off x="3134012" y="2412093"/>
                <a:ext cx="764107" cy="765078"/>
              </a:xfrm>
              <a:custGeom>
                <a:rect b="b" l="l" r="r" t="t"/>
                <a:pathLst>
                  <a:path extrusionOk="0" h="765078" w="764107">
                    <a:moveTo>
                      <a:pt x="235933" y="715"/>
                    </a:moveTo>
                    <a:lnTo>
                      <a:pt x="0" y="0"/>
                    </a:lnTo>
                    <a:cubicBezTo>
                      <a:pt x="738" y="421842"/>
                      <a:pt x="341927" y="763785"/>
                      <a:pt x="763393" y="765078"/>
                    </a:cubicBezTo>
                    <a:lnTo>
                      <a:pt x="764107" y="528936"/>
                    </a:lnTo>
                    <a:cubicBezTo>
                      <a:pt x="472943" y="528037"/>
                      <a:pt x="237064" y="292138"/>
                      <a:pt x="235933" y="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39"/>
              <p:cNvSpPr/>
              <p:nvPr/>
            </p:nvSpPr>
            <p:spPr>
              <a:xfrm>
                <a:off x="3133929" y="1644217"/>
                <a:ext cx="768114" cy="768591"/>
              </a:xfrm>
              <a:custGeom>
                <a:rect b="b" l="l" r="r" t="t"/>
                <a:pathLst>
                  <a:path extrusionOk="0" h="768591" w="768114">
                    <a:moveTo>
                      <a:pt x="271" y="746875"/>
                    </a:moveTo>
                    <a:cubicBezTo>
                      <a:pt x="127" y="752622"/>
                      <a:pt x="18" y="758379"/>
                      <a:pt x="0" y="764158"/>
                    </a:cubicBezTo>
                    <a:cubicBezTo>
                      <a:pt x="-4" y="765405"/>
                      <a:pt x="81" y="766631"/>
                      <a:pt x="83" y="767877"/>
                    </a:cubicBezTo>
                    <a:lnTo>
                      <a:pt x="236016" y="768592"/>
                    </a:lnTo>
                    <a:cubicBezTo>
                      <a:pt x="236011" y="767347"/>
                      <a:pt x="235929" y="766120"/>
                      <a:pt x="235933" y="764873"/>
                    </a:cubicBezTo>
                    <a:cubicBezTo>
                      <a:pt x="235951" y="759077"/>
                      <a:pt x="236220" y="753342"/>
                      <a:pt x="236423" y="747591"/>
                    </a:cubicBezTo>
                    <a:cubicBezTo>
                      <a:pt x="246553" y="461642"/>
                      <a:pt x="481527" y="235312"/>
                      <a:pt x="767400" y="236147"/>
                    </a:cubicBezTo>
                    <a:lnTo>
                      <a:pt x="768115" y="4"/>
                    </a:lnTo>
                    <a:cubicBezTo>
                      <a:pt x="351913" y="-1253"/>
                      <a:pt x="10909" y="330437"/>
                      <a:pt x="271" y="746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21" name="Google Shape;1821;p39"/>
            <p:cNvSpPr/>
            <p:nvPr/>
          </p:nvSpPr>
          <p:spPr>
            <a:xfrm rot="-2700000">
              <a:off x="2938633" y="2871949"/>
              <a:ext cx="464407" cy="464820"/>
            </a:xfrm>
            <a:custGeom>
              <a:rect b="b" l="l" r="r" t="t"/>
              <a:pathLst>
                <a:path extrusionOk="0" h="353252" w="352938">
                  <a:moveTo>
                    <a:pt x="352939" y="176626"/>
                  </a:moveTo>
                  <a:cubicBezTo>
                    <a:pt x="352939" y="274174"/>
                    <a:pt x="273930" y="353253"/>
                    <a:pt x="176469" y="353253"/>
                  </a:cubicBezTo>
                  <a:cubicBezTo>
                    <a:pt x="79008" y="353253"/>
                    <a:pt x="0" y="274174"/>
                    <a:pt x="0" y="176626"/>
                  </a:cubicBezTo>
                  <a:cubicBezTo>
                    <a:pt x="0" y="79078"/>
                    <a:pt x="79008" y="0"/>
                    <a:pt x="176469" y="0"/>
                  </a:cubicBezTo>
                  <a:cubicBezTo>
                    <a:pt x="273930" y="0"/>
                    <a:pt x="352939" y="79078"/>
                    <a:pt x="352939" y="1766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39"/>
            <p:cNvSpPr/>
            <p:nvPr/>
          </p:nvSpPr>
          <p:spPr>
            <a:xfrm>
              <a:off x="3068801" y="2999512"/>
              <a:ext cx="204059" cy="217550"/>
            </a:xfrm>
            <a:custGeom>
              <a:rect b="b" l="l" r="r" t="t"/>
              <a:pathLst>
                <a:path extrusionOk="0" h="131649" w="123485">
                  <a:moveTo>
                    <a:pt x="61922" y="0"/>
                  </a:moveTo>
                  <a:cubicBezTo>
                    <a:pt x="27837" y="-113"/>
                    <a:pt x="114" y="27450"/>
                    <a:pt x="0" y="61565"/>
                  </a:cubicBezTo>
                  <a:cubicBezTo>
                    <a:pt x="-53" y="77489"/>
                    <a:pt x="6041" y="92819"/>
                    <a:pt x="17009" y="104354"/>
                  </a:cubicBezTo>
                  <a:lnTo>
                    <a:pt x="11006" y="131649"/>
                  </a:lnTo>
                  <a:lnTo>
                    <a:pt x="38215" y="118921"/>
                  </a:lnTo>
                  <a:cubicBezTo>
                    <a:pt x="69739" y="131922"/>
                    <a:pt x="105824" y="116882"/>
                    <a:pt x="118814" y="85330"/>
                  </a:cubicBezTo>
                  <a:cubicBezTo>
                    <a:pt x="131803" y="53778"/>
                    <a:pt x="116777" y="17660"/>
                    <a:pt x="85252" y="4660"/>
                  </a:cubicBezTo>
                  <a:cubicBezTo>
                    <a:pt x="77851" y="1607"/>
                    <a:pt x="69927" y="25"/>
                    <a:pt x="61922" y="0"/>
                  </a:cubicBezTo>
                  <a:close/>
                  <a:moveTo>
                    <a:pt x="34306" y="66077"/>
                  </a:moveTo>
                  <a:cubicBezTo>
                    <a:pt x="30898" y="66067"/>
                    <a:pt x="28143" y="63293"/>
                    <a:pt x="28153" y="59882"/>
                  </a:cubicBezTo>
                  <a:cubicBezTo>
                    <a:pt x="28163" y="56471"/>
                    <a:pt x="30934" y="53713"/>
                    <a:pt x="34343" y="53723"/>
                  </a:cubicBezTo>
                  <a:cubicBezTo>
                    <a:pt x="37751" y="53733"/>
                    <a:pt x="40506" y="56507"/>
                    <a:pt x="40496" y="59918"/>
                  </a:cubicBezTo>
                  <a:cubicBezTo>
                    <a:pt x="40486" y="63329"/>
                    <a:pt x="37716" y="66087"/>
                    <a:pt x="34307" y="66077"/>
                  </a:cubicBezTo>
                  <a:cubicBezTo>
                    <a:pt x="34307" y="66077"/>
                    <a:pt x="34307" y="66077"/>
                    <a:pt x="34306" y="66077"/>
                  </a:cubicBezTo>
                  <a:close/>
                  <a:moveTo>
                    <a:pt x="61911" y="66161"/>
                  </a:moveTo>
                  <a:cubicBezTo>
                    <a:pt x="58503" y="66151"/>
                    <a:pt x="55748" y="63377"/>
                    <a:pt x="55758" y="59966"/>
                  </a:cubicBezTo>
                  <a:cubicBezTo>
                    <a:pt x="55768" y="56554"/>
                    <a:pt x="58539" y="53797"/>
                    <a:pt x="61947" y="53807"/>
                  </a:cubicBezTo>
                  <a:cubicBezTo>
                    <a:pt x="65356" y="53817"/>
                    <a:pt x="68111" y="56591"/>
                    <a:pt x="68101" y="60002"/>
                  </a:cubicBezTo>
                  <a:cubicBezTo>
                    <a:pt x="68091" y="63413"/>
                    <a:pt x="65320" y="66171"/>
                    <a:pt x="61912" y="66161"/>
                  </a:cubicBezTo>
                  <a:cubicBezTo>
                    <a:pt x="61912" y="66161"/>
                    <a:pt x="61911" y="66161"/>
                    <a:pt x="61911" y="66161"/>
                  </a:cubicBezTo>
                  <a:close/>
                  <a:moveTo>
                    <a:pt x="89518" y="66245"/>
                  </a:moveTo>
                  <a:cubicBezTo>
                    <a:pt x="86109" y="66235"/>
                    <a:pt x="83354" y="63461"/>
                    <a:pt x="83364" y="60050"/>
                  </a:cubicBezTo>
                  <a:cubicBezTo>
                    <a:pt x="83374" y="56638"/>
                    <a:pt x="86145" y="53881"/>
                    <a:pt x="89554" y="53891"/>
                  </a:cubicBezTo>
                  <a:cubicBezTo>
                    <a:pt x="92962" y="53901"/>
                    <a:pt x="95717" y="56675"/>
                    <a:pt x="95707" y="60086"/>
                  </a:cubicBezTo>
                  <a:cubicBezTo>
                    <a:pt x="95697" y="63497"/>
                    <a:pt x="92926" y="66255"/>
                    <a:pt x="89518" y="662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39"/>
            <p:cNvSpPr/>
            <p:nvPr/>
          </p:nvSpPr>
          <p:spPr>
            <a:xfrm>
              <a:off x="1798180" y="1723730"/>
              <a:ext cx="464149" cy="464562"/>
            </a:xfrm>
            <a:custGeom>
              <a:rect b="b" l="l" r="r" t="t"/>
              <a:pathLst>
                <a:path extrusionOk="0" h="353252" w="352938">
                  <a:moveTo>
                    <a:pt x="1" y="176090"/>
                  </a:moveTo>
                  <a:cubicBezTo>
                    <a:pt x="-295" y="273638"/>
                    <a:pt x="78473" y="352956"/>
                    <a:pt x="175934" y="353252"/>
                  </a:cubicBezTo>
                  <a:cubicBezTo>
                    <a:pt x="273395" y="353548"/>
                    <a:pt x="352642" y="274710"/>
                    <a:pt x="352938" y="177162"/>
                  </a:cubicBezTo>
                  <a:cubicBezTo>
                    <a:pt x="353233" y="79615"/>
                    <a:pt x="274466" y="297"/>
                    <a:pt x="177005" y="1"/>
                  </a:cubicBezTo>
                  <a:cubicBezTo>
                    <a:pt x="79544" y="-294"/>
                    <a:pt x="297" y="78543"/>
                    <a:pt x="2" y="1760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4" name="Google Shape;1824;p39"/>
            <p:cNvSpPr/>
            <p:nvPr/>
          </p:nvSpPr>
          <p:spPr>
            <a:xfrm>
              <a:off x="1914557" y="1839237"/>
              <a:ext cx="233314" cy="233560"/>
            </a:xfrm>
            <a:custGeom>
              <a:rect b="b" l="l" r="r" t="t"/>
              <a:pathLst>
                <a:path extrusionOk="0" h="154932" w="154769">
                  <a:moveTo>
                    <a:pt x="154685" y="91689"/>
                  </a:moveTo>
                  <a:lnTo>
                    <a:pt x="154769" y="63712"/>
                  </a:lnTo>
                  <a:lnTo>
                    <a:pt x="136941" y="63657"/>
                  </a:lnTo>
                  <a:cubicBezTo>
                    <a:pt x="135454" y="57198"/>
                    <a:pt x="132922" y="51025"/>
                    <a:pt x="129447" y="45383"/>
                  </a:cubicBezTo>
                  <a:lnTo>
                    <a:pt x="142084" y="32811"/>
                  </a:lnTo>
                  <a:lnTo>
                    <a:pt x="122379" y="12967"/>
                  </a:lnTo>
                  <a:lnTo>
                    <a:pt x="109741" y="25539"/>
                  </a:lnTo>
                  <a:cubicBezTo>
                    <a:pt x="104124" y="22027"/>
                    <a:pt x="97972" y="19456"/>
                    <a:pt x="91528" y="17928"/>
                  </a:cubicBezTo>
                  <a:lnTo>
                    <a:pt x="91582" y="85"/>
                  </a:lnTo>
                  <a:lnTo>
                    <a:pt x="63629" y="0"/>
                  </a:lnTo>
                  <a:lnTo>
                    <a:pt x="63575" y="17843"/>
                  </a:lnTo>
                  <a:cubicBezTo>
                    <a:pt x="57130" y="19333"/>
                    <a:pt x="50971" y="21866"/>
                    <a:pt x="45343" y="25344"/>
                  </a:cubicBezTo>
                  <a:lnTo>
                    <a:pt x="32756" y="12695"/>
                  </a:lnTo>
                  <a:lnTo>
                    <a:pt x="12930" y="32419"/>
                  </a:lnTo>
                  <a:lnTo>
                    <a:pt x="25516" y="45068"/>
                  </a:lnTo>
                  <a:cubicBezTo>
                    <a:pt x="22007" y="50690"/>
                    <a:pt x="19439" y="56848"/>
                    <a:pt x="17912" y="63297"/>
                  </a:cubicBezTo>
                  <a:lnTo>
                    <a:pt x="85" y="63243"/>
                  </a:lnTo>
                  <a:lnTo>
                    <a:pt x="0" y="91220"/>
                  </a:lnTo>
                  <a:lnTo>
                    <a:pt x="17827" y="91274"/>
                  </a:lnTo>
                  <a:cubicBezTo>
                    <a:pt x="19316" y="97725"/>
                    <a:pt x="21847" y="103890"/>
                    <a:pt x="25321" y="109524"/>
                  </a:cubicBezTo>
                  <a:lnTo>
                    <a:pt x="12659" y="122122"/>
                  </a:lnTo>
                  <a:lnTo>
                    <a:pt x="32365" y="141964"/>
                  </a:lnTo>
                  <a:lnTo>
                    <a:pt x="45028" y="129392"/>
                  </a:lnTo>
                  <a:cubicBezTo>
                    <a:pt x="50642" y="132886"/>
                    <a:pt x="56783" y="135448"/>
                    <a:pt x="63215" y="136978"/>
                  </a:cubicBezTo>
                  <a:lnTo>
                    <a:pt x="63161" y="154848"/>
                  </a:lnTo>
                  <a:lnTo>
                    <a:pt x="91114" y="154933"/>
                  </a:lnTo>
                  <a:lnTo>
                    <a:pt x="91168" y="137063"/>
                  </a:lnTo>
                  <a:cubicBezTo>
                    <a:pt x="97616" y="135571"/>
                    <a:pt x="103782" y="133047"/>
                    <a:pt x="109426" y="129588"/>
                  </a:cubicBezTo>
                  <a:lnTo>
                    <a:pt x="121988" y="142237"/>
                  </a:lnTo>
                  <a:lnTo>
                    <a:pt x="141813" y="122513"/>
                  </a:lnTo>
                  <a:lnTo>
                    <a:pt x="129252" y="109839"/>
                  </a:lnTo>
                  <a:cubicBezTo>
                    <a:pt x="132761" y="104227"/>
                    <a:pt x="135330" y="98077"/>
                    <a:pt x="136856" y="91634"/>
                  </a:cubicBezTo>
                  <a:close/>
                  <a:moveTo>
                    <a:pt x="77286" y="105706"/>
                  </a:moveTo>
                  <a:cubicBezTo>
                    <a:pt x="61703" y="105658"/>
                    <a:pt x="49109" y="92976"/>
                    <a:pt x="49157" y="77380"/>
                  </a:cubicBezTo>
                  <a:cubicBezTo>
                    <a:pt x="49204" y="61784"/>
                    <a:pt x="61875" y="49179"/>
                    <a:pt x="77457" y="49226"/>
                  </a:cubicBezTo>
                  <a:cubicBezTo>
                    <a:pt x="93039" y="49274"/>
                    <a:pt x="105633" y="61955"/>
                    <a:pt x="105586" y="77551"/>
                  </a:cubicBezTo>
                  <a:cubicBezTo>
                    <a:pt x="105549" y="93137"/>
                    <a:pt x="92894" y="105743"/>
                    <a:pt x="77321" y="105706"/>
                  </a:cubicBezTo>
                  <a:cubicBezTo>
                    <a:pt x="77309" y="105706"/>
                    <a:pt x="77297" y="105706"/>
                    <a:pt x="77286" y="10570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39"/>
            <p:cNvSpPr/>
            <p:nvPr/>
          </p:nvSpPr>
          <p:spPr>
            <a:xfrm>
              <a:off x="650852" y="2865145"/>
              <a:ext cx="464147" cy="464560"/>
            </a:xfrm>
            <a:custGeom>
              <a:rect b="b" l="l" r="r" t="t"/>
              <a:pathLst>
                <a:path extrusionOk="0" h="353251" w="352937">
                  <a:moveTo>
                    <a:pt x="177003" y="1"/>
                  </a:moveTo>
                  <a:cubicBezTo>
                    <a:pt x="79542" y="-294"/>
                    <a:pt x="296" y="78544"/>
                    <a:pt x="1" y="176091"/>
                  </a:cubicBezTo>
                  <a:cubicBezTo>
                    <a:pt x="-294" y="273639"/>
                    <a:pt x="78474" y="352956"/>
                    <a:pt x="175935" y="353251"/>
                  </a:cubicBezTo>
                  <a:cubicBezTo>
                    <a:pt x="273395" y="353546"/>
                    <a:pt x="352642" y="274707"/>
                    <a:pt x="352937" y="177160"/>
                  </a:cubicBezTo>
                  <a:cubicBezTo>
                    <a:pt x="353232" y="79614"/>
                    <a:pt x="274465" y="297"/>
                    <a:pt x="177005" y="1"/>
                  </a:cubicBezTo>
                  <a:cubicBezTo>
                    <a:pt x="177004" y="1"/>
                    <a:pt x="177003" y="1"/>
                    <a:pt x="177003" y="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26" name="Google Shape;1826;p39"/>
            <p:cNvGrpSpPr/>
            <p:nvPr/>
          </p:nvGrpSpPr>
          <p:grpSpPr>
            <a:xfrm>
              <a:off x="758644" y="2975908"/>
              <a:ext cx="242152" cy="242368"/>
              <a:chOff x="2952607" y="2331870"/>
              <a:chExt cx="160472" cy="160615"/>
            </a:xfrm>
          </p:grpSpPr>
          <p:sp>
            <p:nvSpPr>
              <p:cNvPr id="1827" name="Google Shape;1827;p39"/>
              <p:cNvSpPr/>
              <p:nvPr/>
            </p:nvSpPr>
            <p:spPr>
              <a:xfrm>
                <a:off x="2952607" y="2331870"/>
                <a:ext cx="160472" cy="160615"/>
              </a:xfrm>
              <a:custGeom>
                <a:rect b="b" l="l" r="r" t="t"/>
                <a:pathLst>
                  <a:path extrusionOk="0" h="160615" w="160472">
                    <a:moveTo>
                      <a:pt x="80481" y="0"/>
                    </a:moveTo>
                    <a:cubicBezTo>
                      <a:pt x="36168" y="-135"/>
                      <a:pt x="135" y="35710"/>
                      <a:pt x="0" y="80063"/>
                    </a:cubicBezTo>
                    <a:cubicBezTo>
                      <a:pt x="-135" y="124415"/>
                      <a:pt x="35679" y="160480"/>
                      <a:pt x="79992" y="160615"/>
                    </a:cubicBezTo>
                    <a:cubicBezTo>
                      <a:pt x="124305" y="160750"/>
                      <a:pt x="160337" y="124905"/>
                      <a:pt x="160472" y="80552"/>
                    </a:cubicBezTo>
                    <a:cubicBezTo>
                      <a:pt x="160472" y="80552"/>
                      <a:pt x="160472" y="80552"/>
                      <a:pt x="160472" y="80551"/>
                    </a:cubicBezTo>
                    <a:cubicBezTo>
                      <a:pt x="160606" y="36199"/>
                      <a:pt x="124793" y="136"/>
                      <a:pt x="80481" y="0"/>
                    </a:cubicBezTo>
                    <a:close/>
                    <a:moveTo>
                      <a:pt x="80042" y="144925"/>
                    </a:moveTo>
                    <a:cubicBezTo>
                      <a:pt x="44387" y="144817"/>
                      <a:pt x="15570" y="115800"/>
                      <a:pt x="15678" y="80113"/>
                    </a:cubicBezTo>
                    <a:cubicBezTo>
                      <a:pt x="15786" y="44427"/>
                      <a:pt x="44777" y="15584"/>
                      <a:pt x="80432" y="15692"/>
                    </a:cubicBezTo>
                    <a:cubicBezTo>
                      <a:pt x="116087" y="15800"/>
                      <a:pt x="144904" y="44817"/>
                      <a:pt x="144796" y="80504"/>
                    </a:cubicBezTo>
                    <a:cubicBezTo>
                      <a:pt x="144689" y="116191"/>
                      <a:pt x="115697" y="145033"/>
                      <a:pt x="80042" y="14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39"/>
              <p:cNvSpPr/>
              <p:nvPr/>
            </p:nvSpPr>
            <p:spPr>
              <a:xfrm>
                <a:off x="3020783" y="2378353"/>
                <a:ext cx="15716" cy="48125"/>
              </a:xfrm>
              <a:custGeom>
                <a:rect b="b" l="l" r="r" t="t"/>
                <a:pathLst>
                  <a:path extrusionOk="0" h="48125" w="15716">
                    <a:moveTo>
                      <a:pt x="13527" y="0"/>
                    </a:moveTo>
                    <a:cubicBezTo>
                      <a:pt x="12313" y="-5"/>
                      <a:pt x="11326" y="976"/>
                      <a:pt x="11321" y="2191"/>
                    </a:cubicBezTo>
                    <a:cubicBezTo>
                      <a:pt x="11321" y="2191"/>
                      <a:pt x="11321" y="2192"/>
                      <a:pt x="11321" y="2193"/>
                    </a:cubicBezTo>
                    <a:lnTo>
                      <a:pt x="11226" y="33843"/>
                    </a:lnTo>
                    <a:lnTo>
                      <a:pt x="627" y="44386"/>
                    </a:lnTo>
                    <a:cubicBezTo>
                      <a:pt x="-222" y="45255"/>
                      <a:pt x="-207" y="46648"/>
                      <a:pt x="661" y="47498"/>
                    </a:cubicBezTo>
                    <a:cubicBezTo>
                      <a:pt x="1511" y="48331"/>
                      <a:pt x="2870" y="48336"/>
                      <a:pt x="3726" y="47508"/>
                    </a:cubicBezTo>
                    <a:lnTo>
                      <a:pt x="14970" y="36321"/>
                    </a:lnTo>
                    <a:cubicBezTo>
                      <a:pt x="15384" y="35910"/>
                      <a:pt x="15617" y="35351"/>
                      <a:pt x="15619" y="34767"/>
                    </a:cubicBezTo>
                    <a:lnTo>
                      <a:pt x="15717" y="2206"/>
                    </a:lnTo>
                    <a:cubicBezTo>
                      <a:pt x="15721" y="992"/>
                      <a:pt x="14742" y="5"/>
                      <a:pt x="13529" y="0"/>
                    </a:cubicBezTo>
                    <a:cubicBezTo>
                      <a:pt x="13529" y="0"/>
                      <a:pt x="13528" y="0"/>
                      <a:pt x="1352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29" name="Google Shape;1829;p39"/>
            <p:cNvSpPr/>
            <p:nvPr/>
          </p:nvSpPr>
          <p:spPr>
            <a:xfrm rot="-3273732">
              <a:off x="1791291" y="4013475"/>
              <a:ext cx="464294" cy="464707"/>
            </a:xfrm>
            <a:custGeom>
              <a:rect b="b" l="l" r="r" t="t"/>
              <a:pathLst>
                <a:path extrusionOk="0" h="353252" w="352938">
                  <a:moveTo>
                    <a:pt x="352939" y="176626"/>
                  </a:moveTo>
                  <a:cubicBezTo>
                    <a:pt x="352939" y="274175"/>
                    <a:pt x="273931" y="353253"/>
                    <a:pt x="176470" y="353253"/>
                  </a:cubicBezTo>
                  <a:cubicBezTo>
                    <a:pt x="79008" y="353253"/>
                    <a:pt x="0" y="274175"/>
                    <a:pt x="0" y="176626"/>
                  </a:cubicBezTo>
                  <a:cubicBezTo>
                    <a:pt x="0" y="79078"/>
                    <a:pt x="79008" y="0"/>
                    <a:pt x="176470" y="0"/>
                  </a:cubicBezTo>
                  <a:cubicBezTo>
                    <a:pt x="273931" y="0"/>
                    <a:pt x="352939" y="79078"/>
                    <a:pt x="352939" y="1766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0" name="Google Shape;1830;p39"/>
            <p:cNvGrpSpPr/>
            <p:nvPr/>
          </p:nvGrpSpPr>
          <p:grpSpPr>
            <a:xfrm>
              <a:off x="1918387" y="4131153"/>
              <a:ext cx="222024" cy="222111"/>
              <a:chOff x="3830103" y="3207994"/>
              <a:chExt cx="147133" cy="147191"/>
            </a:xfrm>
          </p:grpSpPr>
          <p:sp>
            <p:nvSpPr>
              <p:cNvPr id="1831" name="Google Shape;1831;p39"/>
              <p:cNvSpPr/>
              <p:nvPr/>
            </p:nvSpPr>
            <p:spPr>
              <a:xfrm>
                <a:off x="3909726" y="3207994"/>
                <a:ext cx="67510" cy="67774"/>
              </a:xfrm>
              <a:custGeom>
                <a:rect b="b" l="l" r="r" t="t"/>
                <a:pathLst>
                  <a:path extrusionOk="0" h="67774" w="67510">
                    <a:moveTo>
                      <a:pt x="205" y="0"/>
                    </a:moveTo>
                    <a:lnTo>
                      <a:pt x="0" y="67569"/>
                    </a:lnTo>
                    <a:lnTo>
                      <a:pt x="67510" y="67774"/>
                    </a:lnTo>
                    <a:cubicBezTo>
                      <a:pt x="67624" y="30457"/>
                      <a:pt x="37491" y="114"/>
                      <a:pt x="208" y="0"/>
                    </a:cubicBezTo>
                    <a:cubicBezTo>
                      <a:pt x="207" y="0"/>
                      <a:pt x="206" y="0"/>
                      <a:pt x="20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39"/>
              <p:cNvSpPr/>
              <p:nvPr/>
            </p:nvSpPr>
            <p:spPr>
              <a:xfrm>
                <a:off x="3830103" y="3220045"/>
                <a:ext cx="135020" cy="135140"/>
              </a:xfrm>
              <a:custGeom>
                <a:rect b="b" l="l" r="r" t="t"/>
                <a:pathLst>
                  <a:path extrusionOk="0" h="135140" w="135020">
                    <a:moveTo>
                      <a:pt x="67510" y="67570"/>
                    </a:moveTo>
                    <a:lnTo>
                      <a:pt x="67715" y="0"/>
                    </a:lnTo>
                    <a:cubicBezTo>
                      <a:pt x="30430" y="-113"/>
                      <a:pt x="113" y="30048"/>
                      <a:pt x="0" y="67366"/>
                    </a:cubicBezTo>
                    <a:cubicBezTo>
                      <a:pt x="-113" y="104684"/>
                      <a:pt x="30021" y="135027"/>
                      <a:pt x="67306" y="135140"/>
                    </a:cubicBezTo>
                    <a:cubicBezTo>
                      <a:pt x="104591" y="135253"/>
                      <a:pt x="134907" y="105093"/>
                      <a:pt x="135020" y="677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3" name="Google Shape;1833;p39"/>
            <p:cNvGrpSpPr/>
            <p:nvPr/>
          </p:nvGrpSpPr>
          <p:grpSpPr>
            <a:xfrm>
              <a:off x="1215938" y="2294207"/>
              <a:ext cx="1614122" cy="1615545"/>
              <a:chOff x="3286024" y="1800186"/>
              <a:chExt cx="1227376" cy="1228458"/>
            </a:xfrm>
          </p:grpSpPr>
          <p:sp>
            <p:nvSpPr>
              <p:cNvPr id="1834" name="Google Shape;1834;p39"/>
              <p:cNvSpPr/>
              <p:nvPr/>
            </p:nvSpPr>
            <p:spPr>
              <a:xfrm>
                <a:off x="3607778" y="1800186"/>
                <a:ext cx="583867" cy="615114"/>
              </a:xfrm>
              <a:custGeom>
                <a:rect b="b" l="l" r="r" t="t"/>
                <a:pathLst>
                  <a:path extrusionOk="0" h="615114" w="583867">
                    <a:moveTo>
                      <a:pt x="293794" y="0"/>
                    </a:moveTo>
                    <a:lnTo>
                      <a:pt x="0" y="613343"/>
                    </a:lnTo>
                    <a:lnTo>
                      <a:pt x="583868" y="615115"/>
                    </a:lnTo>
                    <a:lnTo>
                      <a:pt x="29379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39"/>
              <p:cNvSpPr/>
              <p:nvPr/>
            </p:nvSpPr>
            <p:spPr>
              <a:xfrm>
                <a:off x="3607778" y="2413530"/>
                <a:ext cx="583867" cy="615114"/>
              </a:xfrm>
              <a:custGeom>
                <a:rect b="b" l="l" r="r" t="t"/>
                <a:pathLst>
                  <a:path extrusionOk="0" h="615114" w="583867">
                    <a:moveTo>
                      <a:pt x="290073" y="615115"/>
                    </a:moveTo>
                    <a:lnTo>
                      <a:pt x="583868" y="1772"/>
                    </a:lnTo>
                    <a:lnTo>
                      <a:pt x="0" y="0"/>
                    </a:lnTo>
                    <a:lnTo>
                      <a:pt x="290073" y="6151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39"/>
              <p:cNvSpPr/>
              <p:nvPr/>
            </p:nvSpPr>
            <p:spPr>
              <a:xfrm>
                <a:off x="3286024" y="2122227"/>
                <a:ext cx="614568" cy="584377"/>
              </a:xfrm>
              <a:custGeom>
                <a:rect b="b" l="l" r="r" t="t"/>
                <a:pathLst>
                  <a:path extrusionOk="0" h="584377" w="614568">
                    <a:moveTo>
                      <a:pt x="0" y="290332"/>
                    </a:moveTo>
                    <a:lnTo>
                      <a:pt x="612808" y="584378"/>
                    </a:lnTo>
                    <a:lnTo>
                      <a:pt x="614568" y="0"/>
                    </a:lnTo>
                    <a:lnTo>
                      <a:pt x="0" y="29033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39"/>
              <p:cNvSpPr/>
              <p:nvPr/>
            </p:nvSpPr>
            <p:spPr>
              <a:xfrm>
                <a:off x="3898832" y="2122227"/>
                <a:ext cx="614568" cy="584377"/>
              </a:xfrm>
              <a:custGeom>
                <a:rect b="b" l="l" r="r" t="t"/>
                <a:pathLst>
                  <a:path extrusionOk="0" h="584377" w="614568">
                    <a:moveTo>
                      <a:pt x="614568" y="294046"/>
                    </a:moveTo>
                    <a:lnTo>
                      <a:pt x="1761" y="0"/>
                    </a:lnTo>
                    <a:lnTo>
                      <a:pt x="0" y="584378"/>
                    </a:lnTo>
                    <a:lnTo>
                      <a:pt x="614568" y="29404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8" name="Google Shape;1838;p39"/>
              <p:cNvGrpSpPr/>
              <p:nvPr/>
            </p:nvGrpSpPr>
            <p:grpSpPr>
              <a:xfrm>
                <a:off x="3554646" y="2065717"/>
                <a:ext cx="690024" cy="690552"/>
                <a:chOff x="3554646" y="2065717"/>
                <a:chExt cx="690024" cy="690552"/>
              </a:xfrm>
            </p:grpSpPr>
            <p:sp>
              <p:nvSpPr>
                <p:cNvPr id="1839" name="Google Shape;1839;p39"/>
                <p:cNvSpPr/>
                <p:nvPr/>
              </p:nvSpPr>
              <p:spPr>
                <a:xfrm rot="-257992">
                  <a:off x="3577887" y="2088936"/>
                  <a:ext cx="643542" cy="644114"/>
                </a:xfrm>
                <a:custGeom>
                  <a:rect b="b" l="l" r="r" t="t"/>
                  <a:pathLst>
                    <a:path extrusionOk="0" h="643911" w="643339">
                      <a:moveTo>
                        <a:pt x="643340" y="321956"/>
                      </a:moveTo>
                      <a:cubicBezTo>
                        <a:pt x="643340" y="499767"/>
                        <a:pt x="499323" y="643912"/>
                        <a:pt x="321670" y="643912"/>
                      </a:cubicBezTo>
                      <a:cubicBezTo>
                        <a:pt x="144017" y="643912"/>
                        <a:pt x="0" y="499767"/>
                        <a:pt x="0" y="321956"/>
                      </a:cubicBezTo>
                      <a:cubicBezTo>
                        <a:pt x="0" y="144145"/>
                        <a:pt x="144017" y="0"/>
                        <a:pt x="321670" y="0"/>
                      </a:cubicBezTo>
                      <a:cubicBezTo>
                        <a:pt x="499323" y="0"/>
                        <a:pt x="643340" y="144145"/>
                        <a:pt x="643340" y="3219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39"/>
                <p:cNvSpPr/>
                <p:nvPr/>
              </p:nvSpPr>
              <p:spPr>
                <a:xfrm rot="-5271145">
                  <a:off x="3741049" y="2251645"/>
                  <a:ext cx="317257" cy="317539"/>
                </a:xfrm>
                <a:custGeom>
                  <a:rect b="b" l="l" r="r" t="t"/>
                  <a:pathLst>
                    <a:path extrusionOk="0" h="317316" w="317034">
                      <a:moveTo>
                        <a:pt x="317034" y="158658"/>
                      </a:moveTo>
                      <a:cubicBezTo>
                        <a:pt x="317034" y="246283"/>
                        <a:pt x="246064" y="317316"/>
                        <a:pt x="158517" y="317316"/>
                      </a:cubicBezTo>
                      <a:cubicBezTo>
                        <a:pt x="70971" y="317316"/>
                        <a:pt x="0" y="246283"/>
                        <a:pt x="0" y="158658"/>
                      </a:cubicBezTo>
                      <a:cubicBezTo>
                        <a:pt x="0" y="71034"/>
                        <a:pt x="70971" y="0"/>
                        <a:pt x="158517" y="0"/>
                      </a:cubicBezTo>
                      <a:cubicBezTo>
                        <a:pt x="246064" y="0"/>
                        <a:pt x="317034" y="71034"/>
                        <a:pt x="317034" y="158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41" name="Google Shape;1841;p39"/>
            <p:cNvGrpSpPr/>
            <p:nvPr/>
          </p:nvGrpSpPr>
          <p:grpSpPr>
            <a:xfrm>
              <a:off x="1900460" y="2980902"/>
              <a:ext cx="242150" cy="242150"/>
              <a:chOff x="868275" y="1215607"/>
              <a:chExt cx="322566" cy="322566"/>
            </a:xfrm>
          </p:grpSpPr>
          <p:sp>
            <p:nvSpPr>
              <p:cNvPr id="1842" name="Google Shape;1842;p39"/>
              <p:cNvSpPr/>
              <p:nvPr/>
            </p:nvSpPr>
            <p:spPr>
              <a:xfrm>
                <a:off x="868275" y="1215607"/>
                <a:ext cx="322566" cy="322566"/>
              </a:xfrm>
              <a:custGeom>
                <a:rect b="b" l="l" r="r" t="t"/>
                <a:pathLst>
                  <a:path extrusionOk="0" h="509986" w="509986">
                    <a:moveTo>
                      <a:pt x="451996" y="148566"/>
                    </a:moveTo>
                    <a:lnTo>
                      <a:pt x="475256" y="116030"/>
                    </a:lnTo>
                    <a:lnTo>
                      <a:pt x="393956" y="34730"/>
                    </a:lnTo>
                    <a:lnTo>
                      <a:pt x="361420" y="57990"/>
                    </a:lnTo>
                    <a:cubicBezTo>
                      <a:pt x="347950" y="50694"/>
                      <a:pt x="333768" y="44827"/>
                      <a:pt x="319049" y="40434"/>
                    </a:cubicBezTo>
                    <a:lnTo>
                      <a:pt x="312465" y="0"/>
                    </a:lnTo>
                    <a:lnTo>
                      <a:pt x="197521" y="0"/>
                    </a:lnTo>
                    <a:lnTo>
                      <a:pt x="190941" y="40434"/>
                    </a:lnTo>
                    <a:cubicBezTo>
                      <a:pt x="176218" y="44827"/>
                      <a:pt x="162036" y="50694"/>
                      <a:pt x="148570" y="57990"/>
                    </a:cubicBezTo>
                    <a:lnTo>
                      <a:pt x="116030" y="34730"/>
                    </a:lnTo>
                    <a:lnTo>
                      <a:pt x="34730" y="116030"/>
                    </a:lnTo>
                    <a:lnTo>
                      <a:pt x="57990" y="148566"/>
                    </a:lnTo>
                    <a:cubicBezTo>
                      <a:pt x="50694" y="162036"/>
                      <a:pt x="44827" y="176218"/>
                      <a:pt x="40438" y="190937"/>
                    </a:cubicBezTo>
                    <a:lnTo>
                      <a:pt x="0" y="197521"/>
                    </a:lnTo>
                    <a:lnTo>
                      <a:pt x="0" y="312465"/>
                    </a:lnTo>
                    <a:lnTo>
                      <a:pt x="40434" y="319045"/>
                    </a:lnTo>
                    <a:cubicBezTo>
                      <a:pt x="44827" y="333768"/>
                      <a:pt x="50694" y="347950"/>
                      <a:pt x="57990" y="361416"/>
                    </a:cubicBezTo>
                    <a:lnTo>
                      <a:pt x="34730" y="393956"/>
                    </a:lnTo>
                    <a:lnTo>
                      <a:pt x="116030" y="475256"/>
                    </a:lnTo>
                    <a:lnTo>
                      <a:pt x="148566" y="451996"/>
                    </a:lnTo>
                    <a:cubicBezTo>
                      <a:pt x="162036" y="459292"/>
                      <a:pt x="176218" y="465159"/>
                      <a:pt x="190937" y="469548"/>
                    </a:cubicBezTo>
                    <a:lnTo>
                      <a:pt x="197521" y="509986"/>
                    </a:lnTo>
                    <a:lnTo>
                      <a:pt x="312465" y="509986"/>
                    </a:lnTo>
                    <a:lnTo>
                      <a:pt x="319045" y="469552"/>
                    </a:lnTo>
                    <a:cubicBezTo>
                      <a:pt x="333768" y="465159"/>
                      <a:pt x="347950" y="459292"/>
                      <a:pt x="361416" y="451996"/>
                    </a:cubicBezTo>
                    <a:lnTo>
                      <a:pt x="393956" y="475256"/>
                    </a:lnTo>
                    <a:lnTo>
                      <a:pt x="475256" y="393956"/>
                    </a:lnTo>
                    <a:lnTo>
                      <a:pt x="451996" y="361420"/>
                    </a:lnTo>
                    <a:cubicBezTo>
                      <a:pt x="459292" y="347950"/>
                      <a:pt x="465159" y="333768"/>
                      <a:pt x="469548" y="319049"/>
                    </a:cubicBezTo>
                    <a:lnTo>
                      <a:pt x="509986" y="312465"/>
                    </a:lnTo>
                    <a:lnTo>
                      <a:pt x="509986" y="197521"/>
                    </a:lnTo>
                    <a:lnTo>
                      <a:pt x="469552" y="190941"/>
                    </a:lnTo>
                    <a:cubicBezTo>
                      <a:pt x="465159" y="176218"/>
                      <a:pt x="459292" y="162036"/>
                      <a:pt x="451996" y="148566"/>
                    </a:cubicBezTo>
                    <a:close/>
                    <a:moveTo>
                      <a:pt x="254993" y="419344"/>
                    </a:moveTo>
                    <a:cubicBezTo>
                      <a:pt x="164370" y="419344"/>
                      <a:pt x="90642" y="345616"/>
                      <a:pt x="90642" y="254993"/>
                    </a:cubicBezTo>
                    <a:cubicBezTo>
                      <a:pt x="90642" y="164370"/>
                      <a:pt x="164370" y="90642"/>
                      <a:pt x="254993" y="90642"/>
                    </a:cubicBezTo>
                    <a:cubicBezTo>
                      <a:pt x="345616" y="90642"/>
                      <a:pt x="419344" y="164370"/>
                      <a:pt x="419344" y="254993"/>
                    </a:cubicBezTo>
                    <a:cubicBezTo>
                      <a:pt x="419344" y="345616"/>
                      <a:pt x="345616" y="419344"/>
                      <a:pt x="254993" y="4193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39"/>
              <p:cNvSpPr/>
              <p:nvPr/>
            </p:nvSpPr>
            <p:spPr>
              <a:xfrm>
                <a:off x="1001259" y="129186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39"/>
              <p:cNvSpPr/>
              <p:nvPr/>
            </p:nvSpPr>
            <p:spPr>
              <a:xfrm>
                <a:off x="963444" y="1367499"/>
                <a:ext cx="56700" cy="75601"/>
              </a:xfrm>
              <a:custGeom>
                <a:rect b="b" l="l" r="r" t="t"/>
                <a:pathLst>
                  <a:path extrusionOk="0" h="119527" w="89645">
                    <a:moveTo>
                      <a:pt x="0" y="74705"/>
                    </a:moveTo>
                    <a:lnTo>
                      <a:pt x="0" y="98416"/>
                    </a:lnTo>
                    <a:cubicBezTo>
                      <a:pt x="6257" y="106237"/>
                      <a:pt x="13291" y="113271"/>
                      <a:pt x="21112" y="119528"/>
                    </a:cubicBez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39"/>
              <p:cNvSpPr/>
              <p:nvPr/>
            </p:nvSpPr>
            <p:spPr>
              <a:xfrm>
                <a:off x="1039074" y="1367499"/>
                <a:ext cx="56700" cy="75601"/>
              </a:xfrm>
              <a:custGeom>
                <a:rect b="b" l="l" r="r" t="t"/>
                <a:pathLst>
                  <a:path extrusionOk="0" h="119527" w="89645">
                    <a:moveTo>
                      <a:pt x="14941" y="0"/>
                    </a:moveTo>
                    <a:lnTo>
                      <a:pt x="0" y="0"/>
                    </a:lnTo>
                    <a:lnTo>
                      <a:pt x="0" y="119528"/>
                    </a:lnTo>
                    <a:lnTo>
                      <a:pt x="68534" y="119528"/>
                    </a:lnTo>
                    <a:cubicBezTo>
                      <a:pt x="76355" y="113271"/>
                      <a:pt x="83389" y="106237"/>
                      <a:pt x="89646" y="98416"/>
                    </a:cubicBez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46" name="Google Shape;1846;p39"/>
          <p:cNvGrpSpPr/>
          <p:nvPr/>
        </p:nvGrpSpPr>
        <p:grpSpPr>
          <a:xfrm>
            <a:off x="3704221" y="1867856"/>
            <a:ext cx="2032574" cy="2516828"/>
            <a:chOff x="3739858" y="1892311"/>
            <a:chExt cx="1964030" cy="2431952"/>
          </a:xfrm>
        </p:grpSpPr>
        <p:grpSp>
          <p:nvGrpSpPr>
            <p:cNvPr id="1847" name="Google Shape;1847;p39"/>
            <p:cNvGrpSpPr/>
            <p:nvPr/>
          </p:nvGrpSpPr>
          <p:grpSpPr>
            <a:xfrm>
              <a:off x="3739858" y="1892311"/>
              <a:ext cx="1964030" cy="2431952"/>
              <a:chOff x="5298004" y="3734810"/>
              <a:chExt cx="1342192" cy="1662078"/>
            </a:xfrm>
          </p:grpSpPr>
          <p:grpSp>
            <p:nvGrpSpPr>
              <p:cNvPr id="1848" name="Google Shape;1848;p39"/>
              <p:cNvGrpSpPr/>
              <p:nvPr/>
            </p:nvGrpSpPr>
            <p:grpSpPr>
              <a:xfrm>
                <a:off x="5298004" y="3830846"/>
                <a:ext cx="1342192" cy="1566042"/>
                <a:chOff x="5298004" y="3830846"/>
                <a:chExt cx="1342192" cy="1566042"/>
              </a:xfrm>
            </p:grpSpPr>
            <p:sp>
              <p:nvSpPr>
                <p:cNvPr id="1849" name="Google Shape;1849;p39"/>
                <p:cNvSpPr/>
                <p:nvPr/>
              </p:nvSpPr>
              <p:spPr>
                <a:xfrm>
                  <a:off x="5298004" y="3830846"/>
                  <a:ext cx="1342192" cy="1566042"/>
                </a:xfrm>
                <a:custGeom>
                  <a:rect b="b" l="l" r="r" t="t"/>
                  <a:pathLst>
                    <a:path extrusionOk="0" h="1566042" w="1342192">
                      <a:moveTo>
                        <a:pt x="493101" y="1514671"/>
                      </a:moveTo>
                      <a:cubicBezTo>
                        <a:pt x="296149" y="1444002"/>
                        <a:pt x="139033" y="1292033"/>
                        <a:pt x="61736" y="1097436"/>
                      </a:cubicBezTo>
                      <a:cubicBezTo>
                        <a:pt x="-160605" y="535877"/>
                        <a:pt x="249511" y="0"/>
                        <a:pt x="782325" y="0"/>
                      </a:cubicBezTo>
                      <a:lnTo>
                        <a:pt x="782325" y="95776"/>
                      </a:lnTo>
                      <a:cubicBezTo>
                        <a:pt x="314398" y="95776"/>
                        <a:pt x="-45711" y="566692"/>
                        <a:pt x="150235" y="1059877"/>
                      </a:cubicBezTo>
                      <a:cubicBezTo>
                        <a:pt x="217171" y="1228347"/>
                        <a:pt x="352526" y="1360379"/>
                        <a:pt x="522514" y="1423015"/>
                      </a:cubicBezTo>
                      <a:cubicBezTo>
                        <a:pt x="800445" y="1524931"/>
                        <a:pt x="1083917" y="1457635"/>
                        <a:pt x="1273714" y="1263039"/>
                      </a:cubicBezTo>
                      <a:lnTo>
                        <a:pt x="1342192" y="1329932"/>
                      </a:lnTo>
                      <a:cubicBezTo>
                        <a:pt x="1127500" y="1550076"/>
                        <a:pt x="807573" y="1627213"/>
                        <a:pt x="493101" y="151467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39"/>
                <p:cNvSpPr/>
                <p:nvPr/>
              </p:nvSpPr>
              <p:spPr>
                <a:xfrm>
                  <a:off x="5499950" y="4032968"/>
                  <a:ext cx="580379" cy="1161790"/>
                </a:xfrm>
                <a:custGeom>
                  <a:rect b="b" l="l" r="r" t="t"/>
                  <a:pathLst>
                    <a:path extrusionOk="0" h="1161790" w="580379">
                      <a:moveTo>
                        <a:pt x="580379" y="1161791"/>
                      </a:moveTo>
                      <a:cubicBezTo>
                        <a:pt x="259845" y="1161791"/>
                        <a:pt x="0" y="901715"/>
                        <a:pt x="0" y="580895"/>
                      </a:cubicBezTo>
                      <a:cubicBezTo>
                        <a:pt x="0" y="260076"/>
                        <a:pt x="259845" y="0"/>
                        <a:pt x="580379" y="0"/>
                      </a:cubicBezTo>
                      <a:lnTo>
                        <a:pt x="580379" y="95776"/>
                      </a:lnTo>
                      <a:cubicBezTo>
                        <a:pt x="312693" y="95776"/>
                        <a:pt x="95691" y="312971"/>
                        <a:pt x="95691" y="580895"/>
                      </a:cubicBezTo>
                      <a:cubicBezTo>
                        <a:pt x="95691" y="848819"/>
                        <a:pt x="312693" y="1066014"/>
                        <a:pt x="580379" y="10660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39"/>
                <p:cNvSpPr/>
                <p:nvPr/>
              </p:nvSpPr>
              <p:spPr>
                <a:xfrm>
                  <a:off x="5701900" y="4235098"/>
                  <a:ext cx="378428" cy="642934"/>
                </a:xfrm>
                <a:custGeom>
                  <a:rect b="b" l="l" r="r" t="t"/>
                  <a:pathLst>
                    <a:path extrusionOk="0" h="642934" w="378428">
                      <a:moveTo>
                        <a:pt x="107233" y="642935"/>
                      </a:moveTo>
                      <a:cubicBezTo>
                        <a:pt x="-38534" y="493023"/>
                        <a:pt x="-35282" y="253224"/>
                        <a:pt x="114496" y="107328"/>
                      </a:cubicBezTo>
                      <a:cubicBezTo>
                        <a:pt x="185147" y="38508"/>
                        <a:pt x="279842" y="1"/>
                        <a:pt x="378428" y="0"/>
                      </a:cubicBezTo>
                      <a:lnTo>
                        <a:pt x="378428" y="95776"/>
                      </a:lnTo>
                      <a:cubicBezTo>
                        <a:pt x="222275" y="95778"/>
                        <a:pt x="95690" y="222479"/>
                        <a:pt x="95692" y="378772"/>
                      </a:cubicBezTo>
                      <a:cubicBezTo>
                        <a:pt x="95693" y="452492"/>
                        <a:pt x="124436" y="523302"/>
                        <a:pt x="175805" y="576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39"/>
                <p:cNvSpPr/>
                <p:nvPr/>
              </p:nvSpPr>
              <p:spPr>
                <a:xfrm>
                  <a:off x="5903847" y="4437228"/>
                  <a:ext cx="176481" cy="176634"/>
                </a:xfrm>
                <a:custGeom>
                  <a:rect b="b" l="l" r="r" t="t"/>
                  <a:pathLst>
                    <a:path extrusionOk="0" h="176634" w="176481">
                      <a:moveTo>
                        <a:pt x="95691" y="176635"/>
                      </a:moveTo>
                      <a:lnTo>
                        <a:pt x="0" y="176635"/>
                      </a:lnTo>
                      <a:cubicBezTo>
                        <a:pt x="112" y="79127"/>
                        <a:pt x="79060" y="110"/>
                        <a:pt x="176481" y="0"/>
                      </a:cubicBezTo>
                      <a:lnTo>
                        <a:pt x="176481" y="95777"/>
                      </a:lnTo>
                      <a:cubicBezTo>
                        <a:pt x="131884" y="95826"/>
                        <a:pt x="95743" y="131998"/>
                        <a:pt x="95691" y="1766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53" name="Google Shape;1853;p39"/>
              <p:cNvSpPr/>
              <p:nvPr/>
            </p:nvSpPr>
            <p:spPr>
              <a:xfrm rot="-789997">
                <a:off x="6163124" y="3759179"/>
                <a:ext cx="241906" cy="242121"/>
              </a:xfrm>
              <a:custGeom>
                <a:rect b="b" l="l" r="r" t="t"/>
                <a:pathLst>
                  <a:path extrusionOk="0" h="242423" w="242207">
                    <a:moveTo>
                      <a:pt x="242208" y="121211"/>
                    </a:moveTo>
                    <a:cubicBezTo>
                      <a:pt x="242208" y="188155"/>
                      <a:pt x="187988" y="242423"/>
                      <a:pt x="121104" y="242423"/>
                    </a:cubicBezTo>
                    <a:cubicBezTo>
                      <a:pt x="54220" y="242423"/>
                      <a:pt x="0" y="188155"/>
                      <a:pt x="0" y="121211"/>
                    </a:cubicBezTo>
                    <a:cubicBezTo>
                      <a:pt x="0" y="54268"/>
                      <a:pt x="54220" y="0"/>
                      <a:pt x="121104" y="0"/>
                    </a:cubicBezTo>
                    <a:cubicBezTo>
                      <a:pt x="187988" y="0"/>
                      <a:pt x="242208" y="54268"/>
                      <a:pt x="242208"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39"/>
              <p:cNvSpPr/>
              <p:nvPr/>
            </p:nvSpPr>
            <p:spPr>
              <a:xfrm rot="-789997">
                <a:off x="6163124" y="4037677"/>
                <a:ext cx="241906" cy="242121"/>
              </a:xfrm>
              <a:custGeom>
                <a:rect b="b" l="l" r="r" t="t"/>
                <a:pathLst>
                  <a:path extrusionOk="0" h="242423" w="242207">
                    <a:moveTo>
                      <a:pt x="242208" y="121212"/>
                    </a:moveTo>
                    <a:cubicBezTo>
                      <a:pt x="242208" y="188155"/>
                      <a:pt x="187988" y="242423"/>
                      <a:pt x="121104" y="242423"/>
                    </a:cubicBezTo>
                    <a:cubicBezTo>
                      <a:pt x="54220" y="242423"/>
                      <a:pt x="0" y="188155"/>
                      <a:pt x="0" y="121212"/>
                    </a:cubicBezTo>
                    <a:cubicBezTo>
                      <a:pt x="0" y="54268"/>
                      <a:pt x="54220" y="0"/>
                      <a:pt x="121104" y="0"/>
                    </a:cubicBezTo>
                    <a:cubicBezTo>
                      <a:pt x="187988" y="0"/>
                      <a:pt x="242208" y="54268"/>
                      <a:pt x="242208" y="121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39"/>
              <p:cNvSpPr/>
              <p:nvPr/>
            </p:nvSpPr>
            <p:spPr>
              <a:xfrm rot="-2700000">
                <a:off x="6163251" y="4333587"/>
                <a:ext cx="242342" cy="242557"/>
              </a:xfrm>
              <a:custGeom>
                <a:rect b="b" l="l" r="r" t="t"/>
                <a:pathLst>
                  <a:path extrusionOk="0" h="242422" w="242207">
                    <a:moveTo>
                      <a:pt x="242208" y="121211"/>
                    </a:moveTo>
                    <a:cubicBezTo>
                      <a:pt x="242208" y="188155"/>
                      <a:pt x="187988" y="242423"/>
                      <a:pt x="121104" y="242423"/>
                    </a:cubicBezTo>
                    <a:cubicBezTo>
                      <a:pt x="54220" y="242423"/>
                      <a:pt x="0" y="188155"/>
                      <a:pt x="0" y="121211"/>
                    </a:cubicBezTo>
                    <a:cubicBezTo>
                      <a:pt x="0" y="54268"/>
                      <a:pt x="54220" y="0"/>
                      <a:pt x="121104" y="0"/>
                    </a:cubicBezTo>
                    <a:cubicBezTo>
                      <a:pt x="187988" y="0"/>
                      <a:pt x="242208" y="54268"/>
                      <a:pt x="242208"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6" name="Google Shape;1856;p39"/>
              <p:cNvSpPr/>
              <p:nvPr/>
            </p:nvSpPr>
            <p:spPr>
              <a:xfrm rot="-4040824">
                <a:off x="6163172" y="4612134"/>
                <a:ext cx="242114" cy="242329"/>
              </a:xfrm>
              <a:custGeom>
                <a:rect b="b" l="l" r="r" t="t"/>
                <a:pathLst>
                  <a:path extrusionOk="0" h="242422" w="242207">
                    <a:moveTo>
                      <a:pt x="242207" y="121211"/>
                    </a:moveTo>
                    <a:cubicBezTo>
                      <a:pt x="242207" y="188154"/>
                      <a:pt x="187987" y="242422"/>
                      <a:pt x="121104" y="242422"/>
                    </a:cubicBezTo>
                    <a:cubicBezTo>
                      <a:pt x="54220" y="242422"/>
                      <a:pt x="0" y="188154"/>
                      <a:pt x="0" y="121211"/>
                    </a:cubicBezTo>
                    <a:cubicBezTo>
                      <a:pt x="0" y="54268"/>
                      <a:pt x="54220" y="0"/>
                      <a:pt x="121104" y="0"/>
                    </a:cubicBezTo>
                    <a:cubicBezTo>
                      <a:pt x="187987" y="0"/>
                      <a:pt x="242207" y="54268"/>
                      <a:pt x="242207"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7" name="Google Shape;1857;p39"/>
            <p:cNvGrpSpPr/>
            <p:nvPr/>
          </p:nvGrpSpPr>
          <p:grpSpPr>
            <a:xfrm>
              <a:off x="5081423" y="2004241"/>
              <a:ext cx="202120" cy="202120"/>
              <a:chOff x="4047241" y="2712280"/>
              <a:chExt cx="322566" cy="322566"/>
            </a:xfrm>
          </p:grpSpPr>
          <p:sp>
            <p:nvSpPr>
              <p:cNvPr id="1858" name="Google Shape;1858;p39"/>
              <p:cNvSpPr/>
              <p:nvPr/>
            </p:nvSpPr>
            <p:spPr>
              <a:xfrm>
                <a:off x="4047241" y="2712280"/>
                <a:ext cx="322566" cy="322566"/>
              </a:xfrm>
              <a:custGeom>
                <a:rect b="b" l="l" r="r" t="t"/>
                <a:pathLst>
                  <a:path extrusionOk="0" h="509986" w="509986">
                    <a:moveTo>
                      <a:pt x="475186" y="211396"/>
                    </a:moveTo>
                    <a:cubicBezTo>
                      <a:pt x="457603" y="123088"/>
                      <a:pt x="386898" y="53379"/>
                      <a:pt x="298590" y="35796"/>
                    </a:cubicBezTo>
                    <a:cubicBezTo>
                      <a:pt x="294015" y="15906"/>
                      <a:pt x="276253" y="0"/>
                      <a:pt x="254993" y="0"/>
                    </a:cubicBezTo>
                    <a:cubicBezTo>
                      <a:pt x="233733" y="0"/>
                      <a:pt x="215971" y="15906"/>
                      <a:pt x="211396" y="35796"/>
                    </a:cubicBezTo>
                    <a:cubicBezTo>
                      <a:pt x="123088" y="53379"/>
                      <a:pt x="52383" y="123088"/>
                      <a:pt x="34800" y="211396"/>
                    </a:cubicBezTo>
                    <a:cubicBezTo>
                      <a:pt x="14910" y="215971"/>
                      <a:pt x="0" y="233733"/>
                      <a:pt x="0" y="254993"/>
                    </a:cubicBezTo>
                    <a:cubicBezTo>
                      <a:pt x="0" y="276253"/>
                      <a:pt x="14910" y="294015"/>
                      <a:pt x="34800" y="298590"/>
                    </a:cubicBezTo>
                    <a:cubicBezTo>
                      <a:pt x="52383" y="386898"/>
                      <a:pt x="123088" y="457603"/>
                      <a:pt x="211396" y="475186"/>
                    </a:cubicBezTo>
                    <a:cubicBezTo>
                      <a:pt x="215971" y="495076"/>
                      <a:pt x="233733" y="509986"/>
                      <a:pt x="254993" y="509986"/>
                    </a:cubicBezTo>
                    <a:cubicBezTo>
                      <a:pt x="276253" y="509986"/>
                      <a:pt x="294015" y="495076"/>
                      <a:pt x="298590" y="475186"/>
                    </a:cubicBezTo>
                    <a:cubicBezTo>
                      <a:pt x="386898" y="457603"/>
                      <a:pt x="457603" y="386898"/>
                      <a:pt x="475186" y="298590"/>
                    </a:cubicBezTo>
                    <a:cubicBezTo>
                      <a:pt x="495076" y="294015"/>
                      <a:pt x="509986" y="276253"/>
                      <a:pt x="509986" y="254993"/>
                    </a:cubicBezTo>
                    <a:cubicBezTo>
                      <a:pt x="509986" y="233733"/>
                      <a:pt x="495076" y="215971"/>
                      <a:pt x="475186" y="211396"/>
                    </a:cubicBezTo>
                    <a:close/>
                    <a:moveTo>
                      <a:pt x="445440" y="295042"/>
                    </a:moveTo>
                    <a:cubicBezTo>
                      <a:pt x="429643" y="369747"/>
                      <a:pt x="369747" y="429643"/>
                      <a:pt x="295042" y="445440"/>
                    </a:cubicBezTo>
                    <a:cubicBezTo>
                      <a:pt x="287715" y="430635"/>
                      <a:pt x="272599" y="420340"/>
                      <a:pt x="254993" y="420340"/>
                    </a:cubicBezTo>
                    <a:cubicBezTo>
                      <a:pt x="237387" y="420340"/>
                      <a:pt x="222271" y="430635"/>
                      <a:pt x="214944" y="445440"/>
                    </a:cubicBezTo>
                    <a:cubicBezTo>
                      <a:pt x="140239" y="429643"/>
                      <a:pt x="80343" y="369747"/>
                      <a:pt x="64546" y="295042"/>
                    </a:cubicBezTo>
                    <a:cubicBezTo>
                      <a:pt x="79351" y="287715"/>
                      <a:pt x="89646" y="272599"/>
                      <a:pt x="89646" y="254993"/>
                    </a:cubicBezTo>
                    <a:cubicBezTo>
                      <a:pt x="89646" y="237387"/>
                      <a:pt x="79351" y="222271"/>
                      <a:pt x="64546" y="214944"/>
                    </a:cubicBezTo>
                    <a:cubicBezTo>
                      <a:pt x="80343" y="140239"/>
                      <a:pt x="140239" y="81339"/>
                      <a:pt x="214944" y="65542"/>
                    </a:cubicBezTo>
                    <a:cubicBezTo>
                      <a:pt x="222271" y="80347"/>
                      <a:pt x="237387" y="90642"/>
                      <a:pt x="254993" y="90642"/>
                    </a:cubicBezTo>
                    <a:cubicBezTo>
                      <a:pt x="272599" y="90642"/>
                      <a:pt x="287715" y="80347"/>
                      <a:pt x="295042" y="65542"/>
                    </a:cubicBezTo>
                    <a:cubicBezTo>
                      <a:pt x="369747" y="81339"/>
                      <a:pt x="429643" y="140239"/>
                      <a:pt x="445440" y="214944"/>
                    </a:cubicBezTo>
                    <a:cubicBezTo>
                      <a:pt x="430635" y="222271"/>
                      <a:pt x="420340" y="237387"/>
                      <a:pt x="420340" y="254993"/>
                    </a:cubicBezTo>
                    <a:cubicBezTo>
                      <a:pt x="420340" y="272599"/>
                      <a:pt x="430635" y="287715"/>
                      <a:pt x="445440" y="295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39"/>
              <p:cNvSpPr/>
              <p:nvPr/>
            </p:nvSpPr>
            <p:spPr>
              <a:xfrm>
                <a:off x="4180226" y="278854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39"/>
              <p:cNvSpPr/>
              <p:nvPr/>
            </p:nvSpPr>
            <p:spPr>
              <a:xfrm>
                <a:off x="4142410" y="2864173"/>
                <a:ext cx="56700" cy="75601"/>
              </a:xfrm>
              <a:custGeom>
                <a:rect b="b" l="l" r="r" t="t"/>
                <a:pathLst>
                  <a:path extrusionOk="0" h="119527" w="89645">
                    <a:moveTo>
                      <a:pt x="0" y="74705"/>
                    </a:moveTo>
                    <a:lnTo>
                      <a:pt x="0" y="119528"/>
                    </a:ln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39"/>
              <p:cNvSpPr/>
              <p:nvPr/>
            </p:nvSpPr>
            <p:spPr>
              <a:xfrm>
                <a:off x="4218041" y="2864173"/>
                <a:ext cx="56700" cy="75601"/>
              </a:xfrm>
              <a:custGeom>
                <a:rect b="b" l="l" r="r" t="t"/>
                <a:pathLst>
                  <a:path extrusionOk="0" h="119527" w="89645">
                    <a:moveTo>
                      <a:pt x="14941" y="0"/>
                    </a:moveTo>
                    <a:lnTo>
                      <a:pt x="0" y="0"/>
                    </a:lnTo>
                    <a:lnTo>
                      <a:pt x="0" y="119528"/>
                    </a:lnTo>
                    <a:lnTo>
                      <a:pt x="89646" y="119528"/>
                    </a:ln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2" name="Google Shape;1862;p39"/>
            <p:cNvGrpSpPr/>
            <p:nvPr/>
          </p:nvGrpSpPr>
          <p:grpSpPr>
            <a:xfrm>
              <a:off x="5091481" y="3249418"/>
              <a:ext cx="190060" cy="202124"/>
              <a:chOff x="7222005" y="1220033"/>
              <a:chExt cx="303320" cy="322573"/>
            </a:xfrm>
          </p:grpSpPr>
          <p:sp>
            <p:nvSpPr>
              <p:cNvPr id="1863" name="Google Shape;1863;p39"/>
              <p:cNvSpPr/>
              <p:nvPr/>
            </p:nvSpPr>
            <p:spPr>
              <a:xfrm>
                <a:off x="7316728" y="1334110"/>
                <a:ext cx="94687" cy="94501"/>
              </a:xfrm>
              <a:custGeom>
                <a:rect b="b" l="l" r="r" t="t"/>
                <a:pathLst>
                  <a:path extrusionOk="0" h="149409" w="149702">
                    <a:moveTo>
                      <a:pt x="116062" y="12447"/>
                    </a:moveTo>
                    <a:cubicBezTo>
                      <a:pt x="104230" y="4615"/>
                      <a:pt x="90083" y="0"/>
                      <a:pt x="74851" y="0"/>
                    </a:cubicBezTo>
                    <a:cubicBezTo>
                      <a:pt x="33582" y="0"/>
                      <a:pt x="0" y="33516"/>
                      <a:pt x="0" y="74705"/>
                    </a:cubicBezTo>
                    <a:cubicBezTo>
                      <a:pt x="0" y="115894"/>
                      <a:pt x="33582" y="149410"/>
                      <a:pt x="74851" y="149410"/>
                    </a:cubicBezTo>
                    <a:cubicBezTo>
                      <a:pt x="116121" y="149410"/>
                      <a:pt x="149702" y="115894"/>
                      <a:pt x="149702" y="74705"/>
                    </a:cubicBezTo>
                    <a:cubicBezTo>
                      <a:pt x="149702" y="59503"/>
                      <a:pt x="145079" y="45383"/>
                      <a:pt x="137231" y="33574"/>
                    </a:cubicBezTo>
                    <a:lnTo>
                      <a:pt x="115259" y="55503"/>
                    </a:lnTo>
                    <a:cubicBezTo>
                      <a:pt x="118062" y="61348"/>
                      <a:pt x="119762" y="67806"/>
                      <a:pt x="119762" y="74705"/>
                    </a:cubicBezTo>
                    <a:cubicBezTo>
                      <a:pt x="119762" y="99420"/>
                      <a:pt x="99614" y="119528"/>
                      <a:pt x="74851" y="119528"/>
                    </a:cubicBezTo>
                    <a:cubicBezTo>
                      <a:pt x="50088" y="119528"/>
                      <a:pt x="29940" y="99420"/>
                      <a:pt x="29940" y="74705"/>
                    </a:cubicBezTo>
                    <a:cubicBezTo>
                      <a:pt x="29940" y="49990"/>
                      <a:pt x="50088" y="29882"/>
                      <a:pt x="74851" y="29882"/>
                    </a:cubicBezTo>
                    <a:cubicBezTo>
                      <a:pt x="81763" y="29882"/>
                      <a:pt x="88235" y="31578"/>
                      <a:pt x="94090" y="343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39"/>
              <p:cNvSpPr/>
              <p:nvPr/>
            </p:nvSpPr>
            <p:spPr>
              <a:xfrm>
                <a:off x="7222005" y="1239571"/>
                <a:ext cx="284060" cy="303035"/>
              </a:xfrm>
              <a:custGeom>
                <a:rect b="b" l="l" r="r" t="t"/>
                <a:pathLst>
                  <a:path extrusionOk="0" h="479107" w="449107">
                    <a:moveTo>
                      <a:pt x="0" y="224115"/>
                    </a:moveTo>
                    <a:cubicBezTo>
                      <a:pt x="0" y="299376"/>
                      <a:pt x="37480" y="366926"/>
                      <a:pt x="94659" y="407590"/>
                    </a:cubicBezTo>
                    <a:lnTo>
                      <a:pt x="59881" y="462533"/>
                    </a:lnTo>
                    <a:lnTo>
                      <a:pt x="84792" y="479108"/>
                    </a:lnTo>
                    <a:lnTo>
                      <a:pt x="120117" y="423348"/>
                    </a:lnTo>
                    <a:cubicBezTo>
                      <a:pt x="151344" y="439802"/>
                      <a:pt x="186847" y="449226"/>
                      <a:pt x="224554" y="449226"/>
                    </a:cubicBezTo>
                    <a:cubicBezTo>
                      <a:pt x="262260" y="449226"/>
                      <a:pt x="297763" y="439802"/>
                      <a:pt x="328990" y="423348"/>
                    </a:cubicBezTo>
                    <a:lnTo>
                      <a:pt x="364315" y="479108"/>
                    </a:lnTo>
                    <a:lnTo>
                      <a:pt x="389226" y="462533"/>
                    </a:lnTo>
                    <a:lnTo>
                      <a:pt x="354448" y="407590"/>
                    </a:lnTo>
                    <a:cubicBezTo>
                      <a:pt x="411627" y="366926"/>
                      <a:pt x="449107" y="299376"/>
                      <a:pt x="449107" y="224115"/>
                    </a:cubicBezTo>
                    <a:cubicBezTo>
                      <a:pt x="449107" y="187548"/>
                      <a:pt x="439805" y="152515"/>
                      <a:pt x="422948" y="120524"/>
                    </a:cubicBezTo>
                    <a:lnTo>
                      <a:pt x="351072" y="120524"/>
                    </a:lnTo>
                    <a:cubicBezTo>
                      <a:pt x="375363" y="149908"/>
                      <a:pt x="389226" y="185720"/>
                      <a:pt x="389226" y="224115"/>
                    </a:cubicBezTo>
                    <a:cubicBezTo>
                      <a:pt x="389226" y="314738"/>
                      <a:pt x="315353" y="388466"/>
                      <a:pt x="224554" y="388466"/>
                    </a:cubicBezTo>
                    <a:cubicBezTo>
                      <a:pt x="133754" y="388466"/>
                      <a:pt x="59881" y="314738"/>
                      <a:pt x="59881" y="224115"/>
                    </a:cubicBezTo>
                    <a:cubicBezTo>
                      <a:pt x="59881" y="133492"/>
                      <a:pt x="133754" y="59764"/>
                      <a:pt x="224554" y="59764"/>
                    </a:cubicBezTo>
                    <a:cubicBezTo>
                      <a:pt x="263047" y="59764"/>
                      <a:pt x="299915" y="73608"/>
                      <a:pt x="329345" y="97867"/>
                    </a:cubicBezTo>
                    <a:lnTo>
                      <a:pt x="329345" y="26104"/>
                    </a:lnTo>
                    <a:cubicBezTo>
                      <a:pt x="297292" y="9280"/>
                      <a:pt x="261203" y="0"/>
                      <a:pt x="224554" y="0"/>
                    </a:cubicBezTo>
                    <a:cubicBezTo>
                      <a:pt x="100729" y="0"/>
                      <a:pt x="0" y="100533"/>
                      <a:pt x="0"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39"/>
              <p:cNvSpPr/>
              <p:nvPr/>
            </p:nvSpPr>
            <p:spPr>
              <a:xfrm>
                <a:off x="7354618" y="1371925"/>
                <a:ext cx="18937" cy="18900"/>
              </a:xfrm>
              <a:custGeom>
                <a:rect b="b" l="l" r="r" t="t"/>
                <a:pathLst>
                  <a:path extrusionOk="0" h="29881" w="29940">
                    <a:moveTo>
                      <a:pt x="0" y="14941"/>
                    </a:moveTo>
                    <a:cubicBezTo>
                      <a:pt x="0" y="23186"/>
                      <a:pt x="6709" y="29882"/>
                      <a:pt x="14970" y="29882"/>
                    </a:cubicBezTo>
                    <a:cubicBezTo>
                      <a:pt x="23231" y="29882"/>
                      <a:pt x="29940" y="23186"/>
                      <a:pt x="29940" y="14941"/>
                    </a:cubicBezTo>
                    <a:cubicBezTo>
                      <a:pt x="29940" y="6696"/>
                      <a:pt x="23231" y="0"/>
                      <a:pt x="14970" y="0"/>
                    </a:cubicBezTo>
                    <a:cubicBezTo>
                      <a:pt x="6709" y="0"/>
                      <a:pt x="0" y="6696"/>
                      <a:pt x="0" y="149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39"/>
              <p:cNvSpPr/>
              <p:nvPr/>
            </p:nvSpPr>
            <p:spPr>
              <a:xfrm>
                <a:off x="7278839" y="1296294"/>
                <a:ext cx="170436" cy="170103"/>
              </a:xfrm>
              <a:custGeom>
                <a:rect b="b" l="l" r="r" t="t"/>
                <a:pathLst>
                  <a:path extrusionOk="0" h="268937" w="269464">
                    <a:moveTo>
                      <a:pt x="134732" y="0"/>
                    </a:moveTo>
                    <a:cubicBezTo>
                      <a:pt x="60438" y="0"/>
                      <a:pt x="0" y="60320"/>
                      <a:pt x="0" y="134469"/>
                    </a:cubicBezTo>
                    <a:cubicBezTo>
                      <a:pt x="0" y="208618"/>
                      <a:pt x="60438" y="268938"/>
                      <a:pt x="134732" y="268938"/>
                    </a:cubicBezTo>
                    <a:cubicBezTo>
                      <a:pt x="209026" y="268938"/>
                      <a:pt x="269464" y="208618"/>
                      <a:pt x="269464" y="134469"/>
                    </a:cubicBezTo>
                    <a:cubicBezTo>
                      <a:pt x="269464" y="103747"/>
                      <a:pt x="258568" y="74783"/>
                      <a:pt x="239512" y="51021"/>
                    </a:cubicBezTo>
                    <a:lnTo>
                      <a:pt x="218367" y="72125"/>
                    </a:lnTo>
                    <a:cubicBezTo>
                      <a:pt x="231473" y="89588"/>
                      <a:pt x="239524" y="111026"/>
                      <a:pt x="239524" y="134469"/>
                    </a:cubicBezTo>
                    <a:cubicBezTo>
                      <a:pt x="239524" y="192132"/>
                      <a:pt x="192508" y="239056"/>
                      <a:pt x="134732" y="239056"/>
                    </a:cubicBezTo>
                    <a:cubicBezTo>
                      <a:pt x="76956" y="239056"/>
                      <a:pt x="29940" y="192132"/>
                      <a:pt x="29940" y="134469"/>
                    </a:cubicBezTo>
                    <a:cubicBezTo>
                      <a:pt x="29940" y="76806"/>
                      <a:pt x="76956" y="29882"/>
                      <a:pt x="134732" y="29882"/>
                    </a:cubicBezTo>
                    <a:cubicBezTo>
                      <a:pt x="158221" y="29882"/>
                      <a:pt x="179701" y="37917"/>
                      <a:pt x="197198" y="50998"/>
                    </a:cubicBezTo>
                    <a:lnTo>
                      <a:pt x="218335" y="29901"/>
                    </a:lnTo>
                    <a:cubicBezTo>
                      <a:pt x="194531" y="10879"/>
                      <a:pt x="165519" y="0"/>
                      <a:pt x="1347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39"/>
              <p:cNvSpPr/>
              <p:nvPr/>
            </p:nvSpPr>
            <p:spPr>
              <a:xfrm>
                <a:off x="7449341" y="1220033"/>
                <a:ext cx="75983" cy="76861"/>
              </a:xfrm>
              <a:custGeom>
                <a:rect b="b" l="l" r="r" t="t"/>
                <a:pathLst>
                  <a:path extrusionOk="0" h="121520" w="120132">
                    <a:moveTo>
                      <a:pt x="0" y="61402"/>
                    </a:moveTo>
                    <a:lnTo>
                      <a:pt x="0" y="121520"/>
                    </a:lnTo>
                    <a:lnTo>
                      <a:pt x="59253" y="121520"/>
                    </a:lnTo>
                    <a:lnTo>
                      <a:pt x="120132" y="61756"/>
                    </a:lnTo>
                    <a:lnTo>
                      <a:pt x="58883" y="61756"/>
                    </a:lnTo>
                    <a:lnTo>
                      <a:pt x="5888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8" name="Google Shape;1868;p39"/>
            <p:cNvGrpSpPr/>
            <p:nvPr/>
          </p:nvGrpSpPr>
          <p:grpSpPr>
            <a:xfrm>
              <a:off x="5121386" y="2846362"/>
              <a:ext cx="130272" cy="202120"/>
              <a:chOff x="7223196" y="1944311"/>
              <a:chExt cx="207903" cy="322566"/>
            </a:xfrm>
          </p:grpSpPr>
          <p:sp>
            <p:nvSpPr>
              <p:cNvPr id="1869" name="Google Shape;1869;p39"/>
              <p:cNvSpPr/>
              <p:nvPr/>
            </p:nvSpPr>
            <p:spPr>
              <a:xfrm>
                <a:off x="7299548" y="2020572"/>
                <a:ext cx="55325" cy="39341"/>
              </a:xfrm>
              <a:custGeom>
                <a:rect b="b" l="l" r="r" t="t"/>
                <a:pathLst>
                  <a:path extrusionOk="0" h="62199" w="87470">
                    <a:moveTo>
                      <a:pt x="43667" y="62200"/>
                    </a:moveTo>
                    <a:cubicBezTo>
                      <a:pt x="65522" y="40446"/>
                      <a:pt x="83265" y="27575"/>
                      <a:pt x="87471" y="0"/>
                    </a:cubicBezTo>
                    <a:lnTo>
                      <a:pt x="0" y="0"/>
                    </a:lnTo>
                    <a:cubicBezTo>
                      <a:pt x="4459" y="27112"/>
                      <a:pt x="22178" y="40827"/>
                      <a:pt x="43667" y="622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39"/>
              <p:cNvSpPr/>
              <p:nvPr/>
            </p:nvSpPr>
            <p:spPr>
              <a:xfrm>
                <a:off x="7223196" y="1944311"/>
                <a:ext cx="207903" cy="322566"/>
              </a:xfrm>
              <a:custGeom>
                <a:rect b="b" l="l" r="r" t="t"/>
                <a:pathLst>
                  <a:path extrusionOk="0" h="509986" w="328701">
                    <a:moveTo>
                      <a:pt x="236663" y="235223"/>
                    </a:moveTo>
                    <a:cubicBezTo>
                      <a:pt x="261409" y="212228"/>
                      <a:pt x="298820" y="177471"/>
                      <a:pt x="298820" y="105583"/>
                    </a:cubicBezTo>
                    <a:lnTo>
                      <a:pt x="298820" y="29882"/>
                    </a:lnTo>
                    <a:lnTo>
                      <a:pt x="328702" y="29882"/>
                    </a:lnTo>
                    <a:lnTo>
                      <a:pt x="328702" y="0"/>
                    </a:lnTo>
                    <a:lnTo>
                      <a:pt x="0" y="0"/>
                    </a:lnTo>
                    <a:lnTo>
                      <a:pt x="0" y="29882"/>
                    </a:lnTo>
                    <a:lnTo>
                      <a:pt x="29882" y="29882"/>
                    </a:lnTo>
                    <a:lnTo>
                      <a:pt x="29882" y="105583"/>
                    </a:lnTo>
                    <a:cubicBezTo>
                      <a:pt x="29882" y="177226"/>
                      <a:pt x="67336" y="212213"/>
                      <a:pt x="92124" y="235367"/>
                    </a:cubicBezTo>
                    <a:cubicBezTo>
                      <a:pt x="98649" y="241453"/>
                      <a:pt x="109563" y="251651"/>
                      <a:pt x="109563" y="254993"/>
                    </a:cubicBezTo>
                    <a:cubicBezTo>
                      <a:pt x="109563" y="258495"/>
                      <a:pt x="99027" y="268284"/>
                      <a:pt x="92039" y="274763"/>
                    </a:cubicBezTo>
                    <a:cubicBezTo>
                      <a:pt x="67293" y="297758"/>
                      <a:pt x="29882" y="333511"/>
                      <a:pt x="29882" y="405399"/>
                    </a:cubicBezTo>
                    <a:lnTo>
                      <a:pt x="29882" y="480104"/>
                    </a:lnTo>
                    <a:lnTo>
                      <a:pt x="0" y="480104"/>
                    </a:lnTo>
                    <a:lnTo>
                      <a:pt x="0" y="509986"/>
                    </a:lnTo>
                    <a:lnTo>
                      <a:pt x="328702" y="509986"/>
                    </a:lnTo>
                    <a:lnTo>
                      <a:pt x="328702" y="480104"/>
                    </a:lnTo>
                    <a:lnTo>
                      <a:pt x="298820" y="480104"/>
                    </a:lnTo>
                    <a:lnTo>
                      <a:pt x="298820" y="405399"/>
                    </a:lnTo>
                    <a:cubicBezTo>
                      <a:pt x="298820" y="333480"/>
                      <a:pt x="261409" y="297746"/>
                      <a:pt x="236647" y="274763"/>
                    </a:cubicBezTo>
                    <a:cubicBezTo>
                      <a:pt x="229675" y="268284"/>
                      <a:pt x="219139" y="258495"/>
                      <a:pt x="219139" y="254993"/>
                    </a:cubicBezTo>
                    <a:cubicBezTo>
                      <a:pt x="219139" y="251491"/>
                      <a:pt x="229675" y="241702"/>
                      <a:pt x="236663" y="235223"/>
                    </a:cubicBezTo>
                    <a:close/>
                    <a:moveTo>
                      <a:pt x="238270" y="480104"/>
                    </a:moveTo>
                    <a:lnTo>
                      <a:pt x="208116" y="480104"/>
                    </a:lnTo>
                    <a:cubicBezTo>
                      <a:pt x="203972" y="453031"/>
                      <a:pt x="187817" y="441277"/>
                      <a:pt x="164335" y="417904"/>
                    </a:cubicBezTo>
                    <a:cubicBezTo>
                      <a:pt x="141737" y="440378"/>
                      <a:pt x="125069" y="453483"/>
                      <a:pt x="120680" y="480104"/>
                    </a:cubicBezTo>
                    <a:lnTo>
                      <a:pt x="90494" y="480104"/>
                    </a:lnTo>
                    <a:cubicBezTo>
                      <a:pt x="95875" y="434639"/>
                      <a:pt x="125960" y="415916"/>
                      <a:pt x="153379" y="386271"/>
                    </a:cubicBezTo>
                    <a:lnTo>
                      <a:pt x="164351" y="374393"/>
                    </a:lnTo>
                    <a:lnTo>
                      <a:pt x="175323" y="386271"/>
                    </a:lnTo>
                    <a:cubicBezTo>
                      <a:pt x="204334" y="417671"/>
                      <a:pt x="233200" y="434125"/>
                      <a:pt x="238270" y="480104"/>
                    </a:cubicBezTo>
                    <a:close/>
                    <a:moveTo>
                      <a:pt x="179292" y="329698"/>
                    </a:moveTo>
                    <a:lnTo>
                      <a:pt x="179292" y="360576"/>
                    </a:lnTo>
                    <a:lnTo>
                      <a:pt x="149410" y="360576"/>
                    </a:lnTo>
                    <a:lnTo>
                      <a:pt x="149410" y="329698"/>
                    </a:lnTo>
                    <a:close/>
                    <a:moveTo>
                      <a:pt x="149410" y="299816"/>
                    </a:moveTo>
                    <a:lnTo>
                      <a:pt x="149410" y="269934"/>
                    </a:lnTo>
                    <a:lnTo>
                      <a:pt x="179292" y="269934"/>
                    </a:lnTo>
                    <a:lnTo>
                      <a:pt x="179292" y="299816"/>
                    </a:lnTo>
                    <a:close/>
                    <a:moveTo>
                      <a:pt x="175323" y="214357"/>
                    </a:moveTo>
                    <a:lnTo>
                      <a:pt x="164351" y="226235"/>
                    </a:lnTo>
                    <a:lnTo>
                      <a:pt x="153379" y="214357"/>
                    </a:lnTo>
                    <a:cubicBezTo>
                      <a:pt x="122672" y="181156"/>
                      <a:pt x="89646" y="162371"/>
                      <a:pt x="89646" y="105583"/>
                    </a:cubicBezTo>
                    <a:lnTo>
                      <a:pt x="89646" y="90642"/>
                    </a:lnTo>
                    <a:lnTo>
                      <a:pt x="239056" y="90642"/>
                    </a:lnTo>
                    <a:lnTo>
                      <a:pt x="239056" y="105583"/>
                    </a:lnTo>
                    <a:cubicBezTo>
                      <a:pt x="239056" y="163398"/>
                      <a:pt x="207244" y="179806"/>
                      <a:pt x="175323" y="2143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1" name="Google Shape;1871;p39"/>
            <p:cNvGrpSpPr/>
            <p:nvPr/>
          </p:nvGrpSpPr>
          <p:grpSpPr>
            <a:xfrm>
              <a:off x="5081423" y="2415471"/>
              <a:ext cx="202124" cy="202160"/>
              <a:chOff x="7232011" y="3486859"/>
              <a:chExt cx="322573" cy="322629"/>
            </a:xfrm>
          </p:grpSpPr>
          <p:sp>
            <p:nvSpPr>
              <p:cNvPr id="1872" name="Google Shape;1872;p39"/>
              <p:cNvSpPr/>
              <p:nvPr/>
            </p:nvSpPr>
            <p:spPr>
              <a:xfrm>
                <a:off x="7232011" y="3486859"/>
                <a:ext cx="303035" cy="161283"/>
              </a:xfrm>
              <a:custGeom>
                <a:rect b="b" l="l" r="r" t="t"/>
                <a:pathLst>
                  <a:path extrusionOk="0" h="254993" w="479107">
                    <a:moveTo>
                      <a:pt x="254993" y="29882"/>
                    </a:moveTo>
                    <a:cubicBezTo>
                      <a:pt x="326830" y="29882"/>
                      <a:pt x="393948" y="64721"/>
                      <a:pt x="436156" y="120524"/>
                    </a:cubicBezTo>
                    <a:lnTo>
                      <a:pt x="389462" y="120524"/>
                    </a:lnTo>
                    <a:lnTo>
                      <a:pt x="389462" y="150406"/>
                    </a:lnTo>
                    <a:lnTo>
                      <a:pt x="479108" y="150406"/>
                    </a:lnTo>
                    <a:lnTo>
                      <a:pt x="479108" y="60760"/>
                    </a:ln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39"/>
              <p:cNvSpPr/>
              <p:nvPr/>
            </p:nvSpPr>
            <p:spPr>
              <a:xfrm>
                <a:off x="7251549" y="3648205"/>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39"/>
              <p:cNvSpPr/>
              <p:nvPr/>
            </p:nvSpPr>
            <p:spPr>
              <a:xfrm>
                <a:off x="7289364" y="3544212"/>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164191" y="153787"/>
                    </a:moveTo>
                    <a:cubicBezTo>
                      <a:pt x="188906" y="153787"/>
                      <a:pt x="209014" y="173895"/>
                      <a:pt x="209014" y="198610"/>
                    </a:cubicBezTo>
                    <a:cubicBezTo>
                      <a:pt x="209014" y="218002"/>
                      <a:pt x="196564" y="234399"/>
                      <a:pt x="179292" y="240632"/>
                    </a:cubicBezTo>
                    <a:lnTo>
                      <a:pt x="179292" y="268938"/>
                    </a:lnTo>
                    <a:lnTo>
                      <a:pt x="149410" y="268938"/>
                    </a:lnTo>
                    <a:lnTo>
                      <a:pt x="149410" y="240729"/>
                    </a:lnTo>
                    <a:cubicBezTo>
                      <a:pt x="131975" y="234589"/>
                      <a:pt x="119368" y="218726"/>
                      <a:pt x="119368" y="199213"/>
                    </a:cubicBezTo>
                    <a:lnTo>
                      <a:pt x="149250" y="199213"/>
                    </a:lnTo>
                    <a:cubicBezTo>
                      <a:pt x="149250" y="207458"/>
                      <a:pt x="155947" y="213551"/>
                      <a:pt x="164191" y="213551"/>
                    </a:cubicBezTo>
                    <a:cubicBezTo>
                      <a:pt x="172432" y="213551"/>
                      <a:pt x="179132" y="206855"/>
                      <a:pt x="179132" y="198610"/>
                    </a:cubicBezTo>
                    <a:cubicBezTo>
                      <a:pt x="179132" y="190365"/>
                      <a:pt x="172432" y="183669"/>
                      <a:pt x="164191" y="183669"/>
                    </a:cubicBezTo>
                    <a:cubicBezTo>
                      <a:pt x="139473" y="183669"/>
                      <a:pt x="119368" y="163565"/>
                      <a:pt x="119368" y="138846"/>
                    </a:cubicBezTo>
                    <a:cubicBezTo>
                      <a:pt x="119368" y="119333"/>
                      <a:pt x="131975" y="102871"/>
                      <a:pt x="149410" y="96727"/>
                    </a:cubicBezTo>
                    <a:lnTo>
                      <a:pt x="149410" y="59764"/>
                    </a:lnTo>
                    <a:lnTo>
                      <a:pt x="179292" y="59764"/>
                    </a:lnTo>
                    <a:lnTo>
                      <a:pt x="179292" y="96829"/>
                    </a:lnTo>
                    <a:cubicBezTo>
                      <a:pt x="196564" y="103058"/>
                      <a:pt x="209014" y="119061"/>
                      <a:pt x="209014" y="138453"/>
                    </a:cubicBezTo>
                    <a:lnTo>
                      <a:pt x="179132" y="138453"/>
                    </a:lnTo>
                    <a:cubicBezTo>
                      <a:pt x="179132" y="130208"/>
                      <a:pt x="172432" y="123905"/>
                      <a:pt x="164191" y="123905"/>
                    </a:cubicBezTo>
                    <a:cubicBezTo>
                      <a:pt x="155947" y="123905"/>
                      <a:pt x="149250" y="130601"/>
                      <a:pt x="149250" y="138846"/>
                    </a:cubicBezTo>
                    <a:cubicBezTo>
                      <a:pt x="149250" y="147091"/>
                      <a:pt x="155947" y="153787"/>
                      <a:pt x="164191"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75" name="Google Shape;1875;p39"/>
          <p:cNvGrpSpPr/>
          <p:nvPr/>
        </p:nvGrpSpPr>
        <p:grpSpPr>
          <a:xfrm>
            <a:off x="5991360" y="2014818"/>
            <a:ext cx="2390976" cy="2266697"/>
            <a:chOff x="5991360" y="2008287"/>
            <a:chExt cx="2390976" cy="2266697"/>
          </a:xfrm>
        </p:grpSpPr>
        <p:grpSp>
          <p:nvGrpSpPr>
            <p:cNvPr id="1876" name="Google Shape;1876;p39"/>
            <p:cNvGrpSpPr/>
            <p:nvPr/>
          </p:nvGrpSpPr>
          <p:grpSpPr>
            <a:xfrm>
              <a:off x="6051621" y="2690340"/>
              <a:ext cx="903049" cy="1502442"/>
              <a:chOff x="7585090" y="4176957"/>
              <a:chExt cx="678270" cy="1128468"/>
            </a:xfrm>
          </p:grpSpPr>
          <p:sp>
            <p:nvSpPr>
              <p:cNvPr id="1877" name="Google Shape;1877;p39"/>
              <p:cNvSpPr/>
              <p:nvPr/>
            </p:nvSpPr>
            <p:spPr>
              <a:xfrm>
                <a:off x="7585090" y="4516252"/>
                <a:ext cx="467840" cy="789173"/>
              </a:xfrm>
              <a:custGeom>
                <a:rect b="b" l="l" r="r" t="t"/>
                <a:pathLst>
                  <a:path extrusionOk="0" h="789173" w="467840">
                    <a:moveTo>
                      <a:pt x="467841" y="196246"/>
                    </a:moveTo>
                    <a:cubicBezTo>
                      <a:pt x="359549" y="267308"/>
                      <a:pt x="214205" y="237049"/>
                      <a:pt x="143206" y="128661"/>
                    </a:cubicBezTo>
                    <a:cubicBezTo>
                      <a:pt x="118164" y="90431"/>
                      <a:pt x="104823" y="45713"/>
                      <a:pt x="104821" y="0"/>
                    </a:cubicBezTo>
                    <a:lnTo>
                      <a:pt x="0" y="0"/>
                    </a:lnTo>
                    <a:lnTo>
                      <a:pt x="0" y="581138"/>
                    </a:lnTo>
                    <a:cubicBezTo>
                      <a:pt x="-21" y="696011"/>
                      <a:pt x="93003" y="789152"/>
                      <a:pt x="207775" y="789173"/>
                    </a:cubicBezTo>
                    <a:cubicBezTo>
                      <a:pt x="207800" y="789173"/>
                      <a:pt x="207825" y="789173"/>
                      <a:pt x="207850" y="789173"/>
                    </a:cubicBezTo>
                    <a:lnTo>
                      <a:pt x="467841" y="7891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39"/>
              <p:cNvSpPr/>
              <p:nvPr/>
            </p:nvSpPr>
            <p:spPr>
              <a:xfrm>
                <a:off x="7585467" y="4176957"/>
                <a:ext cx="677893" cy="678497"/>
              </a:xfrm>
              <a:custGeom>
                <a:rect b="b" l="l" r="r" t="t"/>
                <a:pathLst>
                  <a:path extrusionOk="0" h="678497" w="677893">
                    <a:moveTo>
                      <a:pt x="0" y="339296"/>
                    </a:moveTo>
                    <a:cubicBezTo>
                      <a:pt x="26" y="526658"/>
                      <a:pt x="151799" y="678523"/>
                      <a:pt x="338994" y="678498"/>
                    </a:cubicBezTo>
                    <a:cubicBezTo>
                      <a:pt x="526189" y="678472"/>
                      <a:pt x="677920" y="526564"/>
                      <a:pt x="677894" y="339202"/>
                    </a:cubicBezTo>
                    <a:cubicBezTo>
                      <a:pt x="677868" y="151877"/>
                      <a:pt x="526152" y="26"/>
                      <a:pt x="338994" y="0"/>
                    </a:cubicBezTo>
                    <a:cubicBezTo>
                      <a:pt x="151827" y="-54"/>
                      <a:pt x="53" y="151767"/>
                      <a:pt x="0" y="339101"/>
                    </a:cubicBezTo>
                    <a:cubicBezTo>
                      <a:pt x="0" y="339166"/>
                      <a:pt x="0" y="339231"/>
                      <a:pt x="0" y="339296"/>
                    </a:cubicBezTo>
                    <a:close/>
                    <a:moveTo>
                      <a:pt x="573450" y="339296"/>
                    </a:moveTo>
                    <a:cubicBezTo>
                      <a:pt x="573424" y="468924"/>
                      <a:pt x="468412" y="573987"/>
                      <a:pt x="338900" y="573961"/>
                    </a:cubicBezTo>
                    <a:cubicBezTo>
                      <a:pt x="209388" y="573935"/>
                      <a:pt x="104418" y="468830"/>
                      <a:pt x="104444" y="339202"/>
                    </a:cubicBezTo>
                    <a:cubicBezTo>
                      <a:pt x="104470" y="209574"/>
                      <a:pt x="209482" y="104511"/>
                      <a:pt x="338994" y="104537"/>
                    </a:cubicBezTo>
                    <a:cubicBezTo>
                      <a:pt x="468505" y="104566"/>
                      <a:pt x="573473" y="209669"/>
                      <a:pt x="573450" y="3392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9" name="Google Shape;1879;p39"/>
            <p:cNvGrpSpPr/>
            <p:nvPr/>
          </p:nvGrpSpPr>
          <p:grpSpPr>
            <a:xfrm>
              <a:off x="5991360" y="2008287"/>
              <a:ext cx="1643644" cy="903854"/>
              <a:chOff x="7539829" y="3664675"/>
              <a:chExt cx="1234523" cy="678875"/>
            </a:xfrm>
          </p:grpSpPr>
          <p:sp>
            <p:nvSpPr>
              <p:cNvPr id="1880" name="Google Shape;1880;p39"/>
              <p:cNvSpPr/>
              <p:nvPr/>
            </p:nvSpPr>
            <p:spPr>
              <a:xfrm>
                <a:off x="7539829" y="3664675"/>
                <a:ext cx="895529" cy="468256"/>
              </a:xfrm>
              <a:custGeom>
                <a:rect b="b" l="l" r="r" t="t"/>
                <a:pathLst>
                  <a:path extrusionOk="0" h="468256" w="895529">
                    <a:moveTo>
                      <a:pt x="699458" y="468257"/>
                    </a:moveTo>
                    <a:cubicBezTo>
                      <a:pt x="628459" y="359868"/>
                      <a:pt x="658691" y="214395"/>
                      <a:pt x="766982" y="143333"/>
                    </a:cubicBezTo>
                    <a:cubicBezTo>
                      <a:pt x="805178" y="118269"/>
                      <a:pt x="849856" y="104916"/>
                      <a:pt x="895529" y="104914"/>
                    </a:cubicBezTo>
                    <a:lnTo>
                      <a:pt x="895529" y="0"/>
                    </a:lnTo>
                    <a:lnTo>
                      <a:pt x="207851" y="0"/>
                    </a:lnTo>
                    <a:cubicBezTo>
                      <a:pt x="93080" y="-21"/>
                      <a:pt x="21" y="93085"/>
                      <a:pt x="0" y="207958"/>
                    </a:cubicBezTo>
                    <a:cubicBezTo>
                      <a:pt x="0" y="207984"/>
                      <a:pt x="0" y="208009"/>
                      <a:pt x="0" y="208035"/>
                    </a:cubicBezTo>
                    <a:lnTo>
                      <a:pt x="0" y="46825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39"/>
              <p:cNvSpPr/>
              <p:nvPr/>
            </p:nvSpPr>
            <p:spPr>
              <a:xfrm>
                <a:off x="8096457" y="3665052"/>
                <a:ext cx="677895" cy="678498"/>
              </a:xfrm>
              <a:custGeom>
                <a:rect b="b" l="l" r="r" t="t"/>
                <a:pathLst>
                  <a:path extrusionOk="0" h="678498" w="677895">
                    <a:moveTo>
                      <a:pt x="338901" y="0"/>
                    </a:moveTo>
                    <a:cubicBezTo>
                      <a:pt x="151706" y="26"/>
                      <a:pt x="-26" y="151934"/>
                      <a:pt x="0" y="339296"/>
                    </a:cubicBezTo>
                    <a:cubicBezTo>
                      <a:pt x="26" y="526658"/>
                      <a:pt x="151799" y="678524"/>
                      <a:pt x="338994" y="678498"/>
                    </a:cubicBezTo>
                    <a:cubicBezTo>
                      <a:pt x="526153" y="678472"/>
                      <a:pt x="677868" y="526622"/>
                      <a:pt x="677895" y="339297"/>
                    </a:cubicBezTo>
                    <a:cubicBezTo>
                      <a:pt x="677949" y="151962"/>
                      <a:pt x="526262" y="54"/>
                      <a:pt x="339094" y="0"/>
                    </a:cubicBezTo>
                    <a:cubicBezTo>
                      <a:pt x="339030" y="0"/>
                      <a:pt x="338966" y="0"/>
                      <a:pt x="338900" y="0"/>
                    </a:cubicBezTo>
                    <a:close/>
                    <a:moveTo>
                      <a:pt x="338901" y="573961"/>
                    </a:moveTo>
                    <a:cubicBezTo>
                      <a:pt x="209388" y="573935"/>
                      <a:pt x="104418" y="468830"/>
                      <a:pt x="104444" y="339202"/>
                    </a:cubicBezTo>
                    <a:cubicBezTo>
                      <a:pt x="104470" y="209574"/>
                      <a:pt x="209482" y="104511"/>
                      <a:pt x="338995" y="104537"/>
                    </a:cubicBezTo>
                    <a:cubicBezTo>
                      <a:pt x="468507" y="104563"/>
                      <a:pt x="573477" y="209667"/>
                      <a:pt x="573451" y="339296"/>
                    </a:cubicBezTo>
                    <a:cubicBezTo>
                      <a:pt x="573423" y="468922"/>
                      <a:pt x="468412" y="573984"/>
                      <a:pt x="338901" y="5739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2" name="Google Shape;1882;p39"/>
            <p:cNvGrpSpPr/>
            <p:nvPr/>
          </p:nvGrpSpPr>
          <p:grpSpPr>
            <a:xfrm>
              <a:off x="7412773" y="2091144"/>
              <a:ext cx="903051" cy="1502444"/>
              <a:chOff x="8607437" y="3726908"/>
              <a:chExt cx="678272" cy="1128469"/>
            </a:xfrm>
          </p:grpSpPr>
          <p:sp>
            <p:nvSpPr>
              <p:cNvPr id="1883" name="Google Shape;1883;p39"/>
              <p:cNvSpPr/>
              <p:nvPr/>
            </p:nvSpPr>
            <p:spPr>
              <a:xfrm>
                <a:off x="8817869" y="3726908"/>
                <a:ext cx="467840" cy="789173"/>
              </a:xfrm>
              <a:custGeom>
                <a:rect b="b" l="l" r="r" t="t"/>
                <a:pathLst>
                  <a:path extrusionOk="0" h="789173" w="467840">
                    <a:moveTo>
                      <a:pt x="0" y="592928"/>
                    </a:moveTo>
                    <a:cubicBezTo>
                      <a:pt x="108291" y="521866"/>
                      <a:pt x="253634" y="552124"/>
                      <a:pt x="324634" y="660511"/>
                    </a:cubicBezTo>
                    <a:cubicBezTo>
                      <a:pt x="349676" y="698741"/>
                      <a:pt x="363017" y="743459"/>
                      <a:pt x="363019" y="789173"/>
                    </a:cubicBezTo>
                    <a:lnTo>
                      <a:pt x="467841" y="789173"/>
                    </a:lnTo>
                    <a:lnTo>
                      <a:pt x="467841" y="208036"/>
                    </a:lnTo>
                    <a:cubicBezTo>
                      <a:pt x="467862" y="93162"/>
                      <a:pt x="374838" y="21"/>
                      <a:pt x="260066" y="0"/>
                    </a:cubicBezTo>
                    <a:cubicBezTo>
                      <a:pt x="260041" y="0"/>
                      <a:pt x="260016" y="0"/>
                      <a:pt x="259991" y="0"/>
                    </a:cubicBez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39"/>
              <p:cNvSpPr/>
              <p:nvPr/>
            </p:nvSpPr>
            <p:spPr>
              <a:xfrm>
                <a:off x="8607437" y="4176880"/>
                <a:ext cx="677893" cy="678497"/>
              </a:xfrm>
              <a:custGeom>
                <a:rect b="b" l="l" r="r" t="t"/>
                <a:pathLst>
                  <a:path extrusionOk="0" h="678497" w="677893">
                    <a:moveTo>
                      <a:pt x="677894" y="339201"/>
                    </a:moveTo>
                    <a:cubicBezTo>
                      <a:pt x="677868" y="151840"/>
                      <a:pt x="526095" y="-26"/>
                      <a:pt x="338900" y="0"/>
                    </a:cubicBezTo>
                    <a:cubicBezTo>
                      <a:pt x="151705" y="26"/>
                      <a:pt x="-26" y="151934"/>
                      <a:pt x="0" y="339296"/>
                    </a:cubicBezTo>
                    <a:cubicBezTo>
                      <a:pt x="26" y="526621"/>
                      <a:pt x="151741" y="678471"/>
                      <a:pt x="338900" y="678497"/>
                    </a:cubicBezTo>
                    <a:cubicBezTo>
                      <a:pt x="526067" y="678551"/>
                      <a:pt x="677840" y="526730"/>
                      <a:pt x="677894" y="339396"/>
                    </a:cubicBezTo>
                    <a:cubicBezTo>
                      <a:pt x="677894" y="339331"/>
                      <a:pt x="677894" y="339266"/>
                      <a:pt x="677894" y="339201"/>
                    </a:cubicBezTo>
                    <a:close/>
                    <a:moveTo>
                      <a:pt x="104444" y="339201"/>
                    </a:moveTo>
                    <a:cubicBezTo>
                      <a:pt x="104470" y="209574"/>
                      <a:pt x="209482" y="104511"/>
                      <a:pt x="338994" y="104537"/>
                    </a:cubicBezTo>
                    <a:cubicBezTo>
                      <a:pt x="468506" y="104563"/>
                      <a:pt x="573476" y="209668"/>
                      <a:pt x="573450" y="339296"/>
                    </a:cubicBezTo>
                    <a:cubicBezTo>
                      <a:pt x="573424" y="468924"/>
                      <a:pt x="468412" y="573987"/>
                      <a:pt x="338900" y="573960"/>
                    </a:cubicBezTo>
                    <a:cubicBezTo>
                      <a:pt x="209389" y="573932"/>
                      <a:pt x="104420" y="468828"/>
                      <a:pt x="104444" y="3392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5" name="Google Shape;1885;p39"/>
            <p:cNvGrpSpPr/>
            <p:nvPr/>
          </p:nvGrpSpPr>
          <p:grpSpPr>
            <a:xfrm>
              <a:off x="6732412" y="3371130"/>
              <a:ext cx="1649924" cy="903854"/>
              <a:chOff x="8096425" y="4688291"/>
              <a:chExt cx="1239240" cy="678875"/>
            </a:xfrm>
          </p:grpSpPr>
          <p:sp>
            <p:nvSpPr>
              <p:cNvPr id="1886" name="Google Shape;1886;p39"/>
              <p:cNvSpPr/>
              <p:nvPr/>
            </p:nvSpPr>
            <p:spPr>
              <a:xfrm>
                <a:off x="8435419" y="4898910"/>
                <a:ext cx="900246" cy="468256"/>
              </a:xfrm>
              <a:custGeom>
                <a:rect b="b" l="l" r="r" t="t"/>
                <a:pathLst>
                  <a:path extrusionOk="0" h="468256" w="900246">
                    <a:moveTo>
                      <a:pt x="196071" y="0"/>
                    </a:moveTo>
                    <a:cubicBezTo>
                      <a:pt x="267070" y="108388"/>
                      <a:pt x="236839" y="253861"/>
                      <a:pt x="128547" y="324923"/>
                    </a:cubicBezTo>
                    <a:cubicBezTo>
                      <a:pt x="90351" y="349988"/>
                      <a:pt x="45673" y="363341"/>
                      <a:pt x="0" y="363343"/>
                    </a:cubicBezTo>
                    <a:lnTo>
                      <a:pt x="0" y="468257"/>
                    </a:lnTo>
                    <a:lnTo>
                      <a:pt x="692396" y="468257"/>
                    </a:lnTo>
                    <a:cubicBezTo>
                      <a:pt x="807167" y="468278"/>
                      <a:pt x="900226" y="375171"/>
                      <a:pt x="900246" y="260298"/>
                    </a:cubicBezTo>
                    <a:cubicBezTo>
                      <a:pt x="900246" y="260272"/>
                      <a:pt x="900246" y="260247"/>
                      <a:pt x="900246" y="260222"/>
                    </a:cubicBezTo>
                    <a:lnTo>
                      <a:pt x="900246"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39"/>
              <p:cNvSpPr/>
              <p:nvPr/>
            </p:nvSpPr>
            <p:spPr>
              <a:xfrm>
                <a:off x="8096425" y="4688291"/>
                <a:ext cx="677895" cy="678498"/>
              </a:xfrm>
              <a:custGeom>
                <a:rect b="b" l="l" r="r" t="t"/>
                <a:pathLst>
                  <a:path extrusionOk="0" h="678498" w="677895">
                    <a:moveTo>
                      <a:pt x="338994" y="678498"/>
                    </a:moveTo>
                    <a:cubicBezTo>
                      <a:pt x="526189" y="678472"/>
                      <a:pt x="677921" y="526564"/>
                      <a:pt x="677895" y="339202"/>
                    </a:cubicBezTo>
                    <a:cubicBezTo>
                      <a:pt x="677869" y="151840"/>
                      <a:pt x="526096" y="-26"/>
                      <a:pt x="338901" y="0"/>
                    </a:cubicBezTo>
                    <a:cubicBezTo>
                      <a:pt x="151742" y="26"/>
                      <a:pt x="27" y="151876"/>
                      <a:pt x="0" y="339201"/>
                    </a:cubicBezTo>
                    <a:cubicBezTo>
                      <a:pt x="-54" y="526536"/>
                      <a:pt x="151633" y="678444"/>
                      <a:pt x="338801" y="678498"/>
                    </a:cubicBezTo>
                    <a:cubicBezTo>
                      <a:pt x="338865" y="678498"/>
                      <a:pt x="338930" y="678498"/>
                      <a:pt x="338995" y="678498"/>
                    </a:cubicBezTo>
                    <a:close/>
                    <a:moveTo>
                      <a:pt x="338994" y="104537"/>
                    </a:moveTo>
                    <a:cubicBezTo>
                      <a:pt x="468507" y="104563"/>
                      <a:pt x="573477" y="209668"/>
                      <a:pt x="573451" y="339296"/>
                    </a:cubicBezTo>
                    <a:cubicBezTo>
                      <a:pt x="573425" y="468924"/>
                      <a:pt x="468413" y="573987"/>
                      <a:pt x="338900" y="573962"/>
                    </a:cubicBezTo>
                    <a:cubicBezTo>
                      <a:pt x="209388" y="573936"/>
                      <a:pt x="104418" y="468831"/>
                      <a:pt x="104444" y="339203"/>
                    </a:cubicBezTo>
                    <a:cubicBezTo>
                      <a:pt x="104472" y="209576"/>
                      <a:pt x="209483" y="104515"/>
                      <a:pt x="338994" y="1045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8" name="Google Shape;1888;p39"/>
            <p:cNvGrpSpPr/>
            <p:nvPr/>
          </p:nvGrpSpPr>
          <p:grpSpPr>
            <a:xfrm>
              <a:off x="6361439" y="2947632"/>
              <a:ext cx="273460" cy="358977"/>
              <a:chOff x="2439597" y="3411621"/>
              <a:chExt cx="245785" cy="322647"/>
            </a:xfrm>
          </p:grpSpPr>
          <p:sp>
            <p:nvSpPr>
              <p:cNvPr id="1889" name="Google Shape;1889;p39"/>
              <p:cNvSpPr/>
              <p:nvPr/>
            </p:nvSpPr>
            <p:spPr>
              <a:xfrm>
                <a:off x="2496320" y="3468975"/>
                <a:ext cx="132302" cy="131347"/>
              </a:xfrm>
              <a:custGeom>
                <a:rect b="b" l="l" r="r" t="t"/>
                <a:pathLst>
                  <a:path extrusionOk="0" h="207664" w="209173">
                    <a:moveTo>
                      <a:pt x="0" y="104587"/>
                    </a:moveTo>
                    <a:cubicBezTo>
                      <a:pt x="0" y="157133"/>
                      <a:pt x="39096" y="200338"/>
                      <a:pt x="89646" y="207664"/>
                    </a:cubicBezTo>
                    <a:lnTo>
                      <a:pt x="89646" y="146659"/>
                    </a:lnTo>
                    <a:cubicBezTo>
                      <a:pt x="72293" y="140469"/>
                      <a:pt x="59764" y="124041"/>
                      <a:pt x="59764" y="104587"/>
                    </a:cubicBezTo>
                    <a:lnTo>
                      <a:pt x="59764" y="89646"/>
                    </a:lnTo>
                    <a:lnTo>
                      <a:pt x="89646" y="89646"/>
                    </a:lnTo>
                    <a:lnTo>
                      <a:pt x="89646" y="104587"/>
                    </a:lnTo>
                    <a:cubicBezTo>
                      <a:pt x="89646" y="112832"/>
                      <a:pt x="96342" y="119528"/>
                      <a:pt x="104587" y="119528"/>
                    </a:cubicBezTo>
                    <a:cubicBezTo>
                      <a:pt x="112832" y="119528"/>
                      <a:pt x="119528" y="112832"/>
                      <a:pt x="119528" y="104587"/>
                    </a:cubicBezTo>
                    <a:lnTo>
                      <a:pt x="119528" y="89646"/>
                    </a:lnTo>
                    <a:lnTo>
                      <a:pt x="149410" y="89646"/>
                    </a:lnTo>
                    <a:lnTo>
                      <a:pt x="149410" y="104587"/>
                    </a:lnTo>
                    <a:cubicBezTo>
                      <a:pt x="149410" y="124041"/>
                      <a:pt x="136881" y="140469"/>
                      <a:pt x="119528" y="146659"/>
                    </a:cubicBezTo>
                    <a:lnTo>
                      <a:pt x="119528" y="207664"/>
                    </a:lnTo>
                    <a:cubicBezTo>
                      <a:pt x="170078" y="200338"/>
                      <a:pt x="209174" y="157133"/>
                      <a:pt x="209174" y="104587"/>
                    </a:cubicBezTo>
                    <a:cubicBezTo>
                      <a:pt x="209174" y="46924"/>
                      <a:pt x="162250" y="0"/>
                      <a:pt x="104587" y="0"/>
                    </a:cubicBezTo>
                    <a:cubicBezTo>
                      <a:pt x="46924" y="0"/>
                      <a:pt x="0" y="46924"/>
                      <a:pt x="0" y="1045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39"/>
              <p:cNvSpPr/>
              <p:nvPr/>
            </p:nvSpPr>
            <p:spPr>
              <a:xfrm>
                <a:off x="2553043" y="3411621"/>
                <a:ext cx="18900" cy="38431"/>
              </a:xfrm>
              <a:custGeom>
                <a:rect b="b" l="l" r="r" t="t"/>
                <a:pathLst>
                  <a:path extrusionOk="0" h="60760" w="29881">
                    <a:moveTo>
                      <a:pt x="0" y="0"/>
                    </a:moveTo>
                    <a:lnTo>
                      <a:pt x="29882" y="0"/>
                    </a:lnTo>
                    <a:lnTo>
                      <a:pt x="29882"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1" name="Google Shape;1891;p39"/>
              <p:cNvSpPr/>
              <p:nvPr/>
            </p:nvSpPr>
            <p:spPr>
              <a:xfrm>
                <a:off x="2468909" y="3441566"/>
                <a:ext cx="40089" cy="40089"/>
              </a:xfrm>
              <a:custGeom>
                <a:rect b="b" l="l" r="r" t="t"/>
                <a:pathLst>
                  <a:path extrusionOk="0" h="63382" w="63382">
                    <a:moveTo>
                      <a:pt x="42255" y="63383"/>
                    </a:moveTo>
                    <a:lnTo>
                      <a:pt x="0" y="21128"/>
                    </a:lnTo>
                    <a:lnTo>
                      <a:pt x="21128" y="0"/>
                    </a:lnTo>
                    <a:lnTo>
                      <a:pt x="63383" y="422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2" name="Google Shape;1892;p39"/>
              <p:cNvSpPr/>
              <p:nvPr/>
            </p:nvSpPr>
            <p:spPr>
              <a:xfrm>
                <a:off x="2439597"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39"/>
              <p:cNvSpPr/>
              <p:nvPr/>
            </p:nvSpPr>
            <p:spPr>
              <a:xfrm>
                <a:off x="2647582"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39"/>
              <p:cNvSpPr/>
              <p:nvPr/>
            </p:nvSpPr>
            <p:spPr>
              <a:xfrm>
                <a:off x="2615981" y="3441566"/>
                <a:ext cx="40089" cy="40089"/>
              </a:xfrm>
              <a:custGeom>
                <a:rect b="b" l="l" r="r" t="t"/>
                <a:pathLst>
                  <a:path extrusionOk="0" h="63382" w="63382">
                    <a:moveTo>
                      <a:pt x="21128" y="63383"/>
                    </a:moveTo>
                    <a:lnTo>
                      <a:pt x="0" y="42255"/>
                    </a:lnTo>
                    <a:lnTo>
                      <a:pt x="42255" y="0"/>
                    </a:lnTo>
                    <a:lnTo>
                      <a:pt x="63383" y="211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39"/>
              <p:cNvSpPr/>
              <p:nvPr/>
            </p:nvSpPr>
            <p:spPr>
              <a:xfrm>
                <a:off x="2480625" y="3620236"/>
                <a:ext cx="163690" cy="114032"/>
              </a:xfrm>
              <a:custGeom>
                <a:rect b="b" l="l" r="r" t="t"/>
                <a:pathLst>
                  <a:path extrusionOk="0" h="180288" w="258798">
                    <a:moveTo>
                      <a:pt x="73787" y="74324"/>
                    </a:moveTo>
                    <a:cubicBezTo>
                      <a:pt x="48679" y="68596"/>
                      <a:pt x="18560" y="72931"/>
                      <a:pt x="0" y="89630"/>
                    </a:cubicBezTo>
                    <a:lnTo>
                      <a:pt x="0" y="89646"/>
                    </a:lnTo>
                    <a:cubicBezTo>
                      <a:pt x="83635" y="169646"/>
                      <a:pt x="127598" y="179938"/>
                      <a:pt x="129376" y="180288"/>
                    </a:cubicBezTo>
                    <a:cubicBezTo>
                      <a:pt x="131216" y="179922"/>
                      <a:pt x="175148" y="169646"/>
                      <a:pt x="258783" y="89646"/>
                    </a:cubicBezTo>
                    <a:lnTo>
                      <a:pt x="258798" y="89646"/>
                    </a:lnTo>
                    <a:cubicBezTo>
                      <a:pt x="240577" y="73234"/>
                      <a:pt x="210866" y="68557"/>
                      <a:pt x="185377" y="74370"/>
                    </a:cubicBezTo>
                    <a:cubicBezTo>
                      <a:pt x="168954" y="78113"/>
                      <a:pt x="154993" y="86051"/>
                      <a:pt x="144332" y="97109"/>
                    </a:cubicBezTo>
                    <a:lnTo>
                      <a:pt x="144332" y="29882"/>
                    </a:lnTo>
                    <a:lnTo>
                      <a:pt x="174214" y="29882"/>
                    </a:lnTo>
                    <a:lnTo>
                      <a:pt x="174214" y="0"/>
                    </a:lnTo>
                    <a:lnTo>
                      <a:pt x="84568" y="0"/>
                    </a:lnTo>
                    <a:lnTo>
                      <a:pt x="84568" y="29882"/>
                    </a:lnTo>
                    <a:lnTo>
                      <a:pt x="114450" y="29882"/>
                    </a:lnTo>
                    <a:lnTo>
                      <a:pt x="114450" y="97008"/>
                    </a:lnTo>
                    <a:cubicBezTo>
                      <a:pt x="103855" y="85942"/>
                      <a:pt x="90020" y="78012"/>
                      <a:pt x="73787" y="74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96" name="Google Shape;1896;p39"/>
            <p:cNvSpPr/>
            <p:nvPr/>
          </p:nvSpPr>
          <p:spPr>
            <a:xfrm>
              <a:off x="7010864" y="3645660"/>
              <a:ext cx="313641" cy="313641"/>
            </a:xfrm>
            <a:custGeom>
              <a:rect b="b" l="l" r="r" t="t"/>
              <a:pathLst>
                <a:path extrusionOk="0" h="509986" w="509986">
                  <a:moveTo>
                    <a:pt x="329698" y="149410"/>
                  </a:moveTo>
                  <a:lnTo>
                    <a:pt x="374521" y="149410"/>
                  </a:lnTo>
                  <a:lnTo>
                    <a:pt x="374521" y="480104"/>
                  </a:lnTo>
                  <a:lnTo>
                    <a:pt x="299816" y="480104"/>
                  </a:lnTo>
                  <a:lnTo>
                    <a:pt x="299816" y="240052"/>
                  </a:lnTo>
                  <a:lnTo>
                    <a:pt x="210170" y="240052"/>
                  </a:lnTo>
                  <a:lnTo>
                    <a:pt x="210170" y="480104"/>
                  </a:lnTo>
                  <a:lnTo>
                    <a:pt x="135465" y="480104"/>
                  </a:lnTo>
                  <a:lnTo>
                    <a:pt x="135465" y="359580"/>
                  </a:lnTo>
                  <a:lnTo>
                    <a:pt x="45819" y="359580"/>
                  </a:lnTo>
                  <a:lnTo>
                    <a:pt x="45819" y="480104"/>
                  </a:lnTo>
                  <a:lnTo>
                    <a:pt x="0" y="480104"/>
                  </a:lnTo>
                  <a:lnTo>
                    <a:pt x="0" y="509986"/>
                  </a:lnTo>
                  <a:lnTo>
                    <a:pt x="479108" y="509986"/>
                  </a:lnTo>
                  <a:lnTo>
                    <a:pt x="479108" y="480104"/>
                  </a:lnTo>
                  <a:lnTo>
                    <a:pt x="464167" y="480104"/>
                  </a:lnTo>
                  <a:lnTo>
                    <a:pt x="464167" y="149410"/>
                  </a:lnTo>
                  <a:lnTo>
                    <a:pt x="509986" y="149410"/>
                  </a:lnTo>
                  <a:lnTo>
                    <a:pt x="41934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7" name="Google Shape;1897;p39"/>
            <p:cNvGrpSpPr/>
            <p:nvPr/>
          </p:nvGrpSpPr>
          <p:grpSpPr>
            <a:xfrm>
              <a:off x="7704056" y="2986126"/>
              <a:ext cx="313631" cy="313627"/>
              <a:chOff x="7221689" y="4233183"/>
              <a:chExt cx="322632" cy="322595"/>
            </a:xfrm>
          </p:grpSpPr>
          <p:sp>
            <p:nvSpPr>
              <p:cNvPr id="1898" name="Google Shape;1898;p39"/>
              <p:cNvSpPr/>
              <p:nvPr/>
            </p:nvSpPr>
            <p:spPr>
              <a:xfrm>
                <a:off x="7221689" y="4309444"/>
                <a:ext cx="151833" cy="246334"/>
              </a:xfrm>
              <a:custGeom>
                <a:rect b="b" l="l" r="r" t="t"/>
                <a:pathLst>
                  <a:path extrusionOk="0" h="389461" w="240052">
                    <a:moveTo>
                      <a:pt x="30878" y="389462"/>
                    </a:moveTo>
                    <a:lnTo>
                      <a:pt x="75701" y="389462"/>
                    </a:lnTo>
                    <a:lnTo>
                      <a:pt x="75701" y="239056"/>
                    </a:lnTo>
                    <a:lnTo>
                      <a:pt x="105583" y="239056"/>
                    </a:lnTo>
                    <a:lnTo>
                      <a:pt x="105583" y="389462"/>
                    </a:lnTo>
                    <a:lnTo>
                      <a:pt x="150406" y="389462"/>
                    </a:lnTo>
                    <a:lnTo>
                      <a:pt x="150406" y="105595"/>
                    </a:lnTo>
                    <a:lnTo>
                      <a:pt x="231741" y="224115"/>
                    </a:lnTo>
                    <a:lnTo>
                      <a:pt x="240052" y="224115"/>
                    </a:lnTo>
                    <a:lnTo>
                      <a:pt x="240052" y="130625"/>
                    </a:lnTo>
                    <a:lnTo>
                      <a:pt x="168222" y="25944"/>
                    </a:lnTo>
                    <a:cubicBezTo>
                      <a:pt x="157075" y="9704"/>
                      <a:pt x="138644" y="0"/>
                      <a:pt x="118933" y="0"/>
                    </a:cubicBezTo>
                    <a:lnTo>
                      <a:pt x="105583" y="0"/>
                    </a:lnTo>
                    <a:lnTo>
                      <a:pt x="105583" y="119528"/>
                    </a:lnTo>
                    <a:lnTo>
                      <a:pt x="75701" y="119528"/>
                    </a:lnTo>
                    <a:lnTo>
                      <a:pt x="75701" y="0"/>
                    </a:lnTo>
                    <a:lnTo>
                      <a:pt x="60760" y="0"/>
                    </a:lnTo>
                    <a:cubicBezTo>
                      <a:pt x="27800" y="0"/>
                      <a:pt x="0" y="26804"/>
                      <a:pt x="0" y="59764"/>
                    </a:cubicBezTo>
                    <a:lnTo>
                      <a:pt x="0" y="239056"/>
                    </a:lnTo>
                    <a:lnTo>
                      <a:pt x="30878"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39"/>
              <p:cNvSpPr/>
              <p:nvPr/>
            </p:nvSpPr>
            <p:spPr>
              <a:xfrm>
                <a:off x="7250681"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39"/>
              <p:cNvSpPr/>
              <p:nvPr/>
            </p:nvSpPr>
            <p:spPr>
              <a:xfrm>
                <a:off x="7392488" y="4309444"/>
                <a:ext cx="151833" cy="246334"/>
              </a:xfrm>
              <a:custGeom>
                <a:rect b="b" l="l" r="r" t="t"/>
                <a:pathLst>
                  <a:path extrusionOk="0" h="389461" w="240052">
                    <a:moveTo>
                      <a:pt x="179292" y="0"/>
                    </a:moveTo>
                    <a:lnTo>
                      <a:pt x="164351" y="0"/>
                    </a:lnTo>
                    <a:lnTo>
                      <a:pt x="164351" y="119528"/>
                    </a:lnTo>
                    <a:lnTo>
                      <a:pt x="134469" y="119528"/>
                    </a:lnTo>
                    <a:lnTo>
                      <a:pt x="134469" y="0"/>
                    </a:lnTo>
                    <a:lnTo>
                      <a:pt x="121119" y="0"/>
                    </a:lnTo>
                    <a:cubicBezTo>
                      <a:pt x="101408" y="0"/>
                      <a:pt x="82977" y="9704"/>
                      <a:pt x="71830" y="25944"/>
                    </a:cubicBezTo>
                    <a:lnTo>
                      <a:pt x="0" y="130625"/>
                    </a:lnTo>
                    <a:lnTo>
                      <a:pt x="0" y="224115"/>
                    </a:lnTo>
                    <a:lnTo>
                      <a:pt x="8311" y="224115"/>
                    </a:lnTo>
                    <a:lnTo>
                      <a:pt x="89646" y="105595"/>
                    </a:lnTo>
                    <a:lnTo>
                      <a:pt x="89646" y="389462"/>
                    </a:lnTo>
                    <a:lnTo>
                      <a:pt x="134469" y="389462"/>
                    </a:lnTo>
                    <a:lnTo>
                      <a:pt x="134469" y="239056"/>
                    </a:lnTo>
                    <a:lnTo>
                      <a:pt x="164351" y="239056"/>
                    </a:lnTo>
                    <a:lnTo>
                      <a:pt x="164351" y="389462"/>
                    </a:lnTo>
                    <a:lnTo>
                      <a:pt x="209174" y="389462"/>
                    </a:lnTo>
                    <a:lnTo>
                      <a:pt x="209174" y="239056"/>
                    </a:lnTo>
                    <a:lnTo>
                      <a:pt x="240052" y="239056"/>
                    </a:lnTo>
                    <a:lnTo>
                      <a:pt x="240052" y="59764"/>
                    </a:lnTo>
                    <a:cubicBezTo>
                      <a:pt x="240052" y="26804"/>
                      <a:pt x="212252" y="0"/>
                      <a:pt x="179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39"/>
              <p:cNvSpPr/>
              <p:nvPr/>
            </p:nvSpPr>
            <p:spPr>
              <a:xfrm>
                <a:off x="7458666"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2" name="Google Shape;1902;p39"/>
            <p:cNvGrpSpPr/>
            <p:nvPr/>
          </p:nvGrpSpPr>
          <p:grpSpPr>
            <a:xfrm>
              <a:off x="7021147" y="2293932"/>
              <a:ext cx="332566" cy="332566"/>
              <a:chOff x="7904581" y="1942639"/>
              <a:chExt cx="322566" cy="322566"/>
            </a:xfrm>
          </p:grpSpPr>
          <p:sp>
            <p:nvSpPr>
              <p:cNvPr id="1903" name="Google Shape;1903;p39"/>
              <p:cNvSpPr/>
              <p:nvPr/>
            </p:nvSpPr>
            <p:spPr>
              <a:xfrm>
                <a:off x="7904581" y="1942639"/>
                <a:ext cx="322566" cy="322566"/>
              </a:xfrm>
              <a:custGeom>
                <a:rect b="b" l="l" r="r" t="t"/>
                <a:pathLst>
                  <a:path extrusionOk="0" h="509986" w="509986">
                    <a:moveTo>
                      <a:pt x="269934" y="31637"/>
                    </a:moveTo>
                    <a:lnTo>
                      <a:pt x="269934" y="0"/>
                    </a:lnTo>
                    <a:lnTo>
                      <a:pt x="240052" y="0"/>
                    </a:lnTo>
                    <a:lnTo>
                      <a:pt x="240052" y="31637"/>
                    </a:lnTo>
                    <a:cubicBezTo>
                      <a:pt x="128399" y="39049"/>
                      <a:pt x="39049" y="128399"/>
                      <a:pt x="31637" y="240052"/>
                    </a:cubicBezTo>
                    <a:lnTo>
                      <a:pt x="0" y="240052"/>
                    </a:lnTo>
                    <a:lnTo>
                      <a:pt x="0" y="269934"/>
                    </a:lnTo>
                    <a:lnTo>
                      <a:pt x="31637" y="269934"/>
                    </a:lnTo>
                    <a:cubicBezTo>
                      <a:pt x="39049" y="381587"/>
                      <a:pt x="128399" y="470937"/>
                      <a:pt x="240052" y="478349"/>
                    </a:cubicBezTo>
                    <a:lnTo>
                      <a:pt x="240052" y="509986"/>
                    </a:lnTo>
                    <a:lnTo>
                      <a:pt x="269934" y="509986"/>
                    </a:lnTo>
                    <a:lnTo>
                      <a:pt x="269934" y="478349"/>
                    </a:lnTo>
                    <a:cubicBezTo>
                      <a:pt x="381587" y="470937"/>
                      <a:pt x="470937" y="381587"/>
                      <a:pt x="478349" y="269934"/>
                    </a:cubicBezTo>
                    <a:lnTo>
                      <a:pt x="509986" y="269934"/>
                    </a:lnTo>
                    <a:lnTo>
                      <a:pt x="509986" y="240052"/>
                    </a:lnTo>
                    <a:lnTo>
                      <a:pt x="478349" y="240052"/>
                    </a:lnTo>
                    <a:cubicBezTo>
                      <a:pt x="470937" y="128399"/>
                      <a:pt x="381587" y="39049"/>
                      <a:pt x="269934" y="31637"/>
                    </a:cubicBezTo>
                    <a:close/>
                    <a:moveTo>
                      <a:pt x="240052" y="61519"/>
                    </a:moveTo>
                    <a:lnTo>
                      <a:pt x="240052" y="122034"/>
                    </a:lnTo>
                    <a:cubicBezTo>
                      <a:pt x="177973" y="129018"/>
                      <a:pt x="129018" y="177973"/>
                      <a:pt x="122034" y="240052"/>
                    </a:cubicBezTo>
                    <a:lnTo>
                      <a:pt x="61519" y="240052"/>
                    </a:lnTo>
                    <a:cubicBezTo>
                      <a:pt x="68818" y="144881"/>
                      <a:pt x="144881" y="68818"/>
                      <a:pt x="240052" y="61519"/>
                    </a:cubicBezTo>
                    <a:close/>
                    <a:moveTo>
                      <a:pt x="240052" y="448467"/>
                    </a:moveTo>
                    <a:cubicBezTo>
                      <a:pt x="144881" y="441168"/>
                      <a:pt x="68818" y="365105"/>
                      <a:pt x="61519" y="269934"/>
                    </a:cubicBezTo>
                    <a:lnTo>
                      <a:pt x="122034" y="269934"/>
                    </a:lnTo>
                    <a:cubicBezTo>
                      <a:pt x="129018" y="332013"/>
                      <a:pt x="177973" y="380968"/>
                      <a:pt x="240052" y="387952"/>
                    </a:cubicBezTo>
                    <a:close/>
                    <a:moveTo>
                      <a:pt x="240052" y="329698"/>
                    </a:moveTo>
                    <a:lnTo>
                      <a:pt x="240052" y="358070"/>
                    </a:lnTo>
                    <a:cubicBezTo>
                      <a:pt x="194424" y="351456"/>
                      <a:pt x="158530" y="315562"/>
                      <a:pt x="151916" y="269934"/>
                    </a:cubicBezTo>
                    <a:lnTo>
                      <a:pt x="180288" y="269934"/>
                    </a:lnTo>
                    <a:lnTo>
                      <a:pt x="180288" y="240052"/>
                    </a:lnTo>
                    <a:lnTo>
                      <a:pt x="151916" y="240052"/>
                    </a:lnTo>
                    <a:cubicBezTo>
                      <a:pt x="158530" y="194424"/>
                      <a:pt x="194424" y="158530"/>
                      <a:pt x="240052" y="151916"/>
                    </a:cubicBezTo>
                    <a:lnTo>
                      <a:pt x="240052" y="180288"/>
                    </a:lnTo>
                    <a:lnTo>
                      <a:pt x="269934" y="180288"/>
                    </a:lnTo>
                    <a:lnTo>
                      <a:pt x="269934" y="151916"/>
                    </a:lnTo>
                    <a:cubicBezTo>
                      <a:pt x="315562" y="158530"/>
                      <a:pt x="351456" y="194424"/>
                      <a:pt x="358070" y="240052"/>
                    </a:cubicBezTo>
                    <a:lnTo>
                      <a:pt x="329698" y="240052"/>
                    </a:lnTo>
                    <a:lnTo>
                      <a:pt x="329698" y="269922"/>
                    </a:lnTo>
                    <a:lnTo>
                      <a:pt x="358070" y="269922"/>
                    </a:lnTo>
                    <a:cubicBezTo>
                      <a:pt x="351456" y="315551"/>
                      <a:pt x="315562" y="351456"/>
                      <a:pt x="269934" y="358070"/>
                    </a:cubicBezTo>
                    <a:lnTo>
                      <a:pt x="269934" y="329698"/>
                    </a:lnTo>
                    <a:close/>
                    <a:moveTo>
                      <a:pt x="269934" y="448467"/>
                    </a:moveTo>
                    <a:lnTo>
                      <a:pt x="269934" y="387952"/>
                    </a:lnTo>
                    <a:cubicBezTo>
                      <a:pt x="332013" y="380968"/>
                      <a:pt x="380968" y="332005"/>
                      <a:pt x="387952" y="269922"/>
                    </a:cubicBezTo>
                    <a:lnTo>
                      <a:pt x="448467" y="269922"/>
                    </a:lnTo>
                    <a:cubicBezTo>
                      <a:pt x="441168" y="365097"/>
                      <a:pt x="365105" y="441168"/>
                      <a:pt x="269934" y="448467"/>
                    </a:cubicBezTo>
                    <a:close/>
                    <a:moveTo>
                      <a:pt x="387952" y="240052"/>
                    </a:moveTo>
                    <a:cubicBezTo>
                      <a:pt x="380968" y="177973"/>
                      <a:pt x="332013" y="129018"/>
                      <a:pt x="269934" y="122034"/>
                    </a:cubicBezTo>
                    <a:lnTo>
                      <a:pt x="269934" y="61519"/>
                    </a:lnTo>
                    <a:cubicBezTo>
                      <a:pt x="365105" y="68818"/>
                      <a:pt x="441168" y="144881"/>
                      <a:pt x="448467"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39"/>
              <p:cNvSpPr/>
              <p:nvPr/>
            </p:nvSpPr>
            <p:spPr>
              <a:xfrm>
                <a:off x="8037566" y="2075623"/>
                <a:ext cx="56700" cy="56700"/>
              </a:xfrm>
              <a:custGeom>
                <a:rect b="b" l="l" r="r" t="t"/>
                <a:pathLst>
                  <a:path extrusionOk="0" h="89645" w="89645">
                    <a:moveTo>
                      <a:pt x="89646" y="44823"/>
                    </a:moveTo>
                    <a:cubicBezTo>
                      <a:pt x="89646" y="20108"/>
                      <a:pt x="69538" y="0"/>
                      <a:pt x="44823" y="0"/>
                    </a:cubicBezTo>
                    <a:cubicBezTo>
                      <a:pt x="20108" y="0"/>
                      <a:pt x="0" y="20108"/>
                      <a:pt x="0" y="44823"/>
                    </a:cubicBezTo>
                    <a:cubicBezTo>
                      <a:pt x="0" y="69538"/>
                      <a:pt x="20108" y="89646"/>
                      <a:pt x="44823" y="89646"/>
                    </a:cubicBezTo>
                    <a:cubicBezTo>
                      <a:pt x="69538" y="89646"/>
                      <a:pt x="89646" y="69538"/>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8" name="Shape 1908"/>
        <p:cNvGrpSpPr/>
        <p:nvPr/>
      </p:nvGrpSpPr>
      <p:grpSpPr>
        <a:xfrm>
          <a:off x="0" y="0"/>
          <a:ext cx="0" cy="0"/>
          <a:chOff x="0" y="0"/>
          <a:chExt cx="0" cy="0"/>
        </a:xfrm>
      </p:grpSpPr>
      <p:sp>
        <p:nvSpPr>
          <p:cNvPr id="1909" name="Google Shape;1909;p40"/>
          <p:cNvSpPr txBox="1"/>
          <p:nvPr>
            <p:ph idx="1" type="body"/>
          </p:nvPr>
        </p:nvSpPr>
        <p:spPr>
          <a:xfrm>
            <a:off x="720000" y="1065025"/>
            <a:ext cx="3852000" cy="3539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Did you like the resources on this template? Get them for free on these websites:</a:t>
            </a:r>
            <a:endParaRPr/>
          </a:p>
          <a:p>
            <a:pPr indent="0" lvl="0" marL="0" rtl="0" algn="l">
              <a:lnSpc>
                <a:spcPct val="100000"/>
              </a:lnSpc>
              <a:spcBef>
                <a:spcPts val="1000"/>
              </a:spcBef>
              <a:spcAft>
                <a:spcPts val="0"/>
              </a:spcAft>
              <a:buNone/>
            </a:pPr>
            <a:r>
              <a:rPr b="1" lang="en"/>
              <a:t>Illustrations</a:t>
            </a:r>
            <a:endParaRPr/>
          </a:p>
          <a:p>
            <a:pPr indent="-203200" lvl="0" marL="241300" rtl="0" algn="l">
              <a:lnSpc>
                <a:spcPct val="100000"/>
              </a:lnSpc>
              <a:spcBef>
                <a:spcPts val="1000"/>
              </a:spcBef>
              <a:spcAft>
                <a:spcPts val="0"/>
              </a:spcAft>
              <a:buSzPts val="1200"/>
              <a:buFont typeface="Catamaran"/>
              <a:buChar char="●"/>
            </a:pPr>
            <a:r>
              <a:rPr lang="en" u="sng">
                <a:hlinkClick r:id="rId3"/>
              </a:rPr>
              <a:t>Colourful infographics with steps</a:t>
            </a:r>
            <a:endParaRPr/>
          </a:p>
          <a:p>
            <a:pPr indent="-203200" lvl="0" marL="241300" rtl="0" algn="l">
              <a:lnSpc>
                <a:spcPct val="100000"/>
              </a:lnSpc>
              <a:spcBef>
                <a:spcPts val="0"/>
              </a:spcBef>
              <a:spcAft>
                <a:spcPts val="0"/>
              </a:spcAft>
              <a:buSzPts val="1200"/>
              <a:buFont typeface="Catamaran"/>
              <a:buChar char="●"/>
            </a:pPr>
            <a:r>
              <a:rPr lang="en" u="sng">
                <a:hlinkClick r:id="rId4"/>
              </a:rPr>
              <a:t>Infographic scrum template</a:t>
            </a:r>
            <a:endParaRPr/>
          </a:p>
          <a:p>
            <a:pPr indent="-203200" lvl="0" marL="241300" rtl="0" algn="l">
              <a:lnSpc>
                <a:spcPct val="100000"/>
              </a:lnSpc>
              <a:spcBef>
                <a:spcPts val="0"/>
              </a:spcBef>
              <a:spcAft>
                <a:spcPts val="0"/>
              </a:spcAft>
              <a:buSzPts val="1200"/>
              <a:buFont typeface="Catamaran"/>
              <a:buChar char="●"/>
            </a:pPr>
            <a:r>
              <a:rPr lang="en" u="sng">
                <a:hlinkClick r:id="rId5"/>
              </a:rPr>
              <a:t>Infographic</a:t>
            </a:r>
            <a:endParaRPr/>
          </a:p>
          <a:p>
            <a:pPr indent="-203200" lvl="0" marL="241300" rtl="0" algn="l">
              <a:lnSpc>
                <a:spcPct val="100000"/>
              </a:lnSpc>
              <a:spcBef>
                <a:spcPts val="0"/>
              </a:spcBef>
              <a:spcAft>
                <a:spcPts val="0"/>
              </a:spcAft>
              <a:buSzPts val="1200"/>
              <a:buChar char="●"/>
            </a:pPr>
            <a:r>
              <a:rPr lang="en" u="sng">
                <a:hlinkClick r:id="rId6"/>
              </a:rPr>
              <a:t>Ring infographic set</a:t>
            </a:r>
            <a:endParaRPr/>
          </a:p>
          <a:p>
            <a:pPr indent="-203200" lvl="0" marL="241300" rtl="0" algn="l">
              <a:lnSpc>
                <a:spcPct val="100000"/>
              </a:lnSpc>
              <a:spcBef>
                <a:spcPts val="0"/>
              </a:spcBef>
              <a:spcAft>
                <a:spcPts val="0"/>
              </a:spcAft>
              <a:buSzPts val="1200"/>
              <a:buChar char="●"/>
            </a:pPr>
            <a:r>
              <a:rPr lang="en" u="sng">
                <a:hlinkClick r:id="rId7"/>
              </a:rPr>
              <a:t>Spiral infographic</a:t>
            </a:r>
            <a:endParaRPr/>
          </a:p>
          <a:p>
            <a:pPr indent="-203200" lvl="0" marL="241300" rtl="0" algn="l">
              <a:lnSpc>
                <a:spcPct val="100000"/>
              </a:lnSpc>
              <a:spcBef>
                <a:spcPts val="0"/>
              </a:spcBef>
              <a:spcAft>
                <a:spcPts val="0"/>
              </a:spcAft>
              <a:buSzPts val="1200"/>
              <a:buChar char="●"/>
            </a:pPr>
            <a:r>
              <a:rPr lang="en" u="sng">
                <a:hlinkClick r:id="rId8"/>
              </a:rPr>
              <a:t>Gradient circular diagram infographic template</a:t>
            </a:r>
            <a:endParaRPr/>
          </a:p>
          <a:p>
            <a:pPr indent="-203200" lvl="0" marL="241300" rtl="0" algn="l">
              <a:lnSpc>
                <a:spcPct val="100000"/>
              </a:lnSpc>
              <a:spcBef>
                <a:spcPts val="0"/>
              </a:spcBef>
              <a:spcAft>
                <a:spcPts val="0"/>
              </a:spcAft>
              <a:buSzPts val="1200"/>
              <a:buChar char="●"/>
            </a:pPr>
            <a:r>
              <a:rPr lang="en" u="sng">
                <a:hlinkClick r:id="rId9"/>
              </a:rPr>
              <a:t>Flat infographic with timeline background</a:t>
            </a:r>
            <a:endParaRPr/>
          </a:p>
          <a:p>
            <a:pPr indent="-203200" lvl="0" marL="241300" rtl="0" algn="l">
              <a:lnSpc>
                <a:spcPct val="100000"/>
              </a:lnSpc>
              <a:spcBef>
                <a:spcPts val="0"/>
              </a:spcBef>
              <a:spcAft>
                <a:spcPts val="0"/>
              </a:spcAft>
              <a:buSzPts val="1200"/>
              <a:buChar char="●"/>
            </a:pPr>
            <a:r>
              <a:rPr lang="en" u="sng">
                <a:hlinkClick r:id="rId10"/>
              </a:rPr>
              <a:t>Circle infographic template</a:t>
            </a:r>
            <a:endParaRPr b="1" sz="1300">
              <a:highlight>
                <a:srgbClr val="FFFFFF"/>
              </a:highlight>
              <a:latin typeface="Inter"/>
              <a:ea typeface="Inter"/>
              <a:cs typeface="Inter"/>
              <a:sym typeface="Inter"/>
            </a:endParaRPr>
          </a:p>
          <a:p>
            <a:pPr indent="-203200" lvl="0" marL="241300" rtl="0" algn="l">
              <a:lnSpc>
                <a:spcPct val="100000"/>
              </a:lnSpc>
              <a:spcBef>
                <a:spcPts val="0"/>
              </a:spcBef>
              <a:spcAft>
                <a:spcPts val="0"/>
              </a:spcAft>
              <a:buSzPts val="1200"/>
              <a:buChar char="●"/>
            </a:pPr>
            <a:r>
              <a:rPr lang="en" u="sng">
                <a:hlinkClick r:id="rId11"/>
              </a:rPr>
              <a:t>Working as a team scrum infographic</a:t>
            </a:r>
            <a:endParaRPr/>
          </a:p>
          <a:p>
            <a:pPr indent="-203200" lvl="0" marL="241300" rtl="0" algn="l">
              <a:spcBef>
                <a:spcPts val="0"/>
              </a:spcBef>
              <a:spcAft>
                <a:spcPts val="0"/>
              </a:spcAft>
              <a:buSzPts val="1200"/>
              <a:buChar char="●"/>
            </a:pPr>
            <a:r>
              <a:rPr lang="en" u="sng">
                <a:hlinkClick r:id="rId12"/>
              </a:rPr>
              <a:t>Infographic steps concept in flat style</a:t>
            </a:r>
            <a:endParaRPr/>
          </a:p>
          <a:p>
            <a:pPr indent="-203200" lvl="0" marL="241300" rtl="0" algn="l">
              <a:spcBef>
                <a:spcPts val="0"/>
              </a:spcBef>
              <a:spcAft>
                <a:spcPts val="0"/>
              </a:spcAft>
              <a:buSzPts val="1200"/>
              <a:buChar char="●"/>
            </a:pPr>
            <a:r>
              <a:rPr lang="en" u="sng">
                <a:hlinkClick r:id="rId13"/>
              </a:rPr>
              <a:t>Infographic steps collection flat design</a:t>
            </a:r>
            <a:endParaRPr/>
          </a:p>
          <a:p>
            <a:pPr indent="-203200" lvl="0" marL="241300" rtl="0" algn="l">
              <a:spcBef>
                <a:spcPts val="0"/>
              </a:spcBef>
              <a:spcAft>
                <a:spcPts val="0"/>
              </a:spcAft>
              <a:buSzPts val="1200"/>
              <a:buChar char="●"/>
            </a:pPr>
            <a:r>
              <a:rPr lang="en" u="sng">
                <a:hlinkClick r:id="rId14"/>
              </a:rPr>
              <a:t>Collection of round infographic elements</a:t>
            </a:r>
            <a:endParaRPr/>
          </a:p>
          <a:p>
            <a:pPr indent="-203200" lvl="0" marL="241300" rtl="0" algn="l">
              <a:spcBef>
                <a:spcPts val="0"/>
              </a:spcBef>
              <a:spcAft>
                <a:spcPts val="0"/>
              </a:spcAft>
              <a:buSzPts val="1200"/>
              <a:buFont typeface="Catamaran"/>
              <a:buChar char="●"/>
            </a:pPr>
            <a:r>
              <a:rPr lang="en" u="sng">
                <a:hlinkClick r:id="rId15"/>
              </a:rPr>
              <a:t>Infographic steps concept</a:t>
            </a:r>
            <a:endParaRPr/>
          </a:p>
          <a:p>
            <a:pPr indent="-203200" lvl="0" marL="241300" rtl="0" algn="l">
              <a:spcBef>
                <a:spcPts val="0"/>
              </a:spcBef>
              <a:spcAft>
                <a:spcPts val="0"/>
              </a:spcAft>
              <a:buSzPts val="1200"/>
              <a:buFont typeface="Catamaran"/>
              <a:buChar char="●"/>
            </a:pPr>
            <a:r>
              <a:rPr lang="en" u="sng">
                <a:hlinkClick r:id="rId16"/>
              </a:rPr>
              <a:t>Flat circular diagram infographic template</a:t>
            </a:r>
            <a:endParaRPr/>
          </a:p>
          <a:p>
            <a:pPr indent="0" lvl="0" marL="0" rtl="0" algn="l">
              <a:lnSpc>
                <a:spcPct val="100000"/>
              </a:lnSpc>
              <a:spcBef>
                <a:spcPts val="300"/>
              </a:spcBef>
              <a:spcAft>
                <a:spcPts val="0"/>
              </a:spcAft>
              <a:buNone/>
            </a:pPr>
            <a:r>
              <a:t/>
            </a:r>
            <a:endParaRPr/>
          </a:p>
        </p:txBody>
      </p:sp>
      <p:sp>
        <p:nvSpPr>
          <p:cNvPr id="1910" name="Google Shape;191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1" name="Google Shape;1911;p40"/>
          <p:cNvSpPr txBox="1"/>
          <p:nvPr>
            <p:ph idx="2" type="body"/>
          </p:nvPr>
        </p:nvSpPr>
        <p:spPr>
          <a:xfrm>
            <a:off x="4572000" y="1065025"/>
            <a:ext cx="3852000" cy="3539100"/>
          </a:xfrm>
          <a:prstGeom prst="rect">
            <a:avLst/>
          </a:prstGeom>
        </p:spPr>
        <p:txBody>
          <a:bodyPr anchorCtr="0" anchor="t" bIns="91425" lIns="91425" spcFirstLastPara="1" rIns="91425" wrap="square" tIns="91425">
            <a:noAutofit/>
          </a:bodyPr>
          <a:lstStyle/>
          <a:p>
            <a:pPr indent="-204216" lvl="0" marL="246888" rtl="0" algn="l">
              <a:lnSpc>
                <a:spcPct val="100000"/>
              </a:lnSpc>
              <a:spcBef>
                <a:spcPts val="0"/>
              </a:spcBef>
              <a:spcAft>
                <a:spcPts val="0"/>
              </a:spcAft>
              <a:buSzPts val="1200"/>
              <a:buChar char="●"/>
            </a:pPr>
            <a:r>
              <a:rPr lang="en" u="sng">
                <a:hlinkClick r:id="rId17"/>
              </a:rPr>
              <a:t>Flat circular diagram infographic</a:t>
            </a:r>
            <a:endParaRPr/>
          </a:p>
          <a:p>
            <a:pPr indent="-204216" lvl="0" marL="246888" rtl="0" algn="l">
              <a:spcBef>
                <a:spcPts val="0"/>
              </a:spcBef>
              <a:spcAft>
                <a:spcPts val="0"/>
              </a:spcAft>
              <a:buSzPts val="1200"/>
              <a:buFont typeface="Catamaran"/>
              <a:buChar char="●"/>
            </a:pPr>
            <a:r>
              <a:rPr lang="en" u="sng">
                <a:hlinkClick r:id="rId18"/>
              </a:rPr>
              <a:t>Flat circular diagram infographic I</a:t>
            </a:r>
            <a:endParaRPr b="1"/>
          </a:p>
          <a:p>
            <a:pPr indent="0" lvl="0" marL="0" rtl="0" algn="l">
              <a:lnSpc>
                <a:spcPct val="100000"/>
              </a:lnSpc>
              <a:spcBef>
                <a:spcPts val="1000"/>
              </a:spcBef>
              <a:spcAft>
                <a:spcPts val="0"/>
              </a:spcAft>
              <a:buNone/>
            </a:pPr>
            <a:r>
              <a:rPr b="1" lang="en"/>
              <a:t>Icons</a:t>
            </a:r>
            <a:endParaRPr b="1"/>
          </a:p>
          <a:p>
            <a:pPr indent="-203200" lvl="0" marL="241300" rtl="0" algn="l">
              <a:lnSpc>
                <a:spcPct val="100000"/>
              </a:lnSpc>
              <a:spcBef>
                <a:spcPts val="1000"/>
              </a:spcBef>
              <a:spcAft>
                <a:spcPts val="0"/>
              </a:spcAft>
              <a:buSzPts val="1200"/>
              <a:buFont typeface="Catamaran"/>
              <a:buChar char="●"/>
            </a:pPr>
            <a:r>
              <a:rPr lang="en" u="sng">
                <a:hlinkClick r:id="rId19"/>
              </a:rPr>
              <a:t>Icon Pack: Project Management | Filled</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5" name="Shape 1915"/>
        <p:cNvGrpSpPr/>
        <p:nvPr/>
      </p:nvGrpSpPr>
      <p:grpSpPr>
        <a:xfrm>
          <a:off x="0" y="0"/>
          <a:ext cx="0" cy="0"/>
          <a:chOff x="0" y="0"/>
          <a:chExt cx="0" cy="0"/>
        </a:xfrm>
      </p:grpSpPr>
      <p:sp>
        <p:nvSpPr>
          <p:cNvPr id="1916" name="Google Shape;1916;p4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17" name="Google Shape;1917;p4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1" name="Shape 1921"/>
        <p:cNvGrpSpPr/>
        <p:nvPr/>
      </p:nvGrpSpPr>
      <p:grpSpPr>
        <a:xfrm>
          <a:off x="0" y="0"/>
          <a:ext cx="0" cy="0"/>
          <a:chOff x="0" y="0"/>
          <a:chExt cx="0" cy="0"/>
        </a:xfrm>
      </p:grpSpPr>
      <p:sp>
        <p:nvSpPr>
          <p:cNvPr id="1922" name="Google Shape;1922;p4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923" name="Google Shape;1923;p4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 name="Shape 1927"/>
        <p:cNvGrpSpPr/>
        <p:nvPr/>
      </p:nvGrpSpPr>
      <p:grpSpPr>
        <a:xfrm>
          <a:off x="0" y="0"/>
          <a:ext cx="0" cy="0"/>
          <a:chOff x="0" y="0"/>
          <a:chExt cx="0" cy="0"/>
        </a:xfrm>
      </p:grpSpPr>
      <p:sp>
        <p:nvSpPr>
          <p:cNvPr id="1928" name="Google Shape;1928;p4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Inter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Catamaran</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https://fonts.google.com/specimen/Catamaran</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929" name="Google Shape;1929;p43"/>
          <p:cNvSpPr/>
          <p:nvPr/>
        </p:nvSpPr>
        <p:spPr>
          <a:xfrm>
            <a:off x="2583563" y="2947175"/>
            <a:ext cx="791400" cy="754200"/>
          </a:xfrm>
          <a:prstGeom prst="roundRect">
            <a:avLst>
              <a:gd fmla="val 16667" name="adj"/>
            </a:avLst>
          </a:prstGeom>
          <a:solidFill>
            <a:srgbClr val="1C1C1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3"/>
          <p:cNvSpPr/>
          <p:nvPr/>
        </p:nvSpPr>
        <p:spPr>
          <a:xfrm>
            <a:off x="3645382"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3"/>
          <p:cNvSpPr/>
          <p:nvPr/>
        </p:nvSpPr>
        <p:spPr>
          <a:xfrm>
            <a:off x="4707202" y="2947175"/>
            <a:ext cx="791400" cy="754200"/>
          </a:xfrm>
          <a:prstGeom prst="roundRect">
            <a:avLst>
              <a:gd fmla="val 16667" name="adj"/>
            </a:avLst>
          </a:prstGeom>
          <a:solidFill>
            <a:srgbClr val="87AF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3"/>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#1c1c1c</a:t>
            </a:r>
            <a:endParaRPr sz="1000">
              <a:solidFill>
                <a:srgbClr val="FFFFFF"/>
              </a:solidFill>
            </a:endParaRPr>
          </a:p>
        </p:txBody>
      </p:sp>
      <p:sp>
        <p:nvSpPr>
          <p:cNvPr id="1933" name="Google Shape;1933;p43"/>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#f3f3f3</a:t>
            </a:r>
            <a:endParaRPr sz="1000"/>
          </a:p>
        </p:txBody>
      </p:sp>
      <p:sp>
        <p:nvSpPr>
          <p:cNvPr id="1934" name="Google Shape;1934;p43"/>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#87afc6</a:t>
            </a:r>
            <a:endParaRPr sz="1000"/>
          </a:p>
        </p:txBody>
      </p:sp>
      <p:sp>
        <p:nvSpPr>
          <p:cNvPr id="1935" name="Google Shape;1935;p43"/>
          <p:cNvSpPr/>
          <p:nvPr/>
        </p:nvSpPr>
        <p:spPr>
          <a:xfrm>
            <a:off x="5769038" y="2947175"/>
            <a:ext cx="791400" cy="754200"/>
          </a:xfrm>
          <a:prstGeom prst="roundRect">
            <a:avLst>
              <a:gd fmla="val 16667" name="adj"/>
            </a:avLst>
          </a:prstGeom>
          <a:solidFill>
            <a:srgbClr val="8EB0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3"/>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#8eb0b4</a:t>
            </a:r>
            <a:endParaRPr sz="1000"/>
          </a:p>
        </p:txBody>
      </p:sp>
      <p:sp>
        <p:nvSpPr>
          <p:cNvPr id="1937" name="Google Shape;1937;p43"/>
          <p:cNvSpPr/>
          <p:nvPr/>
        </p:nvSpPr>
        <p:spPr>
          <a:xfrm>
            <a:off x="2583563" y="3878275"/>
            <a:ext cx="791400" cy="754200"/>
          </a:xfrm>
          <a:prstGeom prst="roundRect">
            <a:avLst>
              <a:gd fmla="val 16667" name="adj"/>
            </a:avLst>
          </a:prstGeom>
          <a:solidFill>
            <a:srgbClr val="D09E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3"/>
          <p:cNvSpPr/>
          <p:nvPr/>
        </p:nvSpPr>
        <p:spPr>
          <a:xfrm>
            <a:off x="3645382" y="3878275"/>
            <a:ext cx="791400" cy="754200"/>
          </a:xfrm>
          <a:prstGeom prst="roundRect">
            <a:avLst>
              <a:gd fmla="val 16667" name="adj"/>
            </a:avLst>
          </a:prstGeom>
          <a:solidFill>
            <a:srgbClr val="2E556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3"/>
          <p:cNvSpPr/>
          <p:nvPr/>
        </p:nvSpPr>
        <p:spPr>
          <a:xfrm>
            <a:off x="4707202" y="3878275"/>
            <a:ext cx="791400" cy="754200"/>
          </a:xfrm>
          <a:prstGeom prst="roundRect">
            <a:avLst>
              <a:gd fmla="val 16667" name="adj"/>
            </a:avLst>
          </a:prstGeom>
          <a:solidFill>
            <a:srgbClr val="E2E2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3"/>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#d09e96</a:t>
            </a:r>
            <a:endParaRPr sz="1000"/>
          </a:p>
        </p:txBody>
      </p:sp>
      <p:sp>
        <p:nvSpPr>
          <p:cNvPr id="1941" name="Google Shape;1941;p43"/>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#2e556d</a:t>
            </a:r>
            <a:endParaRPr sz="1000">
              <a:solidFill>
                <a:srgbClr val="FFFFFF"/>
              </a:solidFill>
            </a:endParaRPr>
          </a:p>
        </p:txBody>
      </p:sp>
      <p:sp>
        <p:nvSpPr>
          <p:cNvPr id="1942" name="Google Shape;1942;p43"/>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#e2e2e2</a:t>
            </a:r>
            <a:endParaRPr sz="1000"/>
          </a:p>
        </p:txBody>
      </p:sp>
      <p:sp>
        <p:nvSpPr>
          <p:cNvPr id="1943" name="Google Shape;1943;p43"/>
          <p:cNvSpPr/>
          <p:nvPr/>
        </p:nvSpPr>
        <p:spPr>
          <a:xfrm>
            <a:off x="5769038"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3"/>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945" name="Google Shape;1945;p4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9" name="Shape 1949"/>
        <p:cNvGrpSpPr/>
        <p:nvPr/>
      </p:nvGrpSpPr>
      <p:grpSpPr>
        <a:xfrm>
          <a:off x="0" y="0"/>
          <a:ext cx="0" cy="0"/>
          <a:chOff x="0" y="0"/>
          <a:chExt cx="0" cy="0"/>
        </a:xfrm>
      </p:grpSpPr>
      <p:sp>
        <p:nvSpPr>
          <p:cNvPr id="1950" name="Google Shape;1950;p4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951" name="Google Shape;1951;p4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52" name="Google Shape;1952;p4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953" name="Google Shape;1953;p4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954" name="Google Shape;1954;p4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955" name="Google Shape;1955;p4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956" name="Google Shape;1956;p4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957" name="Google Shape;1957;p4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58" name="Google Shape;1958;p4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959" name="Google Shape;1959;p4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960" name="Google Shape;1960;p4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61" name="Google Shape;1961;p4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5" name="Shape 1965"/>
        <p:cNvGrpSpPr/>
        <p:nvPr/>
      </p:nvGrpSpPr>
      <p:grpSpPr>
        <a:xfrm>
          <a:off x="0" y="0"/>
          <a:ext cx="0" cy="0"/>
          <a:chOff x="0" y="0"/>
          <a:chExt cx="0" cy="0"/>
        </a:xfrm>
      </p:grpSpPr>
      <p:grpSp>
        <p:nvGrpSpPr>
          <p:cNvPr id="1966" name="Google Shape;1966;p45"/>
          <p:cNvGrpSpPr/>
          <p:nvPr/>
        </p:nvGrpSpPr>
        <p:grpSpPr>
          <a:xfrm>
            <a:off x="5048544" y="3019584"/>
            <a:ext cx="442841" cy="514271"/>
            <a:chOff x="4727025" y="1332775"/>
            <a:chExt cx="59900" cy="69625"/>
          </a:xfrm>
        </p:grpSpPr>
        <p:sp>
          <p:nvSpPr>
            <p:cNvPr id="1967" name="Google Shape;1967;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45"/>
          <p:cNvGrpSpPr/>
          <p:nvPr/>
        </p:nvGrpSpPr>
        <p:grpSpPr>
          <a:xfrm>
            <a:off x="5723860" y="2267072"/>
            <a:ext cx="500909" cy="500899"/>
            <a:chOff x="4820425" y="1329900"/>
            <a:chExt cx="70175" cy="70350"/>
          </a:xfrm>
        </p:grpSpPr>
        <p:sp>
          <p:nvSpPr>
            <p:cNvPr id="1970" name="Google Shape;1970;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45"/>
          <p:cNvGrpSpPr/>
          <p:nvPr/>
        </p:nvGrpSpPr>
        <p:grpSpPr>
          <a:xfrm>
            <a:off x="6376484" y="2278862"/>
            <a:ext cx="538135" cy="493119"/>
            <a:chOff x="4903200" y="1331525"/>
            <a:chExt cx="73575" cy="67425"/>
          </a:xfrm>
        </p:grpSpPr>
        <p:sp>
          <p:nvSpPr>
            <p:cNvPr id="1975" name="Google Shape;1975;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76" name="Google Shape;1976;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5"/>
          <p:cNvGrpSpPr/>
          <p:nvPr/>
        </p:nvGrpSpPr>
        <p:grpSpPr>
          <a:xfrm>
            <a:off x="5636435" y="3020840"/>
            <a:ext cx="544563" cy="511895"/>
            <a:chOff x="4815575" y="1416800"/>
            <a:chExt cx="73750" cy="71400"/>
          </a:xfrm>
        </p:grpSpPr>
        <p:sp>
          <p:nvSpPr>
            <p:cNvPr id="1978" name="Google Shape;1978;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5"/>
          <p:cNvGrpSpPr/>
          <p:nvPr/>
        </p:nvGrpSpPr>
        <p:grpSpPr>
          <a:xfrm>
            <a:off x="6333060" y="3020546"/>
            <a:ext cx="602914" cy="512477"/>
            <a:chOff x="4902475" y="1418875"/>
            <a:chExt cx="74500" cy="63775"/>
          </a:xfrm>
        </p:grpSpPr>
        <p:sp>
          <p:nvSpPr>
            <p:cNvPr id="1982" name="Google Shape;1982;p4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45"/>
          <p:cNvGrpSpPr/>
          <p:nvPr/>
        </p:nvGrpSpPr>
        <p:grpSpPr>
          <a:xfrm>
            <a:off x="5748932" y="3759785"/>
            <a:ext cx="515391" cy="525699"/>
            <a:chOff x="4818100" y="1507675"/>
            <a:chExt cx="71225" cy="71625"/>
          </a:xfrm>
        </p:grpSpPr>
        <p:sp>
          <p:nvSpPr>
            <p:cNvPr id="1985" name="Google Shape;1985;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45"/>
          <p:cNvGrpSpPr/>
          <p:nvPr/>
        </p:nvGrpSpPr>
        <p:grpSpPr>
          <a:xfrm>
            <a:off x="5087034" y="3781317"/>
            <a:ext cx="522956" cy="489869"/>
            <a:chOff x="4721450" y="1509475"/>
            <a:chExt cx="79350" cy="74325"/>
          </a:xfrm>
        </p:grpSpPr>
        <p:sp>
          <p:nvSpPr>
            <p:cNvPr id="1990" name="Google Shape;1990;p4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45"/>
          <p:cNvGrpSpPr/>
          <p:nvPr/>
        </p:nvGrpSpPr>
        <p:grpSpPr>
          <a:xfrm>
            <a:off x="6410277" y="3761069"/>
            <a:ext cx="525704" cy="535436"/>
            <a:chOff x="4906800" y="1507500"/>
            <a:chExt cx="70350" cy="71075"/>
          </a:xfrm>
        </p:grpSpPr>
        <p:sp>
          <p:nvSpPr>
            <p:cNvPr id="1995" name="Google Shape;1995;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45"/>
          <p:cNvGrpSpPr/>
          <p:nvPr/>
        </p:nvGrpSpPr>
        <p:grpSpPr>
          <a:xfrm>
            <a:off x="4443099" y="2267050"/>
            <a:ext cx="508054" cy="508095"/>
            <a:chOff x="3736598" y="2170606"/>
            <a:chExt cx="404889" cy="404889"/>
          </a:xfrm>
        </p:grpSpPr>
        <p:sp>
          <p:nvSpPr>
            <p:cNvPr id="2001" name="Google Shape;2001;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45"/>
          <p:cNvGrpSpPr/>
          <p:nvPr/>
        </p:nvGrpSpPr>
        <p:grpSpPr>
          <a:xfrm>
            <a:off x="3731139" y="2267145"/>
            <a:ext cx="575790" cy="507904"/>
            <a:chOff x="3161917" y="2170682"/>
            <a:chExt cx="458870" cy="404737"/>
          </a:xfrm>
        </p:grpSpPr>
        <p:sp>
          <p:nvSpPr>
            <p:cNvPr id="2006" name="Google Shape;2006;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07" name="Google Shape;2007;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45"/>
          <p:cNvGrpSpPr/>
          <p:nvPr/>
        </p:nvGrpSpPr>
        <p:grpSpPr>
          <a:xfrm>
            <a:off x="3758669" y="3027517"/>
            <a:ext cx="520730" cy="498567"/>
            <a:chOff x="3179914" y="2889488"/>
            <a:chExt cx="422876" cy="404911"/>
          </a:xfrm>
        </p:grpSpPr>
        <p:sp>
          <p:nvSpPr>
            <p:cNvPr id="2010" name="Google Shape;2010;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45"/>
          <p:cNvGrpSpPr/>
          <p:nvPr/>
        </p:nvGrpSpPr>
        <p:grpSpPr>
          <a:xfrm>
            <a:off x="4387349" y="3027477"/>
            <a:ext cx="516145" cy="498648"/>
            <a:chOff x="3729467" y="2889422"/>
            <a:chExt cx="419153" cy="404977"/>
          </a:xfrm>
        </p:grpSpPr>
        <p:sp>
          <p:nvSpPr>
            <p:cNvPr id="2017" name="Google Shape;2017;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 name="Google Shape;2024;p4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8" name="Google Shape;2028;p45"/>
          <p:cNvGrpSpPr/>
          <p:nvPr/>
        </p:nvGrpSpPr>
        <p:grpSpPr>
          <a:xfrm>
            <a:off x="7107677" y="2474362"/>
            <a:ext cx="166473" cy="141497"/>
            <a:chOff x="4660325" y="1866850"/>
            <a:chExt cx="68350" cy="58100"/>
          </a:xfrm>
        </p:grpSpPr>
        <p:sp>
          <p:nvSpPr>
            <p:cNvPr id="2029" name="Google Shape;2029;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45"/>
          <p:cNvGrpSpPr/>
          <p:nvPr/>
        </p:nvGrpSpPr>
        <p:grpSpPr>
          <a:xfrm>
            <a:off x="7417022" y="2500086"/>
            <a:ext cx="162515" cy="90049"/>
            <a:chOff x="4791775" y="1877500"/>
            <a:chExt cx="66725" cy="36975"/>
          </a:xfrm>
        </p:grpSpPr>
        <p:sp>
          <p:nvSpPr>
            <p:cNvPr id="2032" name="Google Shape;2032;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45"/>
          <p:cNvGrpSpPr/>
          <p:nvPr/>
        </p:nvGrpSpPr>
        <p:grpSpPr>
          <a:xfrm>
            <a:off x="7738734" y="2500086"/>
            <a:ext cx="144979" cy="90049"/>
            <a:chOff x="4923925" y="1877500"/>
            <a:chExt cx="59525" cy="36975"/>
          </a:xfrm>
        </p:grpSpPr>
        <p:sp>
          <p:nvSpPr>
            <p:cNvPr id="2035" name="Google Shape;2035;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45"/>
          <p:cNvGrpSpPr/>
          <p:nvPr/>
        </p:nvGrpSpPr>
        <p:grpSpPr>
          <a:xfrm>
            <a:off x="8033226" y="2482277"/>
            <a:ext cx="141447" cy="125667"/>
            <a:chOff x="5058450" y="1870100"/>
            <a:chExt cx="58075" cy="51600"/>
          </a:xfrm>
        </p:grpSpPr>
        <p:sp>
          <p:nvSpPr>
            <p:cNvPr id="2038" name="Google Shape;2038;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45"/>
          <p:cNvGrpSpPr/>
          <p:nvPr/>
        </p:nvGrpSpPr>
        <p:grpSpPr>
          <a:xfrm>
            <a:off x="7447741" y="2904685"/>
            <a:ext cx="101077" cy="107645"/>
            <a:chOff x="4811425" y="2065025"/>
            <a:chExt cx="41500" cy="44200"/>
          </a:xfrm>
        </p:grpSpPr>
        <p:sp>
          <p:nvSpPr>
            <p:cNvPr id="2041" name="Google Shape;2041;p4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45"/>
          <p:cNvGrpSpPr/>
          <p:nvPr/>
        </p:nvGrpSpPr>
        <p:grpSpPr>
          <a:xfrm>
            <a:off x="7740178" y="2904898"/>
            <a:ext cx="120867" cy="107218"/>
            <a:chOff x="4929875" y="2065025"/>
            <a:chExt cx="49625" cy="44025"/>
          </a:xfrm>
        </p:grpSpPr>
        <p:sp>
          <p:nvSpPr>
            <p:cNvPr id="2044" name="Google Shape;2044;p4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45"/>
          <p:cNvGrpSpPr/>
          <p:nvPr/>
        </p:nvGrpSpPr>
        <p:grpSpPr>
          <a:xfrm>
            <a:off x="8068847" y="2907912"/>
            <a:ext cx="70206" cy="101191"/>
            <a:chOff x="5083925" y="2066350"/>
            <a:chExt cx="28825" cy="41550"/>
          </a:xfrm>
        </p:grpSpPr>
        <p:sp>
          <p:nvSpPr>
            <p:cNvPr id="2047" name="Google Shape;2047;p4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45"/>
          <p:cNvGrpSpPr/>
          <p:nvPr/>
        </p:nvGrpSpPr>
        <p:grpSpPr>
          <a:xfrm>
            <a:off x="7100401" y="2923559"/>
            <a:ext cx="181026" cy="69896"/>
            <a:chOff x="4659775" y="2072775"/>
            <a:chExt cx="74325" cy="28700"/>
          </a:xfrm>
        </p:grpSpPr>
        <p:sp>
          <p:nvSpPr>
            <p:cNvPr id="2050" name="Google Shape;2050;p4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45"/>
          <p:cNvGrpSpPr/>
          <p:nvPr/>
        </p:nvGrpSpPr>
        <p:grpSpPr>
          <a:xfrm>
            <a:off x="8020257" y="2714124"/>
            <a:ext cx="167387" cy="89197"/>
            <a:chOff x="4662475" y="1976500"/>
            <a:chExt cx="68725" cy="36625"/>
          </a:xfrm>
        </p:grpSpPr>
        <p:sp>
          <p:nvSpPr>
            <p:cNvPr id="2054" name="Google Shape;2054;p4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45"/>
          <p:cNvGrpSpPr/>
          <p:nvPr/>
        </p:nvGrpSpPr>
        <p:grpSpPr>
          <a:xfrm>
            <a:off x="7717162" y="2717564"/>
            <a:ext cx="166899" cy="82317"/>
            <a:chOff x="4920150" y="1977875"/>
            <a:chExt cx="68525" cy="33800"/>
          </a:xfrm>
        </p:grpSpPr>
        <p:sp>
          <p:nvSpPr>
            <p:cNvPr id="2058" name="Google Shape;2058;p4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45"/>
          <p:cNvGrpSpPr/>
          <p:nvPr/>
        </p:nvGrpSpPr>
        <p:grpSpPr>
          <a:xfrm>
            <a:off x="7128319" y="3121482"/>
            <a:ext cx="125190" cy="127858"/>
            <a:chOff x="4676550" y="2160575"/>
            <a:chExt cx="51400" cy="52500"/>
          </a:xfrm>
        </p:grpSpPr>
        <p:sp>
          <p:nvSpPr>
            <p:cNvPr id="2062" name="Google Shape;2062;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45"/>
          <p:cNvGrpSpPr/>
          <p:nvPr/>
        </p:nvGrpSpPr>
        <p:grpSpPr>
          <a:xfrm>
            <a:off x="7425577" y="3128514"/>
            <a:ext cx="145405" cy="113794"/>
            <a:chOff x="4768325" y="2163475"/>
            <a:chExt cx="59700" cy="46725"/>
          </a:xfrm>
        </p:grpSpPr>
        <p:sp>
          <p:nvSpPr>
            <p:cNvPr id="2066" name="Google Shape;2066;p4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8" name="Google Shape;2068;p4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 name="Google Shape;2074;p45"/>
          <p:cNvGrpSpPr/>
          <p:nvPr/>
        </p:nvGrpSpPr>
        <p:grpSpPr>
          <a:xfrm>
            <a:off x="7441895" y="3383608"/>
            <a:ext cx="112768" cy="106853"/>
            <a:chOff x="4768575" y="2253950"/>
            <a:chExt cx="46300" cy="43875"/>
          </a:xfrm>
        </p:grpSpPr>
        <p:sp>
          <p:nvSpPr>
            <p:cNvPr id="2075" name="Google Shape;2075;p4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45"/>
          <p:cNvGrpSpPr/>
          <p:nvPr/>
        </p:nvGrpSpPr>
        <p:grpSpPr>
          <a:xfrm>
            <a:off x="7741518" y="3872634"/>
            <a:ext cx="118187" cy="146246"/>
            <a:chOff x="4960900" y="2433225"/>
            <a:chExt cx="48525" cy="60050"/>
          </a:xfrm>
        </p:grpSpPr>
        <p:sp>
          <p:nvSpPr>
            <p:cNvPr id="2078" name="Google Shape;2078;p4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45"/>
          <p:cNvGrpSpPr/>
          <p:nvPr/>
        </p:nvGrpSpPr>
        <p:grpSpPr>
          <a:xfrm>
            <a:off x="7430083" y="4136695"/>
            <a:ext cx="136394" cy="143810"/>
            <a:chOff x="4854075" y="2527625"/>
            <a:chExt cx="56000" cy="59050"/>
          </a:xfrm>
        </p:grpSpPr>
        <p:sp>
          <p:nvSpPr>
            <p:cNvPr id="2081" name="Google Shape;2081;p4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3" name="Google Shape;2083;p4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45"/>
          <p:cNvGrpSpPr/>
          <p:nvPr/>
        </p:nvGrpSpPr>
        <p:grpSpPr>
          <a:xfrm>
            <a:off x="8054294" y="3600439"/>
            <a:ext cx="99312" cy="160797"/>
            <a:chOff x="5059700" y="2334775"/>
            <a:chExt cx="40775" cy="66025"/>
          </a:xfrm>
        </p:grpSpPr>
        <p:sp>
          <p:nvSpPr>
            <p:cNvPr id="2087" name="Google Shape;2087;p4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45"/>
          <p:cNvGrpSpPr/>
          <p:nvPr/>
        </p:nvGrpSpPr>
        <p:grpSpPr>
          <a:xfrm>
            <a:off x="8011458" y="3865571"/>
            <a:ext cx="184984" cy="160371"/>
            <a:chOff x="5037700" y="2430325"/>
            <a:chExt cx="75950" cy="65850"/>
          </a:xfrm>
        </p:grpSpPr>
        <p:sp>
          <p:nvSpPr>
            <p:cNvPr id="2097" name="Google Shape;2097;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45"/>
          <p:cNvGrpSpPr/>
          <p:nvPr/>
        </p:nvGrpSpPr>
        <p:grpSpPr>
          <a:xfrm>
            <a:off x="7430964" y="3632023"/>
            <a:ext cx="173014" cy="97629"/>
            <a:chOff x="4756975" y="2341800"/>
            <a:chExt cx="91975" cy="51925"/>
          </a:xfrm>
        </p:grpSpPr>
        <p:sp>
          <p:nvSpPr>
            <p:cNvPr id="2100" name="Google Shape;2100;p4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45"/>
          <p:cNvGrpSpPr/>
          <p:nvPr/>
        </p:nvGrpSpPr>
        <p:grpSpPr>
          <a:xfrm>
            <a:off x="7697901" y="4120720"/>
            <a:ext cx="212497" cy="175761"/>
            <a:chOff x="4943575" y="2516350"/>
            <a:chExt cx="98675" cy="81700"/>
          </a:xfrm>
        </p:grpSpPr>
        <p:sp>
          <p:nvSpPr>
            <p:cNvPr id="2121" name="Google Shape;2121;p4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45"/>
          <p:cNvGrpSpPr/>
          <p:nvPr/>
        </p:nvGrpSpPr>
        <p:grpSpPr>
          <a:xfrm>
            <a:off x="1955962" y="3346963"/>
            <a:ext cx="965351" cy="134611"/>
            <a:chOff x="4411970" y="2962952"/>
            <a:chExt cx="706544" cy="104212"/>
          </a:xfrm>
        </p:grpSpPr>
        <p:sp>
          <p:nvSpPr>
            <p:cNvPr id="2200" name="Google Shape;2200;p4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45"/>
          <p:cNvGrpSpPr/>
          <p:nvPr/>
        </p:nvGrpSpPr>
        <p:grpSpPr>
          <a:xfrm>
            <a:off x="1955962" y="2935877"/>
            <a:ext cx="960158" cy="289172"/>
            <a:chOff x="4411970" y="2726085"/>
            <a:chExt cx="643107" cy="193659"/>
          </a:xfrm>
        </p:grpSpPr>
        <p:sp>
          <p:nvSpPr>
            <p:cNvPr id="2205" name="Google Shape;2205;p4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45"/>
          <p:cNvGrpSpPr/>
          <p:nvPr/>
        </p:nvGrpSpPr>
        <p:grpSpPr>
          <a:xfrm>
            <a:off x="958854" y="3201987"/>
            <a:ext cx="833173" cy="259209"/>
            <a:chOff x="4411970" y="4340222"/>
            <a:chExt cx="779467" cy="242683"/>
          </a:xfrm>
        </p:grpSpPr>
        <p:sp>
          <p:nvSpPr>
            <p:cNvPr id="2209" name="Google Shape;2209;p4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45"/>
          <p:cNvGrpSpPr/>
          <p:nvPr/>
        </p:nvGrpSpPr>
        <p:grpSpPr>
          <a:xfrm>
            <a:off x="1955962" y="2597733"/>
            <a:ext cx="965160" cy="216230"/>
            <a:chOff x="4411970" y="2468674"/>
            <a:chExt cx="747317" cy="167425"/>
          </a:xfrm>
        </p:grpSpPr>
        <p:sp>
          <p:nvSpPr>
            <p:cNvPr id="2213" name="Google Shape;2213;p4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45"/>
          <p:cNvGrpSpPr/>
          <p:nvPr/>
        </p:nvGrpSpPr>
        <p:grpSpPr>
          <a:xfrm>
            <a:off x="954709" y="2502450"/>
            <a:ext cx="810451" cy="319148"/>
            <a:chOff x="4411970" y="3686602"/>
            <a:chExt cx="797845" cy="314215"/>
          </a:xfrm>
        </p:grpSpPr>
        <p:sp>
          <p:nvSpPr>
            <p:cNvPr id="2216" name="Google Shape;2216;p4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1" name="Google Shape;2221;p4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45"/>
          <p:cNvGrpSpPr/>
          <p:nvPr/>
        </p:nvGrpSpPr>
        <p:grpSpPr>
          <a:xfrm>
            <a:off x="954806" y="2256974"/>
            <a:ext cx="1970333" cy="208784"/>
            <a:chOff x="6336019" y="3733725"/>
            <a:chExt cx="2566206" cy="351310"/>
          </a:xfrm>
        </p:grpSpPr>
        <p:sp>
          <p:nvSpPr>
            <p:cNvPr id="2223" name="Google Shape;2223;p4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45"/>
          <p:cNvGrpSpPr/>
          <p:nvPr/>
        </p:nvGrpSpPr>
        <p:grpSpPr>
          <a:xfrm>
            <a:off x="1955962" y="3864529"/>
            <a:ext cx="946551" cy="153200"/>
            <a:chOff x="4404545" y="3301592"/>
            <a:chExt cx="782403" cy="129272"/>
          </a:xfrm>
        </p:grpSpPr>
        <p:sp>
          <p:nvSpPr>
            <p:cNvPr id="2228" name="Google Shape;2228;p4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45"/>
          <p:cNvGrpSpPr/>
          <p:nvPr/>
        </p:nvGrpSpPr>
        <p:grpSpPr>
          <a:xfrm>
            <a:off x="1955962" y="3603488"/>
            <a:ext cx="962257" cy="139127"/>
            <a:chOff x="4411970" y="3131459"/>
            <a:chExt cx="710520" cy="117397"/>
          </a:xfrm>
        </p:grpSpPr>
        <p:sp>
          <p:nvSpPr>
            <p:cNvPr id="2231" name="Google Shape;2231;p4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33" name="Google Shape;2233;p4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 name="Google Shape;2234;p45"/>
          <p:cNvGrpSpPr/>
          <p:nvPr/>
        </p:nvGrpSpPr>
        <p:grpSpPr>
          <a:xfrm>
            <a:off x="956107" y="3538282"/>
            <a:ext cx="823838" cy="458988"/>
            <a:chOff x="4411970" y="1801825"/>
            <a:chExt cx="734586" cy="409262"/>
          </a:xfrm>
        </p:grpSpPr>
        <p:sp>
          <p:nvSpPr>
            <p:cNvPr id="2235" name="Google Shape;2235;p4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45"/>
          <p:cNvGrpSpPr/>
          <p:nvPr/>
        </p:nvGrpSpPr>
        <p:grpSpPr>
          <a:xfrm>
            <a:off x="956107" y="4086708"/>
            <a:ext cx="856348" cy="212039"/>
            <a:chOff x="4411970" y="2233974"/>
            <a:chExt cx="763574" cy="189068"/>
          </a:xfrm>
        </p:grpSpPr>
        <p:sp>
          <p:nvSpPr>
            <p:cNvPr id="2238" name="Google Shape;2238;p4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45"/>
          <p:cNvGrpSpPr/>
          <p:nvPr/>
        </p:nvGrpSpPr>
        <p:grpSpPr>
          <a:xfrm>
            <a:off x="3066303" y="2262044"/>
            <a:ext cx="511602" cy="511602"/>
            <a:chOff x="5681300" y="2527788"/>
            <a:chExt cx="805800" cy="805800"/>
          </a:xfrm>
        </p:grpSpPr>
        <p:sp>
          <p:nvSpPr>
            <p:cNvPr id="2241" name="Google Shape;2241;p4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45"/>
          <p:cNvGrpSpPr/>
          <p:nvPr/>
        </p:nvGrpSpPr>
        <p:grpSpPr>
          <a:xfrm>
            <a:off x="3063497" y="3028627"/>
            <a:ext cx="513021" cy="512935"/>
            <a:chOff x="4049800" y="640400"/>
            <a:chExt cx="858900" cy="858900"/>
          </a:xfrm>
        </p:grpSpPr>
        <p:sp>
          <p:nvSpPr>
            <p:cNvPr id="2244" name="Google Shape;2244;p4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45"/>
          <p:cNvGrpSpPr/>
          <p:nvPr/>
        </p:nvGrpSpPr>
        <p:grpSpPr>
          <a:xfrm>
            <a:off x="2980696" y="3680519"/>
            <a:ext cx="686489" cy="686585"/>
            <a:chOff x="5080188" y="927900"/>
            <a:chExt cx="961200" cy="961200"/>
          </a:xfrm>
        </p:grpSpPr>
        <p:sp>
          <p:nvSpPr>
            <p:cNvPr id="2247" name="Google Shape;2247;p4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45"/>
          <p:cNvGrpSpPr/>
          <p:nvPr/>
        </p:nvGrpSpPr>
        <p:grpSpPr>
          <a:xfrm>
            <a:off x="3763848" y="3773248"/>
            <a:ext cx="510373" cy="510937"/>
            <a:chOff x="7508249" y="1522825"/>
            <a:chExt cx="1326332" cy="1322987"/>
          </a:xfrm>
        </p:grpSpPr>
        <p:sp>
          <p:nvSpPr>
            <p:cNvPr id="2256" name="Google Shape;2256;p4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45"/>
          <p:cNvGrpSpPr/>
          <p:nvPr/>
        </p:nvGrpSpPr>
        <p:grpSpPr>
          <a:xfrm>
            <a:off x="4455441" y="3774653"/>
            <a:ext cx="492652" cy="503348"/>
            <a:chOff x="6039282" y="1042577"/>
            <a:chExt cx="734315" cy="731929"/>
          </a:xfrm>
        </p:grpSpPr>
        <p:sp>
          <p:nvSpPr>
            <p:cNvPr id="2267" name="Google Shape;2267;p4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 name="Google Shape;2288;p45"/>
          <p:cNvGrpSpPr/>
          <p:nvPr/>
        </p:nvGrpSpPr>
        <p:grpSpPr>
          <a:xfrm>
            <a:off x="5095855" y="2270694"/>
            <a:ext cx="483304" cy="504902"/>
            <a:chOff x="1825800" y="1651625"/>
            <a:chExt cx="568125" cy="591775"/>
          </a:xfrm>
        </p:grpSpPr>
        <p:sp>
          <p:nvSpPr>
            <p:cNvPr id="2289" name="Google Shape;2289;p4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5" name="Google Shape;2295;p4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300" name="Google Shape;2300;p4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4" name="Shape 2304"/>
        <p:cNvGrpSpPr/>
        <p:nvPr/>
      </p:nvGrpSpPr>
      <p:grpSpPr>
        <a:xfrm>
          <a:off x="0" y="0"/>
          <a:ext cx="0" cy="0"/>
          <a:chOff x="0" y="0"/>
          <a:chExt cx="0" cy="0"/>
        </a:xfrm>
      </p:grpSpPr>
      <p:grpSp>
        <p:nvGrpSpPr>
          <p:cNvPr id="2305" name="Google Shape;2305;p46"/>
          <p:cNvGrpSpPr/>
          <p:nvPr/>
        </p:nvGrpSpPr>
        <p:grpSpPr>
          <a:xfrm>
            <a:off x="722059" y="955168"/>
            <a:ext cx="2492868" cy="1379876"/>
            <a:chOff x="2654821" y="2311071"/>
            <a:chExt cx="2279715" cy="1262120"/>
          </a:xfrm>
        </p:grpSpPr>
        <p:grpSp>
          <p:nvGrpSpPr>
            <p:cNvPr id="2306" name="Google Shape;2306;p46"/>
            <p:cNvGrpSpPr/>
            <p:nvPr/>
          </p:nvGrpSpPr>
          <p:grpSpPr>
            <a:xfrm>
              <a:off x="4034269" y="2840745"/>
              <a:ext cx="40212" cy="36437"/>
              <a:chOff x="4293400" y="2574725"/>
              <a:chExt cx="84425" cy="80100"/>
            </a:xfrm>
          </p:grpSpPr>
          <p:sp>
            <p:nvSpPr>
              <p:cNvPr id="2307" name="Google Shape;2307;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08" name="Google Shape;2308;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46"/>
            <p:cNvGrpSpPr/>
            <p:nvPr/>
          </p:nvGrpSpPr>
          <p:grpSpPr>
            <a:xfrm>
              <a:off x="3894606" y="2334874"/>
              <a:ext cx="913198" cy="518984"/>
              <a:chOff x="4000175" y="1462675"/>
              <a:chExt cx="1917275" cy="1140875"/>
            </a:xfrm>
          </p:grpSpPr>
          <p:sp>
            <p:nvSpPr>
              <p:cNvPr id="2310" name="Google Shape;2310;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1" name="Google Shape;2311;p46"/>
              <p:cNvGrpSpPr/>
              <p:nvPr/>
            </p:nvGrpSpPr>
            <p:grpSpPr>
              <a:xfrm>
                <a:off x="4000175" y="1462675"/>
                <a:ext cx="1917275" cy="1140875"/>
                <a:chOff x="4000175" y="1462675"/>
                <a:chExt cx="1917275" cy="1140875"/>
              </a:xfrm>
            </p:grpSpPr>
            <p:sp>
              <p:nvSpPr>
                <p:cNvPr id="2312" name="Google Shape;2312;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3" name="Google Shape;2313;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17" name="Google Shape;2317;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8" name="Google Shape;2318;p46"/>
            <p:cNvGrpSpPr/>
            <p:nvPr/>
          </p:nvGrpSpPr>
          <p:grpSpPr>
            <a:xfrm>
              <a:off x="3875768" y="2846704"/>
              <a:ext cx="44796" cy="47366"/>
              <a:chOff x="3960625" y="2587825"/>
              <a:chExt cx="94050" cy="104125"/>
            </a:xfrm>
          </p:grpSpPr>
          <p:sp>
            <p:nvSpPr>
              <p:cNvPr id="2319" name="Google Shape;2319;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0" name="Google Shape;2320;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46"/>
            <p:cNvGrpSpPr/>
            <p:nvPr/>
          </p:nvGrpSpPr>
          <p:grpSpPr>
            <a:xfrm>
              <a:off x="3782759" y="2807162"/>
              <a:ext cx="82686" cy="85487"/>
              <a:chOff x="3765350" y="2500900"/>
              <a:chExt cx="173600" cy="187925"/>
            </a:xfrm>
          </p:grpSpPr>
          <p:sp>
            <p:nvSpPr>
              <p:cNvPr id="2322" name="Google Shape;2322;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3" name="Google Shape;2323;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46"/>
            <p:cNvGrpSpPr/>
            <p:nvPr/>
          </p:nvGrpSpPr>
          <p:grpSpPr>
            <a:xfrm>
              <a:off x="3775674" y="2798496"/>
              <a:ext cx="40545" cy="23564"/>
              <a:chOff x="3750475" y="2481850"/>
              <a:chExt cx="85125" cy="51800"/>
            </a:xfrm>
          </p:grpSpPr>
          <p:sp>
            <p:nvSpPr>
              <p:cNvPr id="2329" name="Google Shape;2329;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1" name="Google Shape;2331;p46"/>
            <p:cNvGrpSpPr/>
            <p:nvPr/>
          </p:nvGrpSpPr>
          <p:grpSpPr>
            <a:xfrm>
              <a:off x="3716946" y="2776024"/>
              <a:ext cx="81971" cy="76912"/>
              <a:chOff x="3627175" y="2432450"/>
              <a:chExt cx="172100" cy="169075"/>
            </a:xfrm>
          </p:grpSpPr>
          <p:sp>
            <p:nvSpPr>
              <p:cNvPr id="2332" name="Google Shape;2332;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4" name="Google Shape;2334;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5" name="Google Shape;2335;p46"/>
            <p:cNvGrpSpPr/>
            <p:nvPr/>
          </p:nvGrpSpPr>
          <p:grpSpPr>
            <a:xfrm>
              <a:off x="3685682" y="2845624"/>
              <a:ext cx="29311" cy="45055"/>
              <a:chOff x="3561536" y="2585450"/>
              <a:chExt cx="61539" cy="99045"/>
            </a:xfrm>
          </p:grpSpPr>
          <p:sp>
            <p:nvSpPr>
              <p:cNvPr id="2336" name="Google Shape;2336;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38" name="Google Shape;2338;p46"/>
            <p:cNvGrpSpPr/>
            <p:nvPr/>
          </p:nvGrpSpPr>
          <p:grpSpPr>
            <a:xfrm>
              <a:off x="3849905" y="2572252"/>
              <a:ext cx="74339" cy="119559"/>
              <a:chOff x="3906325" y="1984500"/>
              <a:chExt cx="156075" cy="262825"/>
            </a:xfrm>
          </p:grpSpPr>
          <p:sp>
            <p:nvSpPr>
              <p:cNvPr id="2339" name="Google Shape;2339;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0" name="Google Shape;2340;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46"/>
            <p:cNvGrpSpPr/>
            <p:nvPr/>
          </p:nvGrpSpPr>
          <p:grpSpPr>
            <a:xfrm>
              <a:off x="2654821" y="2414345"/>
              <a:ext cx="667570" cy="558731"/>
              <a:chOff x="1397225" y="1637375"/>
              <a:chExt cx="1401575" cy="1228250"/>
            </a:xfrm>
          </p:grpSpPr>
          <p:sp>
            <p:nvSpPr>
              <p:cNvPr id="2342" name="Google Shape;2342;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3" name="Google Shape;2343;p46"/>
              <p:cNvGrpSpPr/>
              <p:nvPr/>
            </p:nvGrpSpPr>
            <p:grpSpPr>
              <a:xfrm>
                <a:off x="1397225" y="1637375"/>
                <a:ext cx="1398775" cy="1228250"/>
                <a:chOff x="1397225" y="1637375"/>
                <a:chExt cx="1398775" cy="1228250"/>
              </a:xfrm>
            </p:grpSpPr>
            <p:sp>
              <p:nvSpPr>
                <p:cNvPr id="2344" name="Google Shape;2344;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6" name="Google Shape;2346;p46"/>
            <p:cNvGrpSpPr/>
            <p:nvPr/>
          </p:nvGrpSpPr>
          <p:grpSpPr>
            <a:xfrm>
              <a:off x="3230417" y="3103734"/>
              <a:ext cx="282982" cy="280332"/>
              <a:chOff x="2605700" y="3152850"/>
              <a:chExt cx="594125" cy="616250"/>
            </a:xfrm>
          </p:grpSpPr>
          <p:sp>
            <p:nvSpPr>
              <p:cNvPr id="2347" name="Google Shape;2347;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48" name="Google Shape;2348;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49" name="Google Shape;2349;p46"/>
            <p:cNvGrpSpPr/>
            <p:nvPr/>
          </p:nvGrpSpPr>
          <p:grpSpPr>
            <a:xfrm>
              <a:off x="3265985" y="3226989"/>
              <a:ext cx="87151" cy="346202"/>
              <a:chOff x="2680375" y="3423800"/>
              <a:chExt cx="182975" cy="761050"/>
            </a:xfrm>
          </p:grpSpPr>
          <p:sp>
            <p:nvSpPr>
              <p:cNvPr id="2350" name="Google Shape;2350;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1" name="Google Shape;2351;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46"/>
            <p:cNvGrpSpPr/>
            <p:nvPr/>
          </p:nvGrpSpPr>
          <p:grpSpPr>
            <a:xfrm>
              <a:off x="3855466" y="3289811"/>
              <a:ext cx="112514" cy="94210"/>
              <a:chOff x="3918000" y="3561900"/>
              <a:chExt cx="236225" cy="207100"/>
            </a:xfrm>
          </p:grpSpPr>
          <p:sp>
            <p:nvSpPr>
              <p:cNvPr id="2353" name="Google Shape;2353;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4" name="Google Shape;2354;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 name="Google Shape;2355;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58" name="Google Shape;2358;p46"/>
            <p:cNvGrpSpPr/>
            <p:nvPr/>
          </p:nvGrpSpPr>
          <p:grpSpPr>
            <a:xfrm>
              <a:off x="2905224" y="2311071"/>
              <a:ext cx="596721" cy="528992"/>
              <a:chOff x="1922950" y="1410350"/>
              <a:chExt cx="1252825" cy="1162875"/>
            </a:xfrm>
          </p:grpSpPr>
          <p:sp>
            <p:nvSpPr>
              <p:cNvPr id="2359" name="Google Shape;2359;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75" name="Google Shape;2375;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95" name="Google Shape;2395;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96" name="Google Shape;2396;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7" name="Google Shape;2397;p46"/>
            <p:cNvGrpSpPr/>
            <p:nvPr/>
          </p:nvGrpSpPr>
          <p:grpSpPr>
            <a:xfrm>
              <a:off x="3280929" y="3294542"/>
              <a:ext cx="109894" cy="272224"/>
              <a:chOff x="2711750" y="3572300"/>
              <a:chExt cx="230725" cy="598425"/>
            </a:xfrm>
          </p:grpSpPr>
          <p:sp>
            <p:nvSpPr>
              <p:cNvPr id="2398" name="Google Shape;2398;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0" name="Google Shape;2400;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46"/>
            <p:cNvGrpSpPr/>
            <p:nvPr/>
          </p:nvGrpSpPr>
          <p:grpSpPr>
            <a:xfrm>
              <a:off x="3790439" y="2408636"/>
              <a:ext cx="73017" cy="75684"/>
              <a:chOff x="3781475" y="1624825"/>
              <a:chExt cx="153300" cy="166375"/>
            </a:xfrm>
          </p:grpSpPr>
          <p:sp>
            <p:nvSpPr>
              <p:cNvPr id="2402" name="Google Shape;2402;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46"/>
            <p:cNvGrpSpPr/>
            <p:nvPr/>
          </p:nvGrpSpPr>
          <p:grpSpPr>
            <a:xfrm>
              <a:off x="4403342" y="3107749"/>
              <a:ext cx="316680" cy="101374"/>
              <a:chOff x="5068275" y="3161675"/>
              <a:chExt cx="664875" cy="222850"/>
            </a:xfrm>
          </p:grpSpPr>
          <p:sp>
            <p:nvSpPr>
              <p:cNvPr id="2414" name="Google Shape;2414;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8" name="Google Shape;2418;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7" name="Google Shape;2447;p46"/>
            <p:cNvGrpSpPr/>
            <p:nvPr/>
          </p:nvGrpSpPr>
          <p:grpSpPr>
            <a:xfrm>
              <a:off x="3697513" y="2707266"/>
              <a:ext cx="59549" cy="79733"/>
              <a:chOff x="3586375" y="2281300"/>
              <a:chExt cx="125025" cy="175275"/>
            </a:xfrm>
          </p:grpSpPr>
          <p:sp>
            <p:nvSpPr>
              <p:cNvPr id="2448" name="Google Shape;2448;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0" name="Google Shape;2450;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1" name="Google Shape;2451;p46"/>
            <p:cNvGrpSpPr/>
            <p:nvPr/>
          </p:nvGrpSpPr>
          <p:grpSpPr>
            <a:xfrm>
              <a:off x="4513224" y="3221724"/>
              <a:ext cx="274563" cy="280321"/>
              <a:chOff x="5298975" y="3412225"/>
              <a:chExt cx="576450" cy="616225"/>
            </a:xfrm>
          </p:grpSpPr>
          <p:sp>
            <p:nvSpPr>
              <p:cNvPr id="2452" name="Google Shape;2452;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3" name="Google Shape;2453;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46"/>
            <p:cNvGrpSpPr/>
            <p:nvPr/>
          </p:nvGrpSpPr>
          <p:grpSpPr>
            <a:xfrm>
              <a:off x="4824403" y="3421846"/>
              <a:ext cx="110132" cy="130647"/>
              <a:chOff x="5952300" y="3852150"/>
              <a:chExt cx="231225" cy="287200"/>
            </a:xfrm>
          </p:grpSpPr>
          <p:sp>
            <p:nvSpPr>
              <p:cNvPr id="2455" name="Google Shape;2455;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46"/>
            <p:cNvGrpSpPr/>
            <p:nvPr/>
          </p:nvGrpSpPr>
          <p:grpSpPr>
            <a:xfrm>
              <a:off x="4295710" y="3079670"/>
              <a:ext cx="14968" cy="27135"/>
              <a:chOff x="4842300" y="3099950"/>
              <a:chExt cx="31425" cy="59650"/>
            </a:xfrm>
          </p:grpSpPr>
          <p:sp>
            <p:nvSpPr>
              <p:cNvPr id="2466" name="Google Shape;2466;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8" name="Google Shape;2478;p46"/>
            <p:cNvGrpSpPr/>
            <p:nvPr/>
          </p:nvGrpSpPr>
          <p:grpSpPr>
            <a:xfrm>
              <a:off x="3831056" y="2816010"/>
              <a:ext cx="37378" cy="27612"/>
              <a:chOff x="3866750" y="2520350"/>
              <a:chExt cx="78475" cy="60700"/>
            </a:xfrm>
          </p:grpSpPr>
          <p:sp>
            <p:nvSpPr>
              <p:cNvPr id="2479" name="Google Shape;2479;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3" name="Google Shape;2483;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0" name="Google Shape;2500;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2" name="Google Shape;2512;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5" name="Google Shape;2525;p46"/>
            <p:cNvGrpSpPr/>
            <p:nvPr/>
          </p:nvGrpSpPr>
          <p:grpSpPr>
            <a:xfrm>
              <a:off x="3632736" y="3051591"/>
              <a:ext cx="63288" cy="45217"/>
              <a:chOff x="3450375" y="3038225"/>
              <a:chExt cx="132875" cy="99400"/>
            </a:xfrm>
          </p:grpSpPr>
          <p:sp>
            <p:nvSpPr>
              <p:cNvPr id="2526" name="Google Shape;2526;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7" name="Google Shape;2537;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47" name="Google Shape;2547;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53" name="Google Shape;2553;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46"/>
          <p:cNvGrpSpPr/>
          <p:nvPr/>
        </p:nvGrpSpPr>
        <p:grpSpPr>
          <a:xfrm>
            <a:off x="719116" y="2850945"/>
            <a:ext cx="2622876" cy="1333540"/>
            <a:chOff x="238125" y="1038125"/>
            <a:chExt cx="7146800" cy="3633625"/>
          </a:xfrm>
        </p:grpSpPr>
        <p:sp>
          <p:nvSpPr>
            <p:cNvPr id="2564" name="Google Shape;2564;p4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46"/>
          <p:cNvGrpSpPr/>
          <p:nvPr/>
        </p:nvGrpSpPr>
        <p:grpSpPr>
          <a:xfrm>
            <a:off x="5834044" y="993055"/>
            <a:ext cx="2590840" cy="1380235"/>
            <a:chOff x="233350" y="949250"/>
            <a:chExt cx="7137300" cy="3802300"/>
          </a:xfrm>
        </p:grpSpPr>
        <p:sp>
          <p:nvSpPr>
            <p:cNvPr id="4137" name="Google Shape;4137;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46"/>
          <p:cNvGrpSpPr/>
          <p:nvPr/>
        </p:nvGrpSpPr>
        <p:grpSpPr>
          <a:xfrm>
            <a:off x="7648473" y="3037828"/>
            <a:ext cx="104231" cy="320340"/>
            <a:chOff x="7564426" y="3224343"/>
            <a:chExt cx="119985" cy="368801"/>
          </a:xfrm>
        </p:grpSpPr>
        <p:sp>
          <p:nvSpPr>
            <p:cNvPr id="4189" name="Google Shape;4189;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46"/>
          <p:cNvGrpSpPr/>
          <p:nvPr/>
        </p:nvGrpSpPr>
        <p:grpSpPr>
          <a:xfrm>
            <a:off x="7347962" y="3031929"/>
            <a:ext cx="189489" cy="332132"/>
            <a:chOff x="8370831" y="3202002"/>
            <a:chExt cx="218129" cy="382376"/>
          </a:xfrm>
        </p:grpSpPr>
        <p:sp>
          <p:nvSpPr>
            <p:cNvPr id="4192" name="Google Shape;4192;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46"/>
          <p:cNvGrpSpPr/>
          <p:nvPr/>
        </p:nvGrpSpPr>
        <p:grpSpPr>
          <a:xfrm>
            <a:off x="8071351" y="3443061"/>
            <a:ext cx="309429" cy="267000"/>
            <a:chOff x="6742064" y="3750480"/>
            <a:chExt cx="399315" cy="344560"/>
          </a:xfrm>
        </p:grpSpPr>
        <p:sp>
          <p:nvSpPr>
            <p:cNvPr id="4195" name="Google Shape;4195;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46"/>
          <p:cNvGrpSpPr/>
          <p:nvPr/>
        </p:nvGrpSpPr>
        <p:grpSpPr>
          <a:xfrm>
            <a:off x="7610370" y="3794109"/>
            <a:ext cx="180437" cy="281608"/>
            <a:chOff x="7248525" y="3739696"/>
            <a:chExt cx="230531" cy="359790"/>
          </a:xfrm>
        </p:grpSpPr>
        <p:sp>
          <p:nvSpPr>
            <p:cNvPr id="4198" name="Google Shape;4198;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46"/>
          <p:cNvGrpSpPr/>
          <p:nvPr/>
        </p:nvGrpSpPr>
        <p:grpSpPr>
          <a:xfrm>
            <a:off x="7856289" y="3437333"/>
            <a:ext cx="162896" cy="278710"/>
            <a:chOff x="7601242" y="3729267"/>
            <a:chExt cx="222566" cy="380803"/>
          </a:xfrm>
        </p:grpSpPr>
        <p:sp>
          <p:nvSpPr>
            <p:cNvPr id="4201" name="Google Shape;4201;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3" name="Google Shape;4203;p4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4" name="Google Shape;4204;p46"/>
          <p:cNvGrpSpPr/>
          <p:nvPr/>
        </p:nvGrpSpPr>
        <p:grpSpPr>
          <a:xfrm>
            <a:off x="7345935" y="3438473"/>
            <a:ext cx="193543" cy="275990"/>
            <a:chOff x="8304647" y="3738687"/>
            <a:chExt cx="225076" cy="320956"/>
          </a:xfrm>
        </p:grpSpPr>
        <p:sp>
          <p:nvSpPr>
            <p:cNvPr id="4205" name="Google Shape;4205;p4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46"/>
          <p:cNvGrpSpPr/>
          <p:nvPr/>
        </p:nvGrpSpPr>
        <p:grpSpPr>
          <a:xfrm>
            <a:off x="7618427" y="3438473"/>
            <a:ext cx="178492" cy="275990"/>
            <a:chOff x="8615101" y="3738687"/>
            <a:chExt cx="207573" cy="320956"/>
          </a:xfrm>
        </p:grpSpPr>
        <p:sp>
          <p:nvSpPr>
            <p:cNvPr id="4209" name="Google Shape;4209;p4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4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46"/>
          <p:cNvGrpSpPr/>
          <p:nvPr/>
        </p:nvGrpSpPr>
        <p:grpSpPr>
          <a:xfrm>
            <a:off x="6013132" y="3559961"/>
            <a:ext cx="557671" cy="511283"/>
            <a:chOff x="6015419" y="3716859"/>
            <a:chExt cx="557671" cy="511283"/>
          </a:xfrm>
        </p:grpSpPr>
        <p:sp>
          <p:nvSpPr>
            <p:cNvPr id="4214" name="Google Shape;4214;p4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46"/>
            <p:cNvGrpSpPr/>
            <p:nvPr/>
          </p:nvGrpSpPr>
          <p:grpSpPr>
            <a:xfrm>
              <a:off x="6036094" y="3716980"/>
              <a:ext cx="529860" cy="510468"/>
              <a:chOff x="6036094" y="3716980"/>
              <a:chExt cx="529860" cy="510468"/>
            </a:xfrm>
          </p:grpSpPr>
          <p:sp>
            <p:nvSpPr>
              <p:cNvPr id="4216" name="Google Shape;4216;p4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6" name="Google Shape;4226;p46"/>
          <p:cNvGrpSpPr/>
          <p:nvPr/>
        </p:nvGrpSpPr>
        <p:grpSpPr>
          <a:xfrm>
            <a:off x="6642017" y="2916730"/>
            <a:ext cx="576302" cy="511871"/>
            <a:chOff x="6644304" y="3073628"/>
            <a:chExt cx="576302" cy="511871"/>
          </a:xfrm>
        </p:grpSpPr>
        <p:sp>
          <p:nvSpPr>
            <p:cNvPr id="4227" name="Google Shape;4227;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46"/>
            <p:cNvGrpSpPr/>
            <p:nvPr/>
          </p:nvGrpSpPr>
          <p:grpSpPr>
            <a:xfrm>
              <a:off x="6712169" y="3085440"/>
              <a:ext cx="481622" cy="494913"/>
              <a:chOff x="6712169" y="3085440"/>
              <a:chExt cx="481622" cy="494913"/>
            </a:xfrm>
          </p:grpSpPr>
          <p:sp>
            <p:nvSpPr>
              <p:cNvPr id="4229" name="Google Shape;4229;p4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4" name="Google Shape;4234;p4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4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46"/>
          <p:cNvGrpSpPr/>
          <p:nvPr/>
        </p:nvGrpSpPr>
        <p:grpSpPr>
          <a:xfrm>
            <a:off x="6649868" y="3559725"/>
            <a:ext cx="560631" cy="511352"/>
            <a:chOff x="6652154" y="3716623"/>
            <a:chExt cx="560631" cy="511352"/>
          </a:xfrm>
        </p:grpSpPr>
        <p:sp>
          <p:nvSpPr>
            <p:cNvPr id="4239" name="Google Shape;4239;p4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0" name="Google Shape;4240;p46"/>
            <p:cNvGrpSpPr/>
            <p:nvPr/>
          </p:nvGrpSpPr>
          <p:grpSpPr>
            <a:xfrm>
              <a:off x="6669657" y="3716715"/>
              <a:ext cx="466779" cy="464290"/>
              <a:chOff x="6669657" y="3716715"/>
              <a:chExt cx="466779" cy="464290"/>
            </a:xfrm>
          </p:grpSpPr>
          <p:sp>
            <p:nvSpPr>
              <p:cNvPr id="4241" name="Google Shape;4241;p4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46"/>
          <p:cNvGrpSpPr/>
          <p:nvPr/>
        </p:nvGrpSpPr>
        <p:grpSpPr>
          <a:xfrm>
            <a:off x="7843959" y="3841134"/>
            <a:ext cx="187557" cy="187557"/>
            <a:chOff x="8565775" y="671075"/>
            <a:chExt cx="441000" cy="441000"/>
          </a:xfrm>
        </p:grpSpPr>
        <p:sp>
          <p:nvSpPr>
            <p:cNvPr id="4255" name="Google Shape;4255;p4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7" name="Google Shape;4257;p4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9" name="Google Shape;4259;p46"/>
          <p:cNvGrpSpPr/>
          <p:nvPr/>
        </p:nvGrpSpPr>
        <p:grpSpPr>
          <a:xfrm>
            <a:off x="5997814" y="2919352"/>
            <a:ext cx="587871" cy="512373"/>
            <a:chOff x="6000100" y="3076250"/>
            <a:chExt cx="587871" cy="512373"/>
          </a:xfrm>
        </p:grpSpPr>
        <p:sp>
          <p:nvSpPr>
            <p:cNvPr id="4260" name="Google Shape;4260;p4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46"/>
            <p:cNvGrpSpPr/>
            <p:nvPr/>
          </p:nvGrpSpPr>
          <p:grpSpPr>
            <a:xfrm>
              <a:off x="6031360" y="3076713"/>
              <a:ext cx="539107" cy="480965"/>
              <a:chOff x="6031360" y="3076713"/>
              <a:chExt cx="539107" cy="480965"/>
            </a:xfrm>
          </p:grpSpPr>
          <p:sp>
            <p:nvSpPr>
              <p:cNvPr id="4262" name="Google Shape;4262;p4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9" name="Google Shape;4269;p46"/>
          <p:cNvGrpSpPr/>
          <p:nvPr/>
        </p:nvGrpSpPr>
        <p:grpSpPr>
          <a:xfrm>
            <a:off x="3369305" y="938716"/>
            <a:ext cx="2310381" cy="1488888"/>
            <a:chOff x="229225" y="549050"/>
            <a:chExt cx="7161750" cy="4615275"/>
          </a:xfrm>
        </p:grpSpPr>
        <p:sp>
          <p:nvSpPr>
            <p:cNvPr id="4270" name="Google Shape;4270;p4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46"/>
          <p:cNvGrpSpPr/>
          <p:nvPr/>
        </p:nvGrpSpPr>
        <p:grpSpPr>
          <a:xfrm>
            <a:off x="3514723" y="2830563"/>
            <a:ext cx="2310282" cy="1374222"/>
            <a:chOff x="238125" y="732525"/>
            <a:chExt cx="7130500" cy="4241425"/>
          </a:xfrm>
        </p:grpSpPr>
        <p:sp>
          <p:nvSpPr>
            <p:cNvPr id="4388" name="Google Shape;4388;p4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5" name="Shape 4505"/>
        <p:cNvGrpSpPr/>
        <p:nvPr/>
      </p:nvGrpSpPr>
      <p:grpSpPr>
        <a:xfrm>
          <a:off x="0" y="0"/>
          <a:ext cx="0" cy="0"/>
          <a:chOff x="0" y="0"/>
          <a:chExt cx="0" cy="0"/>
        </a:xfrm>
      </p:grpSpPr>
      <p:grpSp>
        <p:nvGrpSpPr>
          <p:cNvPr id="4506" name="Google Shape;4506;p47"/>
          <p:cNvGrpSpPr/>
          <p:nvPr/>
        </p:nvGrpSpPr>
        <p:grpSpPr>
          <a:xfrm>
            <a:off x="725414" y="969763"/>
            <a:ext cx="2507799" cy="206239"/>
            <a:chOff x="106648" y="895722"/>
            <a:chExt cx="4481413" cy="374300"/>
          </a:xfrm>
        </p:grpSpPr>
        <p:grpSp>
          <p:nvGrpSpPr>
            <p:cNvPr id="4507" name="Google Shape;4507;p47"/>
            <p:cNvGrpSpPr/>
            <p:nvPr/>
          </p:nvGrpSpPr>
          <p:grpSpPr>
            <a:xfrm>
              <a:off x="2233276" y="895722"/>
              <a:ext cx="1082667" cy="223591"/>
              <a:chOff x="4808316" y="2800065"/>
              <a:chExt cx="1999386" cy="412910"/>
            </a:xfrm>
          </p:grpSpPr>
          <p:sp>
            <p:nvSpPr>
              <p:cNvPr id="4508" name="Google Shape;4508;p4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9" name="Google Shape;4509;p47"/>
              <p:cNvGrpSpPr/>
              <p:nvPr/>
            </p:nvGrpSpPr>
            <p:grpSpPr>
              <a:xfrm>
                <a:off x="4808316" y="2800065"/>
                <a:ext cx="92400" cy="411825"/>
                <a:chOff x="845575" y="2563700"/>
                <a:chExt cx="92400" cy="411825"/>
              </a:xfrm>
            </p:grpSpPr>
            <p:cxnSp>
              <p:nvCxnSpPr>
                <p:cNvPr id="4510" name="Google Shape;4510;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1" name="Google Shape;4511;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2" name="Google Shape;4512;p47"/>
            <p:cNvGrpSpPr/>
            <p:nvPr/>
          </p:nvGrpSpPr>
          <p:grpSpPr>
            <a:xfrm>
              <a:off x="106648" y="895722"/>
              <a:ext cx="1088401" cy="223591"/>
              <a:chOff x="881025" y="2800065"/>
              <a:chExt cx="2009975" cy="412910"/>
            </a:xfrm>
          </p:grpSpPr>
          <p:sp>
            <p:nvSpPr>
              <p:cNvPr id="4513" name="Google Shape;4513;p4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4" name="Google Shape;4514;p47"/>
              <p:cNvGrpSpPr/>
              <p:nvPr/>
            </p:nvGrpSpPr>
            <p:grpSpPr>
              <a:xfrm>
                <a:off x="881025" y="2800065"/>
                <a:ext cx="92400" cy="411825"/>
                <a:chOff x="845575" y="2563700"/>
                <a:chExt cx="92400" cy="411825"/>
              </a:xfrm>
            </p:grpSpPr>
            <p:cxnSp>
              <p:nvCxnSpPr>
                <p:cNvPr id="4515" name="Google Shape;4515;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6" name="Google Shape;4516;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7" name="Google Shape;4517;p47"/>
            <p:cNvGrpSpPr/>
            <p:nvPr/>
          </p:nvGrpSpPr>
          <p:grpSpPr>
            <a:xfrm>
              <a:off x="1172346" y="1047018"/>
              <a:ext cx="1083151" cy="223003"/>
              <a:chOff x="2849073" y="3079467"/>
              <a:chExt cx="2000279" cy="411825"/>
            </a:xfrm>
          </p:grpSpPr>
          <p:sp>
            <p:nvSpPr>
              <p:cNvPr id="4518" name="Google Shape;4518;p4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9" name="Google Shape;4519;p47"/>
              <p:cNvGrpSpPr/>
              <p:nvPr/>
            </p:nvGrpSpPr>
            <p:grpSpPr>
              <a:xfrm rot="10800000">
                <a:off x="2849073" y="3079467"/>
                <a:ext cx="92400" cy="411825"/>
                <a:chOff x="2070100" y="2563700"/>
                <a:chExt cx="92400" cy="411825"/>
              </a:xfrm>
            </p:grpSpPr>
            <p:cxnSp>
              <p:nvCxnSpPr>
                <p:cNvPr id="4520" name="Google Shape;4520;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1" name="Google Shape;4521;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2" name="Google Shape;4522;p47"/>
            <p:cNvGrpSpPr/>
            <p:nvPr/>
          </p:nvGrpSpPr>
          <p:grpSpPr>
            <a:xfrm>
              <a:off x="3290132" y="1047018"/>
              <a:ext cx="1297929" cy="223003"/>
              <a:chOff x="6760035" y="3079467"/>
              <a:chExt cx="2396914" cy="411825"/>
            </a:xfrm>
          </p:grpSpPr>
          <p:sp>
            <p:nvSpPr>
              <p:cNvPr id="4523" name="Google Shape;4523;p4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4" name="Google Shape;4524;p47"/>
              <p:cNvGrpSpPr/>
              <p:nvPr/>
            </p:nvGrpSpPr>
            <p:grpSpPr>
              <a:xfrm rot="10800000">
                <a:off x="6760035" y="3079467"/>
                <a:ext cx="92400" cy="411825"/>
                <a:chOff x="2070100" y="2563700"/>
                <a:chExt cx="92400" cy="411825"/>
              </a:xfrm>
            </p:grpSpPr>
            <p:cxnSp>
              <p:nvCxnSpPr>
                <p:cNvPr id="4525" name="Google Shape;4525;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6" name="Google Shape;4526;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27" name="Google Shape;4527;p47"/>
          <p:cNvGrpSpPr/>
          <p:nvPr/>
        </p:nvGrpSpPr>
        <p:grpSpPr>
          <a:xfrm>
            <a:off x="2143176" y="3369134"/>
            <a:ext cx="1086701" cy="799429"/>
            <a:chOff x="2183288" y="3555572"/>
            <a:chExt cx="1136241" cy="835873"/>
          </a:xfrm>
        </p:grpSpPr>
        <p:sp>
          <p:nvSpPr>
            <p:cNvPr id="4528" name="Google Shape;4528;p4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9" name="Google Shape;4529;p47"/>
            <p:cNvGrpSpPr/>
            <p:nvPr/>
          </p:nvGrpSpPr>
          <p:grpSpPr>
            <a:xfrm>
              <a:off x="2205895" y="3637269"/>
              <a:ext cx="1089848" cy="724993"/>
              <a:chOff x="2205895" y="3637269"/>
              <a:chExt cx="1089848" cy="724993"/>
            </a:xfrm>
          </p:grpSpPr>
          <p:sp>
            <p:nvSpPr>
              <p:cNvPr id="4530" name="Google Shape;4530;p4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6" name="Google Shape;4536;p4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7" name="Google Shape;4537;p4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38" name="Google Shape;4538;p47"/>
            <p:cNvGrpSpPr/>
            <p:nvPr/>
          </p:nvGrpSpPr>
          <p:grpSpPr>
            <a:xfrm>
              <a:off x="3173850" y="3779426"/>
              <a:ext cx="145679" cy="70048"/>
              <a:chOff x="3173850" y="3779426"/>
              <a:chExt cx="145679" cy="70048"/>
            </a:xfrm>
          </p:grpSpPr>
          <p:cxnSp>
            <p:nvCxnSpPr>
              <p:cNvPr id="4539" name="Google Shape;4539;p4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40" name="Google Shape;4540;p4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47"/>
            <p:cNvGrpSpPr/>
            <p:nvPr/>
          </p:nvGrpSpPr>
          <p:grpSpPr>
            <a:xfrm>
              <a:off x="2183288" y="4139483"/>
              <a:ext cx="145133" cy="70048"/>
              <a:chOff x="2183288" y="4139483"/>
              <a:chExt cx="145133" cy="70048"/>
            </a:xfrm>
          </p:grpSpPr>
          <p:cxnSp>
            <p:nvCxnSpPr>
              <p:cNvPr id="4542" name="Google Shape;4542;p4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43" name="Google Shape;4543;p4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4" name="Google Shape;4544;p4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5" name="Google Shape;4545;p4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46" name="Google Shape;4546;p47"/>
            <p:cNvGrpSpPr/>
            <p:nvPr/>
          </p:nvGrpSpPr>
          <p:grpSpPr>
            <a:xfrm>
              <a:off x="2943836" y="4268886"/>
              <a:ext cx="60717" cy="122559"/>
              <a:chOff x="2943836" y="4268886"/>
              <a:chExt cx="60717" cy="122559"/>
            </a:xfrm>
          </p:grpSpPr>
          <p:sp>
            <p:nvSpPr>
              <p:cNvPr id="4547" name="Google Shape;4547;p4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8" name="Google Shape;4548;p4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49" name="Google Shape;4549;p47"/>
          <p:cNvGrpSpPr/>
          <p:nvPr/>
        </p:nvGrpSpPr>
        <p:grpSpPr>
          <a:xfrm>
            <a:off x="3406121" y="1290134"/>
            <a:ext cx="1675870" cy="758251"/>
            <a:chOff x="3530532" y="1496185"/>
            <a:chExt cx="1562000" cy="706730"/>
          </a:xfrm>
        </p:grpSpPr>
        <p:cxnSp>
          <p:nvCxnSpPr>
            <p:cNvPr id="4550" name="Google Shape;4550;p4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51" name="Google Shape;4551;p47"/>
            <p:cNvGrpSpPr/>
            <p:nvPr/>
          </p:nvGrpSpPr>
          <p:grpSpPr>
            <a:xfrm>
              <a:off x="3530532" y="1496185"/>
              <a:ext cx="323430" cy="463587"/>
              <a:chOff x="3530532" y="1496185"/>
              <a:chExt cx="323430" cy="463587"/>
            </a:xfrm>
          </p:grpSpPr>
          <p:grpSp>
            <p:nvGrpSpPr>
              <p:cNvPr id="4552" name="Google Shape;4552;p47"/>
              <p:cNvGrpSpPr/>
              <p:nvPr/>
            </p:nvGrpSpPr>
            <p:grpSpPr>
              <a:xfrm>
                <a:off x="3567462" y="1496185"/>
                <a:ext cx="286500" cy="361376"/>
                <a:chOff x="3567462" y="1496185"/>
                <a:chExt cx="286500" cy="361376"/>
              </a:xfrm>
            </p:grpSpPr>
            <p:cxnSp>
              <p:nvCxnSpPr>
                <p:cNvPr id="4553" name="Google Shape;4553;p4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4" name="Google Shape;4554;p4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5" name="Google Shape;4555;p4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47"/>
            <p:cNvGrpSpPr/>
            <p:nvPr/>
          </p:nvGrpSpPr>
          <p:grpSpPr>
            <a:xfrm>
              <a:off x="3891569" y="1779209"/>
              <a:ext cx="323945" cy="423706"/>
              <a:chOff x="3891569" y="1779209"/>
              <a:chExt cx="323945" cy="423706"/>
            </a:xfrm>
          </p:grpSpPr>
          <p:grpSp>
            <p:nvGrpSpPr>
              <p:cNvPr id="4557" name="Google Shape;4557;p47"/>
              <p:cNvGrpSpPr/>
              <p:nvPr/>
            </p:nvGrpSpPr>
            <p:grpSpPr>
              <a:xfrm>
                <a:off x="3929014" y="1881638"/>
                <a:ext cx="286500" cy="321278"/>
                <a:chOff x="3929014" y="1881638"/>
                <a:chExt cx="286500" cy="321278"/>
              </a:xfrm>
            </p:grpSpPr>
            <p:cxnSp>
              <p:nvCxnSpPr>
                <p:cNvPr id="4558" name="Google Shape;4558;p4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59" name="Google Shape;4559;p4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0" name="Google Shape;4560;p4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47"/>
            <p:cNvGrpSpPr/>
            <p:nvPr/>
          </p:nvGrpSpPr>
          <p:grpSpPr>
            <a:xfrm>
              <a:off x="4252606" y="1496185"/>
              <a:ext cx="324721" cy="463587"/>
              <a:chOff x="4252606" y="1496185"/>
              <a:chExt cx="324721" cy="463587"/>
            </a:xfrm>
          </p:grpSpPr>
          <p:grpSp>
            <p:nvGrpSpPr>
              <p:cNvPr id="4562" name="Google Shape;4562;p47"/>
              <p:cNvGrpSpPr/>
              <p:nvPr/>
            </p:nvGrpSpPr>
            <p:grpSpPr>
              <a:xfrm>
                <a:off x="4290828" y="1496185"/>
                <a:ext cx="286500" cy="361376"/>
                <a:chOff x="4290828" y="1496185"/>
                <a:chExt cx="286500" cy="361376"/>
              </a:xfrm>
            </p:grpSpPr>
            <p:cxnSp>
              <p:nvCxnSpPr>
                <p:cNvPr id="4563" name="Google Shape;4563;p4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64" name="Google Shape;4564;p4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4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47"/>
            <p:cNvGrpSpPr/>
            <p:nvPr/>
          </p:nvGrpSpPr>
          <p:grpSpPr>
            <a:xfrm>
              <a:off x="4613643" y="1763716"/>
              <a:ext cx="325308" cy="439200"/>
              <a:chOff x="4613643" y="1763716"/>
              <a:chExt cx="325308" cy="439200"/>
            </a:xfrm>
          </p:grpSpPr>
          <p:grpSp>
            <p:nvGrpSpPr>
              <p:cNvPr id="4567" name="Google Shape;4567;p47"/>
              <p:cNvGrpSpPr/>
              <p:nvPr/>
            </p:nvGrpSpPr>
            <p:grpSpPr>
              <a:xfrm>
                <a:off x="4652451" y="1879538"/>
                <a:ext cx="286500" cy="323378"/>
                <a:chOff x="4652451" y="1879538"/>
                <a:chExt cx="286500" cy="323378"/>
              </a:xfrm>
            </p:grpSpPr>
            <p:cxnSp>
              <p:nvCxnSpPr>
                <p:cNvPr id="4568" name="Google Shape;4568;p4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69" name="Google Shape;4569;p4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4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1" name="Google Shape;4571;p47"/>
          <p:cNvGrpSpPr/>
          <p:nvPr/>
        </p:nvGrpSpPr>
        <p:grpSpPr>
          <a:xfrm>
            <a:off x="3417981" y="2143759"/>
            <a:ext cx="1652173" cy="391517"/>
            <a:chOff x="3512551" y="2358270"/>
            <a:chExt cx="1597383" cy="378533"/>
          </a:xfrm>
        </p:grpSpPr>
        <p:cxnSp>
          <p:nvCxnSpPr>
            <p:cNvPr id="4572" name="Google Shape;4572;p47"/>
            <p:cNvCxnSpPr>
              <a:stCxn id="4573" idx="6"/>
              <a:endCxn id="457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75" name="Google Shape;4575;p47"/>
            <p:cNvGrpSpPr/>
            <p:nvPr/>
          </p:nvGrpSpPr>
          <p:grpSpPr>
            <a:xfrm>
              <a:off x="3512551" y="2358270"/>
              <a:ext cx="225647" cy="307714"/>
              <a:chOff x="2182679" y="2004714"/>
              <a:chExt cx="792300" cy="1080458"/>
            </a:xfrm>
          </p:grpSpPr>
          <p:cxnSp>
            <p:nvCxnSpPr>
              <p:cNvPr id="4576" name="Google Shape;4576;p47"/>
              <p:cNvCxnSpPr>
                <a:stCxn id="457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3" name="Google Shape;4573;p4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47"/>
            <p:cNvGrpSpPr/>
            <p:nvPr/>
          </p:nvGrpSpPr>
          <p:grpSpPr>
            <a:xfrm>
              <a:off x="3969644" y="2440153"/>
              <a:ext cx="225853" cy="296651"/>
              <a:chOff x="3775710" y="1729289"/>
              <a:chExt cx="136500" cy="179289"/>
            </a:xfrm>
          </p:grpSpPr>
          <p:cxnSp>
            <p:nvCxnSpPr>
              <p:cNvPr id="4579" name="Google Shape;4579;p4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80" name="Google Shape;4580;p4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47"/>
            <p:cNvGrpSpPr/>
            <p:nvPr/>
          </p:nvGrpSpPr>
          <p:grpSpPr>
            <a:xfrm>
              <a:off x="4427051" y="2358270"/>
              <a:ext cx="225647" cy="307714"/>
              <a:chOff x="5393704" y="2004714"/>
              <a:chExt cx="792300" cy="1080458"/>
            </a:xfrm>
          </p:grpSpPr>
          <p:cxnSp>
            <p:nvCxnSpPr>
              <p:cNvPr id="4583" name="Google Shape;4583;p47"/>
              <p:cNvCxnSpPr>
                <a:stCxn id="458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85" name="Google Shape;4585;p4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47"/>
            <p:cNvGrpSpPr/>
            <p:nvPr/>
          </p:nvGrpSpPr>
          <p:grpSpPr>
            <a:xfrm>
              <a:off x="4884287" y="2440252"/>
              <a:ext cx="225647" cy="296532"/>
              <a:chOff x="6999166" y="2292572"/>
              <a:chExt cx="792300" cy="1041192"/>
            </a:xfrm>
          </p:grpSpPr>
          <p:cxnSp>
            <p:nvCxnSpPr>
              <p:cNvPr id="4587" name="Google Shape;4587;p4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74" name="Google Shape;4574;p4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9" name="Google Shape;4589;p47"/>
          <p:cNvGrpSpPr/>
          <p:nvPr/>
        </p:nvGrpSpPr>
        <p:grpSpPr>
          <a:xfrm>
            <a:off x="6838789" y="979959"/>
            <a:ext cx="1581844" cy="732818"/>
            <a:chOff x="634175" y="2986275"/>
            <a:chExt cx="3147949" cy="1458344"/>
          </a:xfrm>
        </p:grpSpPr>
        <p:cxnSp>
          <p:nvCxnSpPr>
            <p:cNvPr id="4590" name="Google Shape;4590;p47"/>
            <p:cNvCxnSpPr>
              <a:stCxn id="4591" idx="4"/>
              <a:endCxn id="459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93" name="Google Shape;4593;p47"/>
            <p:cNvCxnSpPr>
              <a:stCxn id="4592" idx="0"/>
              <a:endCxn id="459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5" name="Google Shape;4595;p47"/>
            <p:cNvCxnSpPr>
              <a:stCxn id="4594" idx="4"/>
              <a:endCxn id="459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7" name="Google Shape;4597;p47"/>
            <p:cNvCxnSpPr>
              <a:stCxn id="4596" idx="0"/>
              <a:endCxn id="459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598" name="Google Shape;4598;p4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4" name="Google Shape;4594;p4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1" name="Google Shape;4591;p4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6" name="Google Shape;4596;p4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2" name="Google Shape;4592;p4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599" name="Google Shape;4599;p47"/>
          <p:cNvGrpSpPr/>
          <p:nvPr/>
        </p:nvGrpSpPr>
        <p:grpSpPr>
          <a:xfrm>
            <a:off x="3406504" y="2674269"/>
            <a:ext cx="1675128" cy="313674"/>
            <a:chOff x="998425" y="1182125"/>
            <a:chExt cx="1065400" cy="199500"/>
          </a:xfrm>
        </p:grpSpPr>
        <p:sp>
          <p:nvSpPr>
            <p:cNvPr id="4600" name="Google Shape;4600;p4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47"/>
          <p:cNvGrpSpPr/>
          <p:nvPr/>
        </p:nvGrpSpPr>
        <p:grpSpPr>
          <a:xfrm>
            <a:off x="3406503" y="3630235"/>
            <a:ext cx="1675129" cy="525345"/>
            <a:chOff x="5194708" y="3484366"/>
            <a:chExt cx="3148148" cy="987304"/>
          </a:xfrm>
        </p:grpSpPr>
        <p:grpSp>
          <p:nvGrpSpPr>
            <p:cNvPr id="4606" name="Google Shape;4606;p47"/>
            <p:cNvGrpSpPr/>
            <p:nvPr/>
          </p:nvGrpSpPr>
          <p:grpSpPr>
            <a:xfrm>
              <a:off x="7531521" y="3484366"/>
              <a:ext cx="811335" cy="987304"/>
              <a:chOff x="3379425" y="1617275"/>
              <a:chExt cx="1090650" cy="1327200"/>
            </a:xfrm>
          </p:grpSpPr>
          <p:sp>
            <p:nvSpPr>
              <p:cNvPr id="4607" name="Google Shape;4607;p4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47"/>
            <p:cNvGrpSpPr/>
            <p:nvPr/>
          </p:nvGrpSpPr>
          <p:grpSpPr>
            <a:xfrm>
              <a:off x="6752546" y="3484366"/>
              <a:ext cx="811428" cy="987304"/>
              <a:chOff x="2332275" y="1617275"/>
              <a:chExt cx="1090775" cy="1327200"/>
            </a:xfrm>
          </p:grpSpPr>
          <p:sp>
            <p:nvSpPr>
              <p:cNvPr id="4611" name="Google Shape;4611;p4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47"/>
            <p:cNvGrpSpPr/>
            <p:nvPr/>
          </p:nvGrpSpPr>
          <p:grpSpPr>
            <a:xfrm>
              <a:off x="5973664" y="3484366"/>
              <a:ext cx="811335" cy="987304"/>
              <a:chOff x="1285250" y="1617275"/>
              <a:chExt cx="1090650" cy="1327200"/>
            </a:xfrm>
          </p:grpSpPr>
          <p:sp>
            <p:nvSpPr>
              <p:cNvPr id="4615" name="Google Shape;4615;p4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47"/>
            <p:cNvGrpSpPr/>
            <p:nvPr/>
          </p:nvGrpSpPr>
          <p:grpSpPr>
            <a:xfrm>
              <a:off x="5194708" y="3484366"/>
              <a:ext cx="811409" cy="987304"/>
              <a:chOff x="238125" y="1617275"/>
              <a:chExt cx="1090750" cy="1327200"/>
            </a:xfrm>
          </p:grpSpPr>
          <p:sp>
            <p:nvSpPr>
              <p:cNvPr id="4619" name="Google Shape;4619;p4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47"/>
          <p:cNvGrpSpPr/>
          <p:nvPr/>
        </p:nvGrpSpPr>
        <p:grpSpPr>
          <a:xfrm>
            <a:off x="6840188" y="2276124"/>
            <a:ext cx="1579046" cy="522230"/>
            <a:chOff x="6853641" y="2534077"/>
            <a:chExt cx="1515545" cy="501229"/>
          </a:xfrm>
        </p:grpSpPr>
        <p:grpSp>
          <p:nvGrpSpPr>
            <p:cNvPr id="4623" name="Google Shape;4623;p47"/>
            <p:cNvGrpSpPr/>
            <p:nvPr/>
          </p:nvGrpSpPr>
          <p:grpSpPr>
            <a:xfrm>
              <a:off x="6853641" y="2618923"/>
              <a:ext cx="1515545" cy="324556"/>
              <a:chOff x="6853641" y="2618923"/>
              <a:chExt cx="1515545" cy="324556"/>
            </a:xfrm>
          </p:grpSpPr>
          <p:sp>
            <p:nvSpPr>
              <p:cNvPr id="4624" name="Google Shape;4624;p4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9" name="Google Shape;4629;p4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47"/>
          <p:cNvGrpSpPr/>
          <p:nvPr/>
        </p:nvGrpSpPr>
        <p:grpSpPr>
          <a:xfrm>
            <a:off x="3435080" y="3151165"/>
            <a:ext cx="1617976" cy="346616"/>
            <a:chOff x="1808063" y="4294338"/>
            <a:chExt cx="3370782" cy="721817"/>
          </a:xfrm>
        </p:grpSpPr>
        <p:sp>
          <p:nvSpPr>
            <p:cNvPr id="4635" name="Google Shape;4635;p4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47"/>
          <p:cNvGrpSpPr/>
          <p:nvPr/>
        </p:nvGrpSpPr>
        <p:grpSpPr>
          <a:xfrm>
            <a:off x="5261076" y="3817915"/>
            <a:ext cx="1417067" cy="350605"/>
            <a:chOff x="4234950" y="2101012"/>
            <a:chExt cx="4219974" cy="1044090"/>
          </a:xfrm>
        </p:grpSpPr>
        <p:sp>
          <p:nvSpPr>
            <p:cNvPr id="4646" name="Google Shape;4646;p4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47"/>
          <p:cNvGrpSpPr/>
          <p:nvPr/>
        </p:nvGrpSpPr>
        <p:grpSpPr>
          <a:xfrm>
            <a:off x="6836548" y="1808672"/>
            <a:ext cx="1586327" cy="371557"/>
            <a:chOff x="1247650" y="2075423"/>
            <a:chExt cx="6648477" cy="1557238"/>
          </a:xfrm>
        </p:grpSpPr>
        <p:sp>
          <p:nvSpPr>
            <p:cNvPr id="4663" name="Google Shape;4663;p4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47"/>
          <p:cNvGrpSpPr/>
          <p:nvPr/>
        </p:nvGrpSpPr>
        <p:grpSpPr>
          <a:xfrm>
            <a:off x="5267818" y="961862"/>
            <a:ext cx="1415601" cy="1648533"/>
            <a:chOff x="1839112" y="2209163"/>
            <a:chExt cx="1918159" cy="2233784"/>
          </a:xfrm>
        </p:grpSpPr>
        <p:sp>
          <p:nvSpPr>
            <p:cNvPr id="4670" name="Google Shape;4670;p4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3" name="Google Shape;4673;p47"/>
            <p:cNvCxnSpPr>
              <a:stCxn id="4670" idx="6"/>
              <a:endCxn id="467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4" name="Google Shape;4674;p47"/>
            <p:cNvCxnSpPr>
              <a:stCxn id="4671" idx="4"/>
              <a:endCxn id="467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76" name="Google Shape;4676;p47"/>
            <p:cNvCxnSpPr>
              <a:stCxn id="4675" idx="6"/>
              <a:endCxn id="467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7" name="Google Shape;4677;p47"/>
            <p:cNvCxnSpPr>
              <a:stCxn id="4672" idx="4"/>
              <a:endCxn id="467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75" name="Google Shape;4675;p4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0" name="Google Shape;4680;p47"/>
            <p:cNvCxnSpPr>
              <a:endCxn id="467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81" name="Google Shape;4681;p47"/>
          <p:cNvGrpSpPr/>
          <p:nvPr/>
        </p:nvGrpSpPr>
        <p:grpSpPr>
          <a:xfrm>
            <a:off x="3425084" y="979946"/>
            <a:ext cx="1637968" cy="154942"/>
            <a:chOff x="238125" y="2506075"/>
            <a:chExt cx="7115411" cy="673075"/>
          </a:xfrm>
        </p:grpSpPr>
        <p:sp>
          <p:nvSpPr>
            <p:cNvPr id="4682" name="Google Shape;4682;p4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47"/>
          <p:cNvGrpSpPr/>
          <p:nvPr/>
        </p:nvGrpSpPr>
        <p:grpSpPr>
          <a:xfrm>
            <a:off x="1965820" y="1294664"/>
            <a:ext cx="1262932" cy="785408"/>
            <a:chOff x="548861" y="389676"/>
            <a:chExt cx="3843371" cy="2390163"/>
          </a:xfrm>
        </p:grpSpPr>
        <p:cxnSp>
          <p:nvCxnSpPr>
            <p:cNvPr id="4688" name="Google Shape;4688;p4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89" name="Google Shape;4689;p4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0" name="Google Shape;4690;p4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1" name="Google Shape;4691;p4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92" name="Google Shape;4692;p4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93" name="Google Shape;4693;p4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4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95" name="Google Shape;4695;p4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47"/>
          <p:cNvGrpSpPr/>
          <p:nvPr/>
        </p:nvGrpSpPr>
        <p:grpSpPr>
          <a:xfrm>
            <a:off x="753952" y="2401541"/>
            <a:ext cx="1412054" cy="633562"/>
            <a:chOff x="1187400" y="2529299"/>
            <a:chExt cx="6769193" cy="2241903"/>
          </a:xfrm>
        </p:grpSpPr>
        <p:sp>
          <p:nvSpPr>
            <p:cNvPr id="4702" name="Google Shape;4702;p4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03" name="Google Shape;4703;p4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4" name="Google Shape;4704;p4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5" name="Google Shape;4705;p4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6" name="Google Shape;4706;p4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7" name="Google Shape;4707;p4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8" name="Google Shape;4708;p4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09" name="Google Shape;4709;p47"/>
            <p:cNvCxnSpPr>
              <a:stCxn id="4702" idx="2"/>
              <a:endCxn id="470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0" name="Google Shape;4710;p47"/>
            <p:cNvCxnSpPr>
              <a:stCxn id="4704" idx="0"/>
              <a:endCxn id="470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1" name="Google Shape;4711;p47"/>
            <p:cNvCxnSpPr>
              <a:stCxn id="4704" idx="2"/>
              <a:endCxn id="470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2" name="Google Shape;4712;p47"/>
            <p:cNvCxnSpPr>
              <a:stCxn id="4705" idx="0"/>
              <a:endCxn id="470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3" name="Google Shape;4713;p47"/>
            <p:cNvCxnSpPr>
              <a:stCxn id="4703" idx="2"/>
              <a:endCxn id="470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4" name="Google Shape;4714;p47"/>
            <p:cNvCxnSpPr>
              <a:stCxn id="4707" idx="0"/>
              <a:endCxn id="470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15" name="Google Shape;4715;p47"/>
          <p:cNvGrpSpPr/>
          <p:nvPr/>
        </p:nvGrpSpPr>
        <p:grpSpPr>
          <a:xfrm>
            <a:off x="6840198" y="2894250"/>
            <a:ext cx="1579035" cy="540873"/>
            <a:chOff x="6895650" y="3126697"/>
            <a:chExt cx="1436662" cy="492105"/>
          </a:xfrm>
        </p:grpSpPr>
        <p:sp>
          <p:nvSpPr>
            <p:cNvPr id="4716" name="Google Shape;4716;p4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1" name="Google Shape;4721;p47"/>
            <p:cNvGrpSpPr/>
            <p:nvPr/>
          </p:nvGrpSpPr>
          <p:grpSpPr>
            <a:xfrm>
              <a:off x="6995957" y="3335810"/>
              <a:ext cx="1230393" cy="71754"/>
              <a:chOff x="6995957" y="3287964"/>
              <a:chExt cx="1230393" cy="71754"/>
            </a:xfrm>
          </p:grpSpPr>
          <p:sp>
            <p:nvSpPr>
              <p:cNvPr id="4722" name="Google Shape;4722;p4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7" name="Google Shape;4727;p47"/>
          <p:cNvGrpSpPr/>
          <p:nvPr/>
        </p:nvGrpSpPr>
        <p:grpSpPr>
          <a:xfrm>
            <a:off x="6838780" y="3531013"/>
            <a:ext cx="1581862" cy="650625"/>
            <a:chOff x="6777990" y="3710194"/>
            <a:chExt cx="1646915" cy="677382"/>
          </a:xfrm>
        </p:grpSpPr>
        <p:grpSp>
          <p:nvGrpSpPr>
            <p:cNvPr id="4728" name="Google Shape;4728;p47"/>
            <p:cNvGrpSpPr/>
            <p:nvPr/>
          </p:nvGrpSpPr>
          <p:grpSpPr>
            <a:xfrm>
              <a:off x="6777990" y="3874492"/>
              <a:ext cx="411129" cy="513083"/>
              <a:chOff x="6777990" y="3874492"/>
              <a:chExt cx="411129" cy="513083"/>
            </a:xfrm>
          </p:grpSpPr>
          <p:cxnSp>
            <p:nvCxnSpPr>
              <p:cNvPr id="4729" name="Google Shape;4729;p4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0" name="Google Shape;4730;p4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47"/>
            <p:cNvGrpSpPr/>
            <p:nvPr/>
          </p:nvGrpSpPr>
          <p:grpSpPr>
            <a:xfrm>
              <a:off x="7188425" y="3710194"/>
              <a:ext cx="411123" cy="520535"/>
              <a:chOff x="7188425" y="3710194"/>
              <a:chExt cx="411123" cy="520535"/>
            </a:xfrm>
          </p:grpSpPr>
          <p:cxnSp>
            <p:nvCxnSpPr>
              <p:cNvPr id="4732" name="Google Shape;4732;p4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3" name="Google Shape;4733;p4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47"/>
            <p:cNvGrpSpPr/>
            <p:nvPr/>
          </p:nvGrpSpPr>
          <p:grpSpPr>
            <a:xfrm>
              <a:off x="7603341" y="3874492"/>
              <a:ext cx="411474" cy="513083"/>
              <a:chOff x="7603341" y="3874492"/>
              <a:chExt cx="411474" cy="513083"/>
            </a:xfrm>
          </p:grpSpPr>
          <p:cxnSp>
            <p:nvCxnSpPr>
              <p:cNvPr id="4735" name="Google Shape;4735;p4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6" name="Google Shape;4736;p4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47"/>
            <p:cNvGrpSpPr/>
            <p:nvPr/>
          </p:nvGrpSpPr>
          <p:grpSpPr>
            <a:xfrm>
              <a:off x="8013776" y="3722847"/>
              <a:ext cx="411129" cy="507881"/>
              <a:chOff x="8013776" y="3722847"/>
              <a:chExt cx="411129" cy="507881"/>
            </a:xfrm>
          </p:grpSpPr>
          <p:cxnSp>
            <p:nvCxnSpPr>
              <p:cNvPr id="4738" name="Google Shape;4738;p4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39" name="Google Shape;4739;p4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0" name="Google Shape;4740;p47"/>
          <p:cNvGrpSpPr/>
          <p:nvPr/>
        </p:nvGrpSpPr>
        <p:grpSpPr>
          <a:xfrm>
            <a:off x="5258295" y="2703853"/>
            <a:ext cx="1421889" cy="1020603"/>
            <a:chOff x="5190863" y="2824811"/>
            <a:chExt cx="1544860" cy="1108869"/>
          </a:xfrm>
        </p:grpSpPr>
        <p:grpSp>
          <p:nvGrpSpPr>
            <p:cNvPr id="4741" name="Google Shape;4741;p47"/>
            <p:cNvGrpSpPr/>
            <p:nvPr/>
          </p:nvGrpSpPr>
          <p:grpSpPr>
            <a:xfrm>
              <a:off x="5938695" y="3176919"/>
              <a:ext cx="685761" cy="404739"/>
              <a:chOff x="5938695" y="3176919"/>
              <a:chExt cx="685761" cy="404739"/>
            </a:xfrm>
          </p:grpSpPr>
          <p:grpSp>
            <p:nvGrpSpPr>
              <p:cNvPr id="4742" name="Google Shape;4742;p47"/>
              <p:cNvGrpSpPr/>
              <p:nvPr/>
            </p:nvGrpSpPr>
            <p:grpSpPr>
              <a:xfrm>
                <a:off x="5938695" y="3176919"/>
                <a:ext cx="685761" cy="404739"/>
                <a:chOff x="5938695" y="3176919"/>
                <a:chExt cx="685761" cy="404739"/>
              </a:xfrm>
            </p:grpSpPr>
            <p:sp>
              <p:nvSpPr>
                <p:cNvPr id="4743" name="Google Shape;4743;p4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5" name="Google Shape;4745;p4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47"/>
            <p:cNvGrpSpPr/>
            <p:nvPr/>
          </p:nvGrpSpPr>
          <p:grpSpPr>
            <a:xfrm>
              <a:off x="5305233" y="3176835"/>
              <a:ext cx="685971" cy="404655"/>
              <a:chOff x="5305233" y="3176835"/>
              <a:chExt cx="685971" cy="404655"/>
            </a:xfrm>
          </p:grpSpPr>
          <p:grpSp>
            <p:nvGrpSpPr>
              <p:cNvPr id="4747" name="Google Shape;4747;p47"/>
              <p:cNvGrpSpPr/>
              <p:nvPr/>
            </p:nvGrpSpPr>
            <p:grpSpPr>
              <a:xfrm>
                <a:off x="5305233" y="3176835"/>
                <a:ext cx="685971" cy="404655"/>
                <a:chOff x="5305233" y="3176835"/>
                <a:chExt cx="685971" cy="404655"/>
              </a:xfrm>
            </p:grpSpPr>
            <p:sp>
              <p:nvSpPr>
                <p:cNvPr id="4748" name="Google Shape;4748;p4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0" name="Google Shape;4750;p4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1" name="Google Shape;4751;p4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2" name="Google Shape;4752;p47"/>
            <p:cNvGrpSpPr/>
            <p:nvPr/>
          </p:nvGrpSpPr>
          <p:grpSpPr>
            <a:xfrm>
              <a:off x="5657361" y="2824811"/>
              <a:ext cx="1078361" cy="404655"/>
              <a:chOff x="5657361" y="2824811"/>
              <a:chExt cx="1078361" cy="404655"/>
            </a:xfrm>
          </p:grpSpPr>
          <p:grpSp>
            <p:nvGrpSpPr>
              <p:cNvPr id="4753" name="Google Shape;4753;p47"/>
              <p:cNvGrpSpPr/>
              <p:nvPr/>
            </p:nvGrpSpPr>
            <p:grpSpPr>
              <a:xfrm>
                <a:off x="5657361" y="2824811"/>
                <a:ext cx="1078361" cy="404655"/>
                <a:chOff x="5657361" y="2824811"/>
                <a:chExt cx="1078361" cy="404655"/>
              </a:xfrm>
            </p:grpSpPr>
            <p:grpSp>
              <p:nvGrpSpPr>
                <p:cNvPr id="4754" name="Google Shape;4754;p47"/>
                <p:cNvGrpSpPr/>
                <p:nvPr/>
              </p:nvGrpSpPr>
              <p:grpSpPr>
                <a:xfrm>
                  <a:off x="5938485" y="2824811"/>
                  <a:ext cx="797237" cy="404655"/>
                  <a:chOff x="5938485" y="2824811"/>
                  <a:chExt cx="797237" cy="404655"/>
                </a:xfrm>
              </p:grpSpPr>
              <p:sp>
                <p:nvSpPr>
                  <p:cNvPr id="4755" name="Google Shape;4755;p4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4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8" name="Google Shape;4758;p4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47"/>
            <p:cNvGrpSpPr/>
            <p:nvPr/>
          </p:nvGrpSpPr>
          <p:grpSpPr>
            <a:xfrm>
              <a:off x="5190863" y="3528942"/>
              <a:ext cx="1078026" cy="404739"/>
              <a:chOff x="5190863" y="3528942"/>
              <a:chExt cx="1078026" cy="404739"/>
            </a:xfrm>
          </p:grpSpPr>
          <p:sp>
            <p:nvSpPr>
              <p:cNvPr id="4760" name="Google Shape;4760;p4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1" name="Google Shape;4761;p47"/>
              <p:cNvGrpSpPr/>
              <p:nvPr/>
            </p:nvGrpSpPr>
            <p:grpSpPr>
              <a:xfrm>
                <a:off x="5190863" y="3528942"/>
                <a:ext cx="1078026" cy="404739"/>
                <a:chOff x="5190863" y="3528942"/>
                <a:chExt cx="1078026" cy="404739"/>
              </a:xfrm>
            </p:grpSpPr>
            <p:sp>
              <p:nvSpPr>
                <p:cNvPr id="4762" name="Google Shape;4762;p4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4" name="Google Shape;4764;p47"/>
          <p:cNvGrpSpPr/>
          <p:nvPr/>
        </p:nvGrpSpPr>
        <p:grpSpPr>
          <a:xfrm>
            <a:off x="724302" y="1268321"/>
            <a:ext cx="1086719" cy="879487"/>
            <a:chOff x="803162" y="1474292"/>
            <a:chExt cx="1086719" cy="879487"/>
          </a:xfrm>
        </p:grpSpPr>
        <p:grpSp>
          <p:nvGrpSpPr>
            <p:cNvPr id="4765" name="Google Shape;4765;p47"/>
            <p:cNvGrpSpPr/>
            <p:nvPr/>
          </p:nvGrpSpPr>
          <p:grpSpPr>
            <a:xfrm>
              <a:off x="803162" y="1625948"/>
              <a:ext cx="445856" cy="576579"/>
              <a:chOff x="803162" y="1625948"/>
              <a:chExt cx="445856" cy="576579"/>
            </a:xfrm>
          </p:grpSpPr>
          <p:sp>
            <p:nvSpPr>
              <p:cNvPr id="4766" name="Google Shape;4766;p4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7" name="Google Shape;4767;p47"/>
              <p:cNvGrpSpPr/>
              <p:nvPr/>
            </p:nvGrpSpPr>
            <p:grpSpPr>
              <a:xfrm>
                <a:off x="1056023" y="1625948"/>
                <a:ext cx="192995" cy="576579"/>
                <a:chOff x="1056023" y="1625948"/>
                <a:chExt cx="192995" cy="576579"/>
              </a:xfrm>
            </p:grpSpPr>
            <p:sp>
              <p:nvSpPr>
                <p:cNvPr id="4768" name="Google Shape;4768;p4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3" name="Google Shape;4773;p47"/>
            <p:cNvGrpSpPr/>
            <p:nvPr/>
          </p:nvGrpSpPr>
          <p:grpSpPr>
            <a:xfrm>
              <a:off x="1371406" y="1474292"/>
              <a:ext cx="518475" cy="879487"/>
              <a:chOff x="1398231" y="1474292"/>
              <a:chExt cx="518475" cy="879487"/>
            </a:xfrm>
          </p:grpSpPr>
          <p:grpSp>
            <p:nvGrpSpPr>
              <p:cNvPr id="4774" name="Google Shape;4774;p47"/>
              <p:cNvGrpSpPr/>
              <p:nvPr/>
            </p:nvGrpSpPr>
            <p:grpSpPr>
              <a:xfrm>
                <a:off x="1398231" y="1474292"/>
                <a:ext cx="518475" cy="341643"/>
                <a:chOff x="1398231" y="1474292"/>
                <a:chExt cx="518475" cy="341643"/>
              </a:xfrm>
            </p:grpSpPr>
            <p:sp>
              <p:nvSpPr>
                <p:cNvPr id="4775" name="Google Shape;4775;p4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6" name="Google Shape;4776;p47"/>
                <p:cNvGrpSpPr/>
                <p:nvPr/>
              </p:nvGrpSpPr>
              <p:grpSpPr>
                <a:xfrm>
                  <a:off x="1616453" y="1474292"/>
                  <a:ext cx="300253" cy="341643"/>
                  <a:chOff x="1616453" y="1475379"/>
                  <a:chExt cx="300253" cy="341643"/>
                </a:xfrm>
              </p:grpSpPr>
              <p:sp>
                <p:nvSpPr>
                  <p:cNvPr id="4777" name="Google Shape;4777;p4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47"/>
                  <p:cNvGrpSpPr/>
                  <p:nvPr/>
                </p:nvGrpSpPr>
                <p:grpSpPr>
                  <a:xfrm>
                    <a:off x="1839639" y="1475379"/>
                    <a:ext cx="77067" cy="341643"/>
                    <a:chOff x="1839639" y="1475379"/>
                    <a:chExt cx="77067" cy="341643"/>
                  </a:xfrm>
                </p:grpSpPr>
                <p:sp>
                  <p:nvSpPr>
                    <p:cNvPr id="4785" name="Google Shape;4785;p4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87" name="Google Shape;4787;p47"/>
              <p:cNvGrpSpPr/>
              <p:nvPr/>
            </p:nvGrpSpPr>
            <p:grpSpPr>
              <a:xfrm>
                <a:off x="1398451" y="2012951"/>
                <a:ext cx="518255" cy="340828"/>
                <a:chOff x="1398451" y="2012951"/>
                <a:chExt cx="518255" cy="340828"/>
              </a:xfrm>
            </p:grpSpPr>
            <p:sp>
              <p:nvSpPr>
                <p:cNvPr id="4788" name="Google Shape;4788;p4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9" name="Google Shape;4789;p47"/>
                <p:cNvGrpSpPr/>
                <p:nvPr/>
              </p:nvGrpSpPr>
              <p:grpSpPr>
                <a:xfrm>
                  <a:off x="1616453" y="2012951"/>
                  <a:ext cx="300253" cy="340828"/>
                  <a:chOff x="1616453" y="2013538"/>
                  <a:chExt cx="300253" cy="340828"/>
                </a:xfrm>
              </p:grpSpPr>
              <p:sp>
                <p:nvSpPr>
                  <p:cNvPr id="4790" name="Google Shape;4790;p4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47"/>
                  <p:cNvGrpSpPr/>
                  <p:nvPr/>
                </p:nvGrpSpPr>
                <p:grpSpPr>
                  <a:xfrm>
                    <a:off x="1839639" y="2013538"/>
                    <a:ext cx="77067" cy="340828"/>
                    <a:chOff x="1839639" y="2013538"/>
                    <a:chExt cx="77067" cy="340828"/>
                  </a:xfrm>
                </p:grpSpPr>
                <p:sp>
                  <p:nvSpPr>
                    <p:cNvPr id="4798" name="Google Shape;4798;p4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00" name="Google Shape;4800;p47"/>
          <p:cNvGrpSpPr/>
          <p:nvPr/>
        </p:nvGrpSpPr>
        <p:grpSpPr>
          <a:xfrm>
            <a:off x="721126" y="3399508"/>
            <a:ext cx="1368681" cy="682918"/>
            <a:chOff x="724986" y="3605478"/>
            <a:chExt cx="1368681" cy="682918"/>
          </a:xfrm>
        </p:grpSpPr>
        <p:grpSp>
          <p:nvGrpSpPr>
            <p:cNvPr id="4801" name="Google Shape;4801;p47"/>
            <p:cNvGrpSpPr/>
            <p:nvPr/>
          </p:nvGrpSpPr>
          <p:grpSpPr>
            <a:xfrm>
              <a:off x="1289102" y="3823629"/>
              <a:ext cx="240442" cy="250435"/>
              <a:chOff x="-165066" y="3843615"/>
              <a:chExt cx="221259" cy="230455"/>
            </a:xfrm>
          </p:grpSpPr>
          <p:sp>
            <p:nvSpPr>
              <p:cNvPr id="4802" name="Google Shape;4802;p4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47"/>
            <p:cNvGrpSpPr/>
            <p:nvPr/>
          </p:nvGrpSpPr>
          <p:grpSpPr>
            <a:xfrm>
              <a:off x="724986" y="3605478"/>
              <a:ext cx="1368681" cy="682918"/>
              <a:chOff x="724986" y="3605478"/>
              <a:chExt cx="1368681" cy="682918"/>
            </a:xfrm>
          </p:grpSpPr>
          <p:grpSp>
            <p:nvGrpSpPr>
              <p:cNvPr id="4823" name="Google Shape;4823;p47"/>
              <p:cNvGrpSpPr/>
              <p:nvPr/>
            </p:nvGrpSpPr>
            <p:grpSpPr>
              <a:xfrm>
                <a:off x="1498221" y="4047614"/>
                <a:ext cx="529172" cy="240783"/>
                <a:chOff x="1498221" y="4047614"/>
                <a:chExt cx="529172" cy="240783"/>
              </a:xfrm>
            </p:grpSpPr>
            <p:grpSp>
              <p:nvGrpSpPr>
                <p:cNvPr id="4824" name="Google Shape;4824;p47"/>
                <p:cNvGrpSpPr/>
                <p:nvPr/>
              </p:nvGrpSpPr>
              <p:grpSpPr>
                <a:xfrm>
                  <a:off x="1826655" y="4224370"/>
                  <a:ext cx="200738" cy="25631"/>
                  <a:chOff x="1826655" y="4224370"/>
                  <a:chExt cx="200738" cy="25631"/>
                </a:xfrm>
              </p:grpSpPr>
              <p:sp>
                <p:nvSpPr>
                  <p:cNvPr id="4825" name="Google Shape;4825;p4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47"/>
                <p:cNvGrpSpPr/>
                <p:nvPr/>
              </p:nvGrpSpPr>
              <p:grpSpPr>
                <a:xfrm>
                  <a:off x="1498221" y="4047614"/>
                  <a:ext cx="328444" cy="240783"/>
                  <a:chOff x="1498221" y="4047614"/>
                  <a:chExt cx="328444" cy="240783"/>
                </a:xfrm>
              </p:grpSpPr>
              <p:sp>
                <p:nvSpPr>
                  <p:cNvPr id="4828" name="Google Shape;4828;p4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47"/>
                  <p:cNvGrpSpPr/>
                  <p:nvPr/>
                </p:nvGrpSpPr>
                <p:grpSpPr>
                  <a:xfrm>
                    <a:off x="1498221" y="4047614"/>
                    <a:ext cx="150566" cy="190416"/>
                    <a:chOff x="1498221" y="4047614"/>
                    <a:chExt cx="150566" cy="190416"/>
                  </a:xfrm>
                </p:grpSpPr>
                <p:sp>
                  <p:nvSpPr>
                    <p:cNvPr id="4830" name="Google Shape;4830;p4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32" name="Google Shape;4832;p47"/>
              <p:cNvGrpSpPr/>
              <p:nvPr/>
            </p:nvGrpSpPr>
            <p:grpSpPr>
              <a:xfrm>
                <a:off x="1560718" y="3800594"/>
                <a:ext cx="532948" cy="302090"/>
                <a:chOff x="1560718" y="3800594"/>
                <a:chExt cx="532948" cy="302090"/>
              </a:xfrm>
            </p:grpSpPr>
            <p:grpSp>
              <p:nvGrpSpPr>
                <p:cNvPr id="4833" name="Google Shape;4833;p47"/>
                <p:cNvGrpSpPr/>
                <p:nvPr/>
              </p:nvGrpSpPr>
              <p:grpSpPr>
                <a:xfrm>
                  <a:off x="1912179" y="3827344"/>
                  <a:ext cx="181487" cy="25631"/>
                  <a:chOff x="1912179" y="3827344"/>
                  <a:chExt cx="181487" cy="25631"/>
                </a:xfrm>
              </p:grpSpPr>
              <p:sp>
                <p:nvSpPr>
                  <p:cNvPr id="4834" name="Google Shape;4834;p4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47"/>
                <p:cNvGrpSpPr/>
                <p:nvPr/>
              </p:nvGrpSpPr>
              <p:grpSpPr>
                <a:xfrm>
                  <a:off x="1912179" y="4044505"/>
                  <a:ext cx="181487" cy="25622"/>
                  <a:chOff x="1912179" y="4044506"/>
                  <a:chExt cx="181487" cy="25622"/>
                </a:xfrm>
              </p:grpSpPr>
              <p:sp>
                <p:nvSpPr>
                  <p:cNvPr id="4837" name="Google Shape;4837;p4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47"/>
                <p:cNvGrpSpPr/>
                <p:nvPr/>
              </p:nvGrpSpPr>
              <p:grpSpPr>
                <a:xfrm>
                  <a:off x="1560718" y="3800594"/>
                  <a:ext cx="351472" cy="302090"/>
                  <a:chOff x="1560718" y="3800594"/>
                  <a:chExt cx="351472" cy="302090"/>
                </a:xfrm>
              </p:grpSpPr>
              <p:grpSp>
                <p:nvGrpSpPr>
                  <p:cNvPr id="4840" name="Google Shape;4840;p47"/>
                  <p:cNvGrpSpPr/>
                  <p:nvPr/>
                </p:nvGrpSpPr>
                <p:grpSpPr>
                  <a:xfrm>
                    <a:off x="1560718" y="3842857"/>
                    <a:ext cx="173586" cy="217131"/>
                    <a:chOff x="1560718" y="3842857"/>
                    <a:chExt cx="173586" cy="217131"/>
                  </a:xfrm>
                </p:grpSpPr>
                <p:sp>
                  <p:nvSpPr>
                    <p:cNvPr id="4841" name="Google Shape;4841;p4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4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46" name="Google Shape;4846;p4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47"/>
              <p:cNvGrpSpPr/>
              <p:nvPr/>
            </p:nvGrpSpPr>
            <p:grpSpPr>
              <a:xfrm>
                <a:off x="785350" y="3605478"/>
                <a:ext cx="535311" cy="249245"/>
                <a:chOff x="785350" y="3605478"/>
                <a:chExt cx="535311" cy="249245"/>
              </a:xfrm>
            </p:grpSpPr>
            <p:grpSp>
              <p:nvGrpSpPr>
                <p:cNvPr id="4848" name="Google Shape;4848;p47"/>
                <p:cNvGrpSpPr/>
                <p:nvPr/>
              </p:nvGrpSpPr>
              <p:grpSpPr>
                <a:xfrm>
                  <a:off x="785350" y="3605478"/>
                  <a:ext cx="376191" cy="102736"/>
                  <a:chOff x="785350" y="3605478"/>
                  <a:chExt cx="376191" cy="102736"/>
                </a:xfrm>
              </p:grpSpPr>
              <p:sp>
                <p:nvSpPr>
                  <p:cNvPr id="4849" name="Google Shape;4849;p4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47"/>
                <p:cNvGrpSpPr/>
                <p:nvPr/>
              </p:nvGrpSpPr>
              <p:grpSpPr>
                <a:xfrm>
                  <a:off x="1161530" y="3655851"/>
                  <a:ext cx="159131" cy="198872"/>
                  <a:chOff x="1161530" y="3655851"/>
                  <a:chExt cx="159131" cy="198872"/>
                </a:xfrm>
              </p:grpSpPr>
              <p:sp>
                <p:nvSpPr>
                  <p:cNvPr id="4853" name="Google Shape;4853;p4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5" name="Google Shape;4855;p47"/>
              <p:cNvGrpSpPr/>
              <p:nvPr/>
            </p:nvGrpSpPr>
            <p:grpSpPr>
              <a:xfrm>
                <a:off x="785350" y="4047614"/>
                <a:ext cx="535311" cy="240783"/>
                <a:chOff x="785350" y="4047614"/>
                <a:chExt cx="535311" cy="240783"/>
              </a:xfrm>
            </p:grpSpPr>
            <p:grpSp>
              <p:nvGrpSpPr>
                <p:cNvPr id="4856" name="Google Shape;4856;p47"/>
                <p:cNvGrpSpPr/>
                <p:nvPr/>
              </p:nvGrpSpPr>
              <p:grpSpPr>
                <a:xfrm>
                  <a:off x="1161636" y="4047614"/>
                  <a:ext cx="159025" cy="190415"/>
                  <a:chOff x="1161636" y="4047614"/>
                  <a:chExt cx="159025" cy="190415"/>
                </a:xfrm>
              </p:grpSpPr>
              <p:sp>
                <p:nvSpPr>
                  <p:cNvPr id="4857" name="Google Shape;4857;p4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47"/>
                <p:cNvGrpSpPr/>
                <p:nvPr/>
              </p:nvGrpSpPr>
              <p:grpSpPr>
                <a:xfrm>
                  <a:off x="785350" y="4185661"/>
                  <a:ext cx="376191" cy="102736"/>
                  <a:chOff x="785350" y="4185661"/>
                  <a:chExt cx="376191" cy="102736"/>
                </a:xfrm>
              </p:grpSpPr>
              <p:sp>
                <p:nvSpPr>
                  <p:cNvPr id="4860" name="Google Shape;4860;p4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3" name="Google Shape;4863;p47"/>
              <p:cNvGrpSpPr/>
              <p:nvPr/>
            </p:nvGrpSpPr>
            <p:grpSpPr>
              <a:xfrm>
                <a:off x="1501054" y="3605478"/>
                <a:ext cx="526340" cy="249240"/>
                <a:chOff x="1501054" y="3605478"/>
                <a:chExt cx="526340" cy="249240"/>
              </a:xfrm>
            </p:grpSpPr>
            <p:grpSp>
              <p:nvGrpSpPr>
                <p:cNvPr id="4864" name="Google Shape;4864;p47"/>
                <p:cNvGrpSpPr/>
                <p:nvPr/>
              </p:nvGrpSpPr>
              <p:grpSpPr>
                <a:xfrm>
                  <a:off x="1834208" y="3643867"/>
                  <a:ext cx="193185" cy="25622"/>
                  <a:chOff x="1834208" y="3643867"/>
                  <a:chExt cx="193185" cy="25622"/>
                </a:xfrm>
              </p:grpSpPr>
              <p:sp>
                <p:nvSpPr>
                  <p:cNvPr id="4865" name="Google Shape;4865;p4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47"/>
                <p:cNvGrpSpPr/>
                <p:nvPr/>
              </p:nvGrpSpPr>
              <p:grpSpPr>
                <a:xfrm>
                  <a:off x="1501054" y="3605478"/>
                  <a:ext cx="333165" cy="249240"/>
                  <a:chOff x="1501054" y="3605478"/>
                  <a:chExt cx="333165" cy="249240"/>
                </a:xfrm>
              </p:grpSpPr>
              <p:sp>
                <p:nvSpPr>
                  <p:cNvPr id="4868" name="Google Shape;4868;p4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47"/>
                  <p:cNvGrpSpPr/>
                  <p:nvPr/>
                </p:nvGrpSpPr>
                <p:grpSpPr>
                  <a:xfrm>
                    <a:off x="1501054" y="3655851"/>
                    <a:ext cx="155286" cy="198867"/>
                    <a:chOff x="1501054" y="3655851"/>
                    <a:chExt cx="155286" cy="198867"/>
                  </a:xfrm>
                </p:grpSpPr>
                <p:sp>
                  <p:nvSpPr>
                    <p:cNvPr id="4870" name="Google Shape;4870;p4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2" name="Google Shape;4872;p47"/>
              <p:cNvGrpSpPr/>
              <p:nvPr/>
            </p:nvGrpSpPr>
            <p:grpSpPr>
              <a:xfrm>
                <a:off x="724986" y="3800594"/>
                <a:ext cx="532950" cy="302090"/>
                <a:chOff x="724986" y="3800594"/>
                <a:chExt cx="532950" cy="302090"/>
              </a:xfrm>
            </p:grpSpPr>
            <p:grpSp>
              <p:nvGrpSpPr>
                <p:cNvPr id="4873" name="Google Shape;4873;p47"/>
                <p:cNvGrpSpPr/>
                <p:nvPr/>
              </p:nvGrpSpPr>
              <p:grpSpPr>
                <a:xfrm>
                  <a:off x="724986" y="4044367"/>
                  <a:ext cx="181314" cy="25626"/>
                  <a:chOff x="724986" y="4044367"/>
                  <a:chExt cx="181314" cy="25626"/>
                </a:xfrm>
              </p:grpSpPr>
              <p:sp>
                <p:nvSpPr>
                  <p:cNvPr id="4874" name="Google Shape;4874;p4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47"/>
                <p:cNvGrpSpPr/>
                <p:nvPr/>
              </p:nvGrpSpPr>
              <p:grpSpPr>
                <a:xfrm>
                  <a:off x="906290" y="3800594"/>
                  <a:ext cx="351646" cy="302090"/>
                  <a:chOff x="906290" y="3800594"/>
                  <a:chExt cx="351646" cy="302090"/>
                </a:xfrm>
              </p:grpSpPr>
              <p:grpSp>
                <p:nvGrpSpPr>
                  <p:cNvPr id="4877" name="Google Shape;4877;p47"/>
                  <p:cNvGrpSpPr/>
                  <p:nvPr/>
                </p:nvGrpSpPr>
                <p:grpSpPr>
                  <a:xfrm>
                    <a:off x="1084172" y="3842857"/>
                    <a:ext cx="173764" cy="217131"/>
                    <a:chOff x="1084172" y="3842857"/>
                    <a:chExt cx="173764" cy="217131"/>
                  </a:xfrm>
                </p:grpSpPr>
                <p:grpSp>
                  <p:nvGrpSpPr>
                    <p:cNvPr id="4878" name="Google Shape;4878;p47"/>
                    <p:cNvGrpSpPr/>
                    <p:nvPr/>
                  </p:nvGrpSpPr>
                  <p:grpSpPr>
                    <a:xfrm>
                      <a:off x="1156862" y="3936509"/>
                      <a:ext cx="101073" cy="25622"/>
                      <a:chOff x="1156862" y="3936509"/>
                      <a:chExt cx="101073" cy="25622"/>
                    </a:xfrm>
                  </p:grpSpPr>
                  <p:sp>
                    <p:nvSpPr>
                      <p:cNvPr id="4879" name="Google Shape;4879;p4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1" name="Google Shape;4881;p4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2" name="Google Shape;4882;p4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47"/>
                <p:cNvGrpSpPr/>
                <p:nvPr/>
              </p:nvGrpSpPr>
              <p:grpSpPr>
                <a:xfrm>
                  <a:off x="724986" y="3830189"/>
                  <a:ext cx="189533" cy="25626"/>
                  <a:chOff x="724986" y="3830189"/>
                  <a:chExt cx="189533" cy="25626"/>
                </a:xfrm>
              </p:grpSpPr>
              <p:sp>
                <p:nvSpPr>
                  <p:cNvPr id="4885" name="Google Shape;4885;p4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87" name="Google Shape;4887;p47"/>
          <p:cNvGrpSpPr/>
          <p:nvPr/>
        </p:nvGrpSpPr>
        <p:grpSpPr>
          <a:xfrm>
            <a:off x="2249438" y="2249669"/>
            <a:ext cx="948701" cy="935378"/>
            <a:chOff x="2253298" y="2428317"/>
            <a:chExt cx="948701" cy="935378"/>
          </a:xfrm>
        </p:grpSpPr>
        <p:sp>
          <p:nvSpPr>
            <p:cNvPr id="4888" name="Google Shape;4888;p4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4" name="Shape 4924"/>
        <p:cNvGrpSpPr/>
        <p:nvPr/>
      </p:nvGrpSpPr>
      <p:grpSpPr>
        <a:xfrm>
          <a:off x="0" y="0"/>
          <a:ext cx="0" cy="0"/>
          <a:chOff x="0" y="0"/>
          <a:chExt cx="0" cy="0"/>
        </a:xfrm>
      </p:grpSpPr>
      <p:grpSp>
        <p:nvGrpSpPr>
          <p:cNvPr id="4925" name="Google Shape;4925;p48"/>
          <p:cNvGrpSpPr/>
          <p:nvPr/>
        </p:nvGrpSpPr>
        <p:grpSpPr>
          <a:xfrm>
            <a:off x="3339745" y="952988"/>
            <a:ext cx="2363393" cy="1017867"/>
            <a:chOff x="3292400" y="1219146"/>
            <a:chExt cx="2615240" cy="1110239"/>
          </a:xfrm>
        </p:grpSpPr>
        <p:sp>
          <p:nvSpPr>
            <p:cNvPr id="4926" name="Google Shape;4926;p4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27" name="Google Shape;4927;p4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28" name="Google Shape;4928;p4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29" name="Google Shape;4929;p4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30" name="Google Shape;4930;p4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31" name="Google Shape;4931;p4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32" name="Google Shape;4932;p4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33" name="Google Shape;4933;p4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34" name="Google Shape;4934;p4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35" name="Google Shape;4935;p4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36" name="Google Shape;4936;p4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37" name="Google Shape;4937;p4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38" name="Google Shape;4938;p4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39" name="Google Shape;4939;p4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0" name="Google Shape;4940;p48"/>
            <p:cNvGrpSpPr/>
            <p:nvPr/>
          </p:nvGrpSpPr>
          <p:grpSpPr>
            <a:xfrm>
              <a:off x="3748438" y="1378608"/>
              <a:ext cx="2159202" cy="903971"/>
              <a:chOff x="1683525" y="2179850"/>
              <a:chExt cx="4519050" cy="2134525"/>
            </a:xfrm>
          </p:grpSpPr>
          <p:sp>
            <p:nvSpPr>
              <p:cNvPr id="4941" name="Google Shape;4941;p4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2" name="Google Shape;4942;p4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3" name="Google Shape;4943;p4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4" name="Google Shape;4944;p4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5" name="Google Shape;4945;p4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6" name="Google Shape;4946;p4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7" name="Google Shape;4947;p4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4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4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0" name="Google Shape;4950;p4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1" name="Google Shape;4951;p4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2" name="Google Shape;4952;p4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53" name="Google Shape;4953;p48"/>
          <p:cNvGraphicFramePr/>
          <p:nvPr/>
        </p:nvGraphicFramePr>
        <p:xfrm>
          <a:off x="5935838" y="2130461"/>
          <a:ext cx="3000000" cy="3000000"/>
        </p:xfrm>
        <a:graphic>
          <a:graphicData uri="http://schemas.openxmlformats.org/drawingml/2006/table">
            <a:tbl>
              <a:tblPr>
                <a:noFill/>
                <a:tableStyleId>{6174D427-3B1A-46DF-A607-B88D1EE145ED}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954" name="Google Shape;4954;p48"/>
          <p:cNvGrpSpPr/>
          <p:nvPr/>
        </p:nvGrpSpPr>
        <p:grpSpPr>
          <a:xfrm>
            <a:off x="5935948" y="3189058"/>
            <a:ext cx="2496964" cy="1001454"/>
            <a:chOff x="1919611" y="789980"/>
            <a:chExt cx="1474179" cy="606868"/>
          </a:xfrm>
        </p:grpSpPr>
        <p:cxnSp>
          <p:nvCxnSpPr>
            <p:cNvPr id="4955" name="Google Shape;4955;p4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56" name="Google Shape;4956;p4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57" name="Google Shape;4957;p4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58" name="Google Shape;4958;p4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59" name="Google Shape;4959;p4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60" name="Google Shape;4960;p4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61" name="Google Shape;4961;p4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62" name="Google Shape;4962;p4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69" name="Google Shape;4969;p4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0" name="Google Shape;4970;p4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1" name="Google Shape;4971;p4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48"/>
          <p:cNvGrpSpPr/>
          <p:nvPr/>
        </p:nvGrpSpPr>
        <p:grpSpPr>
          <a:xfrm>
            <a:off x="712562" y="998017"/>
            <a:ext cx="2394370" cy="976502"/>
            <a:chOff x="749309" y="1112739"/>
            <a:chExt cx="2371603" cy="976502"/>
          </a:xfrm>
        </p:grpSpPr>
        <p:sp>
          <p:nvSpPr>
            <p:cNvPr id="4973" name="Google Shape;4973;p4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05" name="Google Shape;5005;p48"/>
          <p:cNvGraphicFramePr/>
          <p:nvPr/>
        </p:nvGraphicFramePr>
        <p:xfrm>
          <a:off x="5935863" y="996311"/>
          <a:ext cx="3000000" cy="3000000"/>
        </p:xfrm>
        <a:graphic>
          <a:graphicData uri="http://schemas.openxmlformats.org/drawingml/2006/table">
            <a:tbl>
              <a:tblPr>
                <a:noFill/>
                <a:tableStyleId>{6174D427-3B1A-46DF-A607-B88D1EE145ED}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06" name="Google Shape;5006;p48"/>
          <p:cNvGraphicFramePr/>
          <p:nvPr/>
        </p:nvGraphicFramePr>
        <p:xfrm>
          <a:off x="3342575" y="2130461"/>
          <a:ext cx="3000000" cy="3000000"/>
        </p:xfrm>
        <a:graphic>
          <a:graphicData uri="http://schemas.openxmlformats.org/drawingml/2006/table">
            <a:tbl>
              <a:tblPr>
                <a:noFill/>
                <a:tableStyleId>{6174D427-3B1A-46DF-A607-B88D1EE145ED}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07" name="Google Shape;5007;p48"/>
          <p:cNvGrpSpPr/>
          <p:nvPr/>
        </p:nvGrpSpPr>
        <p:grpSpPr>
          <a:xfrm>
            <a:off x="4086505" y="2517104"/>
            <a:ext cx="1517436" cy="74460"/>
            <a:chOff x="3980086" y="2804397"/>
            <a:chExt cx="1227600" cy="66900"/>
          </a:xfrm>
        </p:grpSpPr>
        <p:sp>
          <p:nvSpPr>
            <p:cNvPr id="5008" name="Google Shape;5008;p4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48"/>
          <p:cNvGrpSpPr/>
          <p:nvPr/>
        </p:nvGrpSpPr>
        <p:grpSpPr>
          <a:xfrm>
            <a:off x="4711569" y="2809692"/>
            <a:ext cx="892956" cy="74460"/>
            <a:chOff x="3980086" y="2804397"/>
            <a:chExt cx="1227600" cy="66900"/>
          </a:xfrm>
        </p:grpSpPr>
        <p:sp>
          <p:nvSpPr>
            <p:cNvPr id="5011" name="Google Shape;5011;p4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48"/>
          <p:cNvGrpSpPr/>
          <p:nvPr/>
        </p:nvGrpSpPr>
        <p:grpSpPr>
          <a:xfrm>
            <a:off x="3344661" y="3168575"/>
            <a:ext cx="2363244" cy="1005943"/>
            <a:chOff x="3358415" y="3361302"/>
            <a:chExt cx="2363244" cy="1024695"/>
          </a:xfrm>
        </p:grpSpPr>
        <p:grpSp>
          <p:nvGrpSpPr>
            <p:cNvPr id="5014" name="Google Shape;5014;p48"/>
            <p:cNvGrpSpPr/>
            <p:nvPr/>
          </p:nvGrpSpPr>
          <p:grpSpPr>
            <a:xfrm>
              <a:off x="3358415" y="3361302"/>
              <a:ext cx="441300" cy="1024695"/>
              <a:chOff x="3358415" y="3361302"/>
              <a:chExt cx="441300" cy="1024695"/>
            </a:xfrm>
          </p:grpSpPr>
          <p:sp>
            <p:nvSpPr>
              <p:cNvPr id="5015" name="Google Shape;5015;p4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48"/>
            <p:cNvGrpSpPr/>
            <p:nvPr/>
          </p:nvGrpSpPr>
          <p:grpSpPr>
            <a:xfrm>
              <a:off x="3838901" y="3361302"/>
              <a:ext cx="441300" cy="1024695"/>
              <a:chOff x="3838901" y="3361302"/>
              <a:chExt cx="441300" cy="1024695"/>
            </a:xfrm>
          </p:grpSpPr>
          <p:sp>
            <p:nvSpPr>
              <p:cNvPr id="5022" name="Google Shape;5022;p4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48"/>
            <p:cNvGrpSpPr/>
            <p:nvPr/>
          </p:nvGrpSpPr>
          <p:grpSpPr>
            <a:xfrm>
              <a:off x="4319387" y="3361302"/>
              <a:ext cx="441300" cy="1024695"/>
              <a:chOff x="4319387" y="3361302"/>
              <a:chExt cx="441300" cy="1024695"/>
            </a:xfrm>
          </p:grpSpPr>
          <p:sp>
            <p:nvSpPr>
              <p:cNvPr id="5029" name="Google Shape;5029;p4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48"/>
            <p:cNvGrpSpPr/>
            <p:nvPr/>
          </p:nvGrpSpPr>
          <p:grpSpPr>
            <a:xfrm>
              <a:off x="4799873" y="3361302"/>
              <a:ext cx="441300" cy="1024695"/>
              <a:chOff x="4799873" y="3361302"/>
              <a:chExt cx="441300" cy="1024695"/>
            </a:xfrm>
          </p:grpSpPr>
          <p:sp>
            <p:nvSpPr>
              <p:cNvPr id="5036" name="Google Shape;5036;p4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48"/>
            <p:cNvGrpSpPr/>
            <p:nvPr/>
          </p:nvGrpSpPr>
          <p:grpSpPr>
            <a:xfrm>
              <a:off x="5280360" y="3361302"/>
              <a:ext cx="441300" cy="1024695"/>
              <a:chOff x="5280360" y="3361302"/>
              <a:chExt cx="441300" cy="1024695"/>
            </a:xfrm>
          </p:grpSpPr>
          <p:sp>
            <p:nvSpPr>
              <p:cNvPr id="5043" name="Google Shape;5043;p4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49" name="Google Shape;5049;p48"/>
          <p:cNvGraphicFramePr/>
          <p:nvPr/>
        </p:nvGraphicFramePr>
        <p:xfrm>
          <a:off x="711088" y="2130461"/>
          <a:ext cx="3000000" cy="3000000"/>
        </p:xfrm>
        <a:graphic>
          <a:graphicData uri="http://schemas.openxmlformats.org/drawingml/2006/table">
            <a:tbl>
              <a:tblPr>
                <a:noFill/>
                <a:tableStyleId>{6174D427-3B1A-46DF-A607-B88D1EE145ED}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50" name="Google Shape;5050;p48"/>
          <p:cNvGrpSpPr/>
          <p:nvPr/>
        </p:nvGrpSpPr>
        <p:grpSpPr>
          <a:xfrm>
            <a:off x="712613" y="3180186"/>
            <a:ext cx="2403614" cy="1005900"/>
            <a:chOff x="726450" y="3372825"/>
            <a:chExt cx="2403614" cy="1005900"/>
          </a:xfrm>
        </p:grpSpPr>
        <p:grpSp>
          <p:nvGrpSpPr>
            <p:cNvPr id="5051" name="Google Shape;5051;p48"/>
            <p:cNvGrpSpPr/>
            <p:nvPr/>
          </p:nvGrpSpPr>
          <p:grpSpPr>
            <a:xfrm>
              <a:off x="726450" y="3696000"/>
              <a:ext cx="2403614" cy="500898"/>
              <a:chOff x="726450" y="3696000"/>
              <a:chExt cx="2403614" cy="500898"/>
            </a:xfrm>
          </p:grpSpPr>
          <p:sp>
            <p:nvSpPr>
              <p:cNvPr id="5052" name="Google Shape;5052;p4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3" name="Google Shape;5053;p4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54" name="Google Shape;5054;p48"/>
            <p:cNvGrpSpPr/>
            <p:nvPr/>
          </p:nvGrpSpPr>
          <p:grpSpPr>
            <a:xfrm>
              <a:off x="1348050" y="3372825"/>
              <a:ext cx="1720425" cy="1005900"/>
              <a:chOff x="1348050" y="3372825"/>
              <a:chExt cx="1720425" cy="1005900"/>
            </a:xfrm>
          </p:grpSpPr>
          <p:sp>
            <p:nvSpPr>
              <p:cNvPr id="5055" name="Google Shape;5055;p4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6" name="Google Shape;5056;p4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7" name="Google Shape;5057;p4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8" name="Google Shape;5058;p4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9" name="Google Shape;5059;p4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60" name="Google Shape;5060;p48"/>
            <p:cNvGrpSpPr/>
            <p:nvPr/>
          </p:nvGrpSpPr>
          <p:grpSpPr>
            <a:xfrm>
              <a:off x="1455707" y="3731058"/>
              <a:ext cx="1491150" cy="417657"/>
              <a:chOff x="1455707" y="3731058"/>
              <a:chExt cx="1491150" cy="417657"/>
            </a:xfrm>
          </p:grpSpPr>
          <p:grpSp>
            <p:nvGrpSpPr>
              <p:cNvPr id="5061" name="Google Shape;5061;p48"/>
              <p:cNvGrpSpPr/>
              <p:nvPr/>
            </p:nvGrpSpPr>
            <p:grpSpPr>
              <a:xfrm>
                <a:off x="1472938" y="3745828"/>
                <a:ext cx="72126" cy="53788"/>
                <a:chOff x="1472938" y="3745828"/>
                <a:chExt cx="72126" cy="53788"/>
              </a:xfrm>
            </p:grpSpPr>
            <p:sp>
              <p:nvSpPr>
                <p:cNvPr id="5062" name="Google Shape;5062;p4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48"/>
              <p:cNvGrpSpPr/>
              <p:nvPr/>
            </p:nvGrpSpPr>
            <p:grpSpPr>
              <a:xfrm>
                <a:off x="1819181" y="4089633"/>
                <a:ext cx="72126" cy="53788"/>
                <a:chOff x="1819181" y="4089633"/>
                <a:chExt cx="72126" cy="53788"/>
              </a:xfrm>
            </p:grpSpPr>
            <p:sp>
              <p:nvSpPr>
                <p:cNvPr id="5065" name="Google Shape;5065;p4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48"/>
              <p:cNvGrpSpPr/>
              <p:nvPr/>
            </p:nvGrpSpPr>
            <p:grpSpPr>
              <a:xfrm>
                <a:off x="1455707" y="4084171"/>
                <a:ext cx="64321" cy="64544"/>
                <a:chOff x="1455707" y="4084171"/>
                <a:chExt cx="64321" cy="64544"/>
              </a:xfrm>
            </p:grpSpPr>
            <p:sp>
              <p:nvSpPr>
                <p:cNvPr id="5068" name="Google Shape;5068;p4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48"/>
              <p:cNvGrpSpPr/>
              <p:nvPr/>
            </p:nvGrpSpPr>
            <p:grpSpPr>
              <a:xfrm>
                <a:off x="1818610" y="3731058"/>
                <a:ext cx="64321" cy="64544"/>
                <a:chOff x="1818610" y="3731058"/>
                <a:chExt cx="64321" cy="64544"/>
              </a:xfrm>
            </p:grpSpPr>
            <p:sp>
              <p:nvSpPr>
                <p:cNvPr id="5071" name="Google Shape;5071;p4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48"/>
              <p:cNvGrpSpPr/>
              <p:nvPr/>
            </p:nvGrpSpPr>
            <p:grpSpPr>
              <a:xfrm>
                <a:off x="2172491" y="4089633"/>
                <a:ext cx="72126" cy="53788"/>
                <a:chOff x="2172491" y="4089633"/>
                <a:chExt cx="72126" cy="53788"/>
              </a:xfrm>
            </p:grpSpPr>
            <p:sp>
              <p:nvSpPr>
                <p:cNvPr id="5074" name="Google Shape;5074;p4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48"/>
              <p:cNvGrpSpPr/>
              <p:nvPr/>
            </p:nvGrpSpPr>
            <p:grpSpPr>
              <a:xfrm>
                <a:off x="2171920" y="3731058"/>
                <a:ext cx="64321" cy="64544"/>
                <a:chOff x="2171920" y="3731058"/>
                <a:chExt cx="64321" cy="64544"/>
              </a:xfrm>
            </p:grpSpPr>
            <p:sp>
              <p:nvSpPr>
                <p:cNvPr id="5077" name="Google Shape;5077;p4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48"/>
              <p:cNvGrpSpPr/>
              <p:nvPr/>
            </p:nvGrpSpPr>
            <p:grpSpPr>
              <a:xfrm>
                <a:off x="2874730" y="3745828"/>
                <a:ext cx="72126" cy="53788"/>
                <a:chOff x="2874730" y="3745828"/>
                <a:chExt cx="72126" cy="53788"/>
              </a:xfrm>
            </p:grpSpPr>
            <p:sp>
              <p:nvSpPr>
                <p:cNvPr id="5080" name="Google Shape;5080;p4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48"/>
              <p:cNvGrpSpPr/>
              <p:nvPr/>
            </p:nvGrpSpPr>
            <p:grpSpPr>
              <a:xfrm>
                <a:off x="2878589" y="4081481"/>
                <a:ext cx="64321" cy="64544"/>
                <a:chOff x="2878589" y="4081481"/>
                <a:chExt cx="64321" cy="64544"/>
              </a:xfrm>
            </p:grpSpPr>
            <p:sp>
              <p:nvSpPr>
                <p:cNvPr id="5083" name="Google Shape;5083;p4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48"/>
              <p:cNvGrpSpPr/>
              <p:nvPr/>
            </p:nvGrpSpPr>
            <p:grpSpPr>
              <a:xfrm>
                <a:off x="2525796" y="4089633"/>
                <a:ext cx="72126" cy="53788"/>
                <a:chOff x="2525796" y="4089633"/>
                <a:chExt cx="72126" cy="53788"/>
              </a:xfrm>
            </p:grpSpPr>
            <p:sp>
              <p:nvSpPr>
                <p:cNvPr id="5086" name="Google Shape;5086;p4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48"/>
              <p:cNvGrpSpPr/>
              <p:nvPr/>
            </p:nvGrpSpPr>
            <p:grpSpPr>
              <a:xfrm>
                <a:off x="2525225" y="3731058"/>
                <a:ext cx="64321" cy="64544"/>
                <a:chOff x="2525225" y="3731058"/>
                <a:chExt cx="64321" cy="64544"/>
              </a:xfrm>
            </p:grpSpPr>
            <p:sp>
              <p:nvSpPr>
                <p:cNvPr id="5089" name="Google Shape;5089;p4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4" name="Shape 5094"/>
        <p:cNvGrpSpPr/>
        <p:nvPr/>
      </p:nvGrpSpPr>
      <p:grpSpPr>
        <a:xfrm>
          <a:off x="0" y="0"/>
          <a:ext cx="0" cy="0"/>
          <a:chOff x="0" y="0"/>
          <a:chExt cx="0" cy="0"/>
        </a:xfrm>
      </p:grpSpPr>
      <p:grpSp>
        <p:nvGrpSpPr>
          <p:cNvPr id="5095" name="Google Shape;5095;p49"/>
          <p:cNvGrpSpPr/>
          <p:nvPr/>
        </p:nvGrpSpPr>
        <p:grpSpPr>
          <a:xfrm>
            <a:off x="5780153" y="1859606"/>
            <a:ext cx="671400" cy="674856"/>
            <a:chOff x="5780148" y="1859605"/>
            <a:chExt cx="671400" cy="674856"/>
          </a:xfrm>
        </p:grpSpPr>
        <p:sp>
          <p:nvSpPr>
            <p:cNvPr id="5096" name="Google Shape;5096;p4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49"/>
          <p:cNvGrpSpPr/>
          <p:nvPr/>
        </p:nvGrpSpPr>
        <p:grpSpPr>
          <a:xfrm>
            <a:off x="716996" y="971307"/>
            <a:ext cx="845921" cy="690752"/>
            <a:chOff x="732428" y="1198513"/>
            <a:chExt cx="845921" cy="690752"/>
          </a:xfrm>
        </p:grpSpPr>
        <p:grpSp>
          <p:nvGrpSpPr>
            <p:cNvPr id="5101" name="Google Shape;5101;p49"/>
            <p:cNvGrpSpPr/>
            <p:nvPr/>
          </p:nvGrpSpPr>
          <p:grpSpPr>
            <a:xfrm>
              <a:off x="823030" y="1198513"/>
              <a:ext cx="755319" cy="690752"/>
              <a:chOff x="823030" y="1198513"/>
              <a:chExt cx="755319" cy="690752"/>
            </a:xfrm>
          </p:grpSpPr>
          <p:sp>
            <p:nvSpPr>
              <p:cNvPr id="5102" name="Google Shape;5102;p4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49"/>
            <p:cNvGrpSpPr/>
            <p:nvPr/>
          </p:nvGrpSpPr>
          <p:grpSpPr>
            <a:xfrm>
              <a:off x="732428" y="1239937"/>
              <a:ext cx="739912" cy="607886"/>
              <a:chOff x="732428" y="1239937"/>
              <a:chExt cx="739912" cy="607886"/>
            </a:xfrm>
          </p:grpSpPr>
          <p:sp>
            <p:nvSpPr>
              <p:cNvPr id="5105" name="Google Shape;5105;p4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49"/>
            <p:cNvGrpSpPr/>
            <p:nvPr/>
          </p:nvGrpSpPr>
          <p:grpSpPr>
            <a:xfrm>
              <a:off x="732428" y="1277018"/>
              <a:ext cx="702832" cy="533758"/>
              <a:chOff x="732428" y="1277018"/>
              <a:chExt cx="702832" cy="533758"/>
            </a:xfrm>
          </p:grpSpPr>
          <p:sp>
            <p:nvSpPr>
              <p:cNvPr id="5108" name="Google Shape;5108;p4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49"/>
            <p:cNvGrpSpPr/>
            <p:nvPr/>
          </p:nvGrpSpPr>
          <p:grpSpPr>
            <a:xfrm>
              <a:off x="931170" y="1306653"/>
              <a:ext cx="647179" cy="474455"/>
              <a:chOff x="931170" y="1306653"/>
              <a:chExt cx="647179" cy="474455"/>
            </a:xfrm>
          </p:grpSpPr>
          <p:sp>
            <p:nvSpPr>
              <p:cNvPr id="5111" name="Google Shape;5111;p4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3" name="Google Shape;5113;p4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49"/>
          <p:cNvGrpSpPr/>
          <p:nvPr/>
        </p:nvGrpSpPr>
        <p:grpSpPr>
          <a:xfrm>
            <a:off x="3948605" y="971313"/>
            <a:ext cx="634656" cy="699982"/>
            <a:chOff x="5985650" y="2860025"/>
            <a:chExt cx="1396075" cy="1539775"/>
          </a:xfrm>
        </p:grpSpPr>
        <p:sp>
          <p:nvSpPr>
            <p:cNvPr id="5115" name="Google Shape;5115;p4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49"/>
          <p:cNvGrpSpPr/>
          <p:nvPr/>
        </p:nvGrpSpPr>
        <p:grpSpPr>
          <a:xfrm>
            <a:off x="4704254" y="971307"/>
            <a:ext cx="725845" cy="699975"/>
            <a:chOff x="4249973" y="1201875"/>
            <a:chExt cx="1958568" cy="1888762"/>
          </a:xfrm>
        </p:grpSpPr>
        <p:sp>
          <p:nvSpPr>
            <p:cNvPr id="5148" name="Google Shape;5148;p4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49"/>
            <p:cNvGrpSpPr/>
            <p:nvPr/>
          </p:nvGrpSpPr>
          <p:grpSpPr>
            <a:xfrm>
              <a:off x="5853086" y="1789142"/>
              <a:ext cx="355454" cy="1048099"/>
              <a:chOff x="5576108" y="2016725"/>
              <a:chExt cx="565200" cy="1666560"/>
            </a:xfrm>
          </p:grpSpPr>
          <p:sp>
            <p:nvSpPr>
              <p:cNvPr id="5150" name="Google Shape;5150;p4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1" name="Google Shape;5151;p4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49"/>
            <p:cNvGrpSpPr/>
            <p:nvPr/>
          </p:nvGrpSpPr>
          <p:grpSpPr>
            <a:xfrm>
              <a:off x="4869455" y="2691676"/>
              <a:ext cx="1013897" cy="398961"/>
              <a:chOff x="4012057" y="3451825"/>
              <a:chExt cx="1612175" cy="634379"/>
            </a:xfrm>
          </p:grpSpPr>
          <p:sp>
            <p:nvSpPr>
              <p:cNvPr id="5153" name="Google Shape;5153;p4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4" name="Google Shape;5154;p4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49"/>
            <p:cNvGrpSpPr/>
            <p:nvPr/>
          </p:nvGrpSpPr>
          <p:grpSpPr>
            <a:xfrm>
              <a:off x="4276937" y="2155961"/>
              <a:ext cx="651965" cy="891358"/>
              <a:chOff x="3069908" y="2599997"/>
              <a:chExt cx="1036675" cy="1417328"/>
            </a:xfrm>
          </p:grpSpPr>
          <p:sp>
            <p:nvSpPr>
              <p:cNvPr id="5156" name="Google Shape;5156;p4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7" name="Google Shape;5157;p4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49"/>
            <p:cNvGrpSpPr/>
            <p:nvPr/>
          </p:nvGrpSpPr>
          <p:grpSpPr>
            <a:xfrm>
              <a:off x="5054918" y="1201875"/>
              <a:ext cx="999548" cy="602711"/>
              <a:chOff x="4306958" y="1082925"/>
              <a:chExt cx="1589359" cy="958358"/>
            </a:xfrm>
          </p:grpSpPr>
          <p:sp>
            <p:nvSpPr>
              <p:cNvPr id="5159" name="Google Shape;5159;p4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0" name="Google Shape;5160;p4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49"/>
            <p:cNvGrpSpPr/>
            <p:nvPr/>
          </p:nvGrpSpPr>
          <p:grpSpPr>
            <a:xfrm>
              <a:off x="4249973" y="1303451"/>
              <a:ext cx="799317" cy="841334"/>
              <a:chOff x="3027033" y="1244439"/>
              <a:chExt cx="1270977" cy="1337786"/>
            </a:xfrm>
          </p:grpSpPr>
          <p:sp>
            <p:nvSpPr>
              <p:cNvPr id="5162" name="Google Shape;5162;p4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3" name="Google Shape;5163;p4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4" name="Google Shape;5164;p49"/>
          <p:cNvGrpSpPr/>
          <p:nvPr/>
        </p:nvGrpSpPr>
        <p:grpSpPr>
          <a:xfrm>
            <a:off x="4057119" y="1858087"/>
            <a:ext cx="750769" cy="683784"/>
            <a:chOff x="4204684" y="2104422"/>
            <a:chExt cx="699822" cy="637382"/>
          </a:xfrm>
        </p:grpSpPr>
        <p:grpSp>
          <p:nvGrpSpPr>
            <p:cNvPr id="5165" name="Google Shape;5165;p49"/>
            <p:cNvGrpSpPr/>
            <p:nvPr/>
          </p:nvGrpSpPr>
          <p:grpSpPr>
            <a:xfrm>
              <a:off x="4204684" y="2430067"/>
              <a:ext cx="342957" cy="311738"/>
              <a:chOff x="4204684" y="2430067"/>
              <a:chExt cx="342957" cy="311738"/>
            </a:xfrm>
          </p:grpSpPr>
          <p:sp>
            <p:nvSpPr>
              <p:cNvPr id="5166" name="Google Shape;5166;p4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49"/>
            <p:cNvGrpSpPr/>
            <p:nvPr/>
          </p:nvGrpSpPr>
          <p:grpSpPr>
            <a:xfrm>
              <a:off x="4561586" y="2430067"/>
              <a:ext cx="342920" cy="311738"/>
              <a:chOff x="4561586" y="2430067"/>
              <a:chExt cx="342920" cy="311738"/>
            </a:xfrm>
          </p:grpSpPr>
          <p:sp>
            <p:nvSpPr>
              <p:cNvPr id="5169" name="Google Shape;5169;p4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49"/>
            <p:cNvGrpSpPr/>
            <p:nvPr/>
          </p:nvGrpSpPr>
          <p:grpSpPr>
            <a:xfrm>
              <a:off x="4561586" y="2104422"/>
              <a:ext cx="342920" cy="311738"/>
              <a:chOff x="4561586" y="2104422"/>
              <a:chExt cx="342920" cy="311738"/>
            </a:xfrm>
          </p:grpSpPr>
          <p:sp>
            <p:nvSpPr>
              <p:cNvPr id="5172" name="Google Shape;5172;p4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49"/>
            <p:cNvGrpSpPr/>
            <p:nvPr/>
          </p:nvGrpSpPr>
          <p:grpSpPr>
            <a:xfrm>
              <a:off x="4204684" y="2104422"/>
              <a:ext cx="342957" cy="311664"/>
              <a:chOff x="4204684" y="2104422"/>
              <a:chExt cx="342957" cy="311664"/>
            </a:xfrm>
          </p:grpSpPr>
          <p:sp>
            <p:nvSpPr>
              <p:cNvPr id="5175" name="Google Shape;5175;p4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7" name="Google Shape;5177;p49"/>
          <p:cNvGrpSpPr/>
          <p:nvPr/>
        </p:nvGrpSpPr>
        <p:grpSpPr>
          <a:xfrm>
            <a:off x="5521552" y="971301"/>
            <a:ext cx="660591" cy="688867"/>
            <a:chOff x="5830645" y="1267368"/>
            <a:chExt cx="530340" cy="553040"/>
          </a:xfrm>
        </p:grpSpPr>
        <p:sp>
          <p:nvSpPr>
            <p:cNvPr id="5178" name="Google Shape;5178;p4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9" name="Google Shape;5179;p49"/>
            <p:cNvGrpSpPr/>
            <p:nvPr/>
          </p:nvGrpSpPr>
          <p:grpSpPr>
            <a:xfrm>
              <a:off x="5830645" y="1267368"/>
              <a:ext cx="259743" cy="269909"/>
              <a:chOff x="5830645" y="1267368"/>
              <a:chExt cx="259743" cy="269909"/>
            </a:xfrm>
          </p:grpSpPr>
          <p:sp>
            <p:nvSpPr>
              <p:cNvPr id="5180" name="Google Shape;5180;p4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49"/>
            <p:cNvGrpSpPr/>
            <p:nvPr/>
          </p:nvGrpSpPr>
          <p:grpSpPr>
            <a:xfrm>
              <a:off x="6101293" y="1267368"/>
              <a:ext cx="259692" cy="269909"/>
              <a:chOff x="6101293" y="1267368"/>
              <a:chExt cx="259692" cy="269909"/>
            </a:xfrm>
          </p:grpSpPr>
          <p:sp>
            <p:nvSpPr>
              <p:cNvPr id="5183" name="Google Shape;5183;p4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49"/>
            <p:cNvGrpSpPr/>
            <p:nvPr/>
          </p:nvGrpSpPr>
          <p:grpSpPr>
            <a:xfrm>
              <a:off x="5830645" y="1550500"/>
              <a:ext cx="259692" cy="269909"/>
              <a:chOff x="5830645" y="1550500"/>
              <a:chExt cx="259692" cy="269909"/>
            </a:xfrm>
          </p:grpSpPr>
          <p:sp>
            <p:nvSpPr>
              <p:cNvPr id="5186" name="Google Shape;5186;p4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49"/>
            <p:cNvGrpSpPr/>
            <p:nvPr/>
          </p:nvGrpSpPr>
          <p:grpSpPr>
            <a:xfrm>
              <a:off x="6101293" y="1550500"/>
              <a:ext cx="259692" cy="269909"/>
              <a:chOff x="6101293" y="1550500"/>
              <a:chExt cx="259692" cy="269909"/>
            </a:xfrm>
          </p:grpSpPr>
          <p:sp>
            <p:nvSpPr>
              <p:cNvPr id="5189" name="Google Shape;5189;p4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1" name="Google Shape;5191;p49"/>
          <p:cNvGrpSpPr/>
          <p:nvPr/>
        </p:nvGrpSpPr>
        <p:grpSpPr>
          <a:xfrm>
            <a:off x="723705" y="1861761"/>
            <a:ext cx="697154" cy="679574"/>
            <a:chOff x="2679875" y="2361475"/>
            <a:chExt cx="780425" cy="760575"/>
          </a:xfrm>
        </p:grpSpPr>
        <p:sp>
          <p:nvSpPr>
            <p:cNvPr id="5192" name="Google Shape;5192;p4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49"/>
          <p:cNvGrpSpPr/>
          <p:nvPr/>
        </p:nvGrpSpPr>
        <p:grpSpPr>
          <a:xfrm>
            <a:off x="3122864" y="971353"/>
            <a:ext cx="735829" cy="684547"/>
            <a:chOff x="3351965" y="1148808"/>
            <a:chExt cx="750770" cy="698375"/>
          </a:xfrm>
        </p:grpSpPr>
        <p:grpSp>
          <p:nvGrpSpPr>
            <p:cNvPr id="5199" name="Google Shape;5199;p49"/>
            <p:cNvGrpSpPr/>
            <p:nvPr/>
          </p:nvGrpSpPr>
          <p:grpSpPr>
            <a:xfrm>
              <a:off x="3586796" y="1148808"/>
              <a:ext cx="294857" cy="286830"/>
              <a:chOff x="3750225" y="1774000"/>
              <a:chExt cx="149575" cy="145525"/>
            </a:xfrm>
          </p:grpSpPr>
          <p:sp>
            <p:nvSpPr>
              <p:cNvPr id="5200" name="Google Shape;5200;p4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49"/>
            <p:cNvGrpSpPr/>
            <p:nvPr/>
          </p:nvGrpSpPr>
          <p:grpSpPr>
            <a:xfrm>
              <a:off x="3779245" y="1375768"/>
              <a:ext cx="323490" cy="286978"/>
              <a:chOff x="3847850" y="1889150"/>
              <a:chExt cx="164100" cy="145600"/>
            </a:xfrm>
          </p:grpSpPr>
          <p:sp>
            <p:nvSpPr>
              <p:cNvPr id="5203" name="Google Shape;5203;p4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49"/>
            <p:cNvGrpSpPr/>
            <p:nvPr/>
          </p:nvGrpSpPr>
          <p:grpSpPr>
            <a:xfrm>
              <a:off x="3351965" y="1330435"/>
              <a:ext cx="295449" cy="285401"/>
              <a:chOff x="3631100" y="1866150"/>
              <a:chExt cx="149875" cy="144800"/>
            </a:xfrm>
          </p:grpSpPr>
          <p:sp>
            <p:nvSpPr>
              <p:cNvPr id="5206" name="Google Shape;5206;p4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49"/>
            <p:cNvGrpSpPr/>
            <p:nvPr/>
          </p:nvGrpSpPr>
          <p:grpSpPr>
            <a:xfrm>
              <a:off x="3548208" y="1560352"/>
              <a:ext cx="294808" cy="286830"/>
              <a:chOff x="3730650" y="1982800"/>
              <a:chExt cx="149550" cy="145525"/>
            </a:xfrm>
          </p:grpSpPr>
          <p:sp>
            <p:nvSpPr>
              <p:cNvPr id="5209" name="Google Shape;5209;p4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1" name="Google Shape;5211;p49"/>
          <p:cNvGrpSpPr/>
          <p:nvPr/>
        </p:nvGrpSpPr>
        <p:grpSpPr>
          <a:xfrm>
            <a:off x="7624517" y="971307"/>
            <a:ext cx="804565" cy="677795"/>
            <a:chOff x="7636443" y="1204988"/>
            <a:chExt cx="804565" cy="677795"/>
          </a:xfrm>
        </p:grpSpPr>
        <p:grpSp>
          <p:nvGrpSpPr>
            <p:cNvPr id="5212" name="Google Shape;5212;p49"/>
            <p:cNvGrpSpPr/>
            <p:nvPr/>
          </p:nvGrpSpPr>
          <p:grpSpPr>
            <a:xfrm>
              <a:off x="7636443" y="1509705"/>
              <a:ext cx="804565" cy="373078"/>
              <a:chOff x="7636443" y="1509705"/>
              <a:chExt cx="804565" cy="373078"/>
            </a:xfrm>
          </p:grpSpPr>
          <p:sp>
            <p:nvSpPr>
              <p:cNvPr id="5213" name="Google Shape;5213;p4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49"/>
            <p:cNvGrpSpPr/>
            <p:nvPr/>
          </p:nvGrpSpPr>
          <p:grpSpPr>
            <a:xfrm>
              <a:off x="7636443" y="1408133"/>
              <a:ext cx="804565" cy="373078"/>
              <a:chOff x="7636443" y="1408133"/>
              <a:chExt cx="804565" cy="373078"/>
            </a:xfrm>
          </p:grpSpPr>
          <p:sp>
            <p:nvSpPr>
              <p:cNvPr id="5216" name="Google Shape;5216;p4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49"/>
            <p:cNvGrpSpPr/>
            <p:nvPr/>
          </p:nvGrpSpPr>
          <p:grpSpPr>
            <a:xfrm>
              <a:off x="7636443" y="1306560"/>
              <a:ext cx="804565" cy="373078"/>
              <a:chOff x="7636443" y="1306560"/>
              <a:chExt cx="804565" cy="373078"/>
            </a:xfrm>
          </p:grpSpPr>
          <p:sp>
            <p:nvSpPr>
              <p:cNvPr id="5219" name="Google Shape;5219;p4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49"/>
            <p:cNvGrpSpPr/>
            <p:nvPr/>
          </p:nvGrpSpPr>
          <p:grpSpPr>
            <a:xfrm>
              <a:off x="7636443" y="1204988"/>
              <a:ext cx="804565" cy="373078"/>
              <a:chOff x="7636443" y="1204988"/>
              <a:chExt cx="804565" cy="373078"/>
            </a:xfrm>
          </p:grpSpPr>
          <p:sp>
            <p:nvSpPr>
              <p:cNvPr id="5222" name="Google Shape;5222;p4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4" name="Google Shape;5224;p49"/>
          <p:cNvGrpSpPr/>
          <p:nvPr/>
        </p:nvGrpSpPr>
        <p:grpSpPr>
          <a:xfrm>
            <a:off x="4963363" y="1878721"/>
            <a:ext cx="661339" cy="661188"/>
            <a:chOff x="3990000" y="975400"/>
            <a:chExt cx="3934200" cy="3933300"/>
          </a:xfrm>
        </p:grpSpPr>
        <p:sp>
          <p:nvSpPr>
            <p:cNvPr id="5225" name="Google Shape;5225;p4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49"/>
          <p:cNvGrpSpPr/>
          <p:nvPr/>
        </p:nvGrpSpPr>
        <p:grpSpPr>
          <a:xfrm>
            <a:off x="6607011" y="1857359"/>
            <a:ext cx="868881" cy="684241"/>
            <a:chOff x="6598259" y="2078634"/>
            <a:chExt cx="868881" cy="684241"/>
          </a:xfrm>
        </p:grpSpPr>
        <p:sp>
          <p:nvSpPr>
            <p:cNvPr id="5230" name="Google Shape;5230;p4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6" name="Google Shape;5236;p49"/>
            <p:cNvGrpSpPr/>
            <p:nvPr/>
          </p:nvGrpSpPr>
          <p:grpSpPr>
            <a:xfrm>
              <a:off x="6808175" y="2078634"/>
              <a:ext cx="452229" cy="684241"/>
              <a:chOff x="6808175" y="2078634"/>
              <a:chExt cx="452229" cy="684241"/>
            </a:xfrm>
          </p:grpSpPr>
          <p:sp>
            <p:nvSpPr>
              <p:cNvPr id="5237" name="Google Shape;5237;p4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3" name="Google Shape;5243;p49"/>
              <p:cNvGrpSpPr/>
              <p:nvPr/>
            </p:nvGrpSpPr>
            <p:grpSpPr>
              <a:xfrm>
                <a:off x="6821586" y="2078634"/>
                <a:ext cx="426871" cy="684241"/>
                <a:chOff x="6821586" y="2078634"/>
                <a:chExt cx="426871" cy="684241"/>
              </a:xfrm>
            </p:grpSpPr>
            <p:grpSp>
              <p:nvGrpSpPr>
                <p:cNvPr id="5244" name="Google Shape;5244;p49"/>
                <p:cNvGrpSpPr/>
                <p:nvPr/>
              </p:nvGrpSpPr>
              <p:grpSpPr>
                <a:xfrm>
                  <a:off x="6821586" y="2078634"/>
                  <a:ext cx="426871" cy="684241"/>
                  <a:chOff x="6821586" y="2078634"/>
                  <a:chExt cx="426871" cy="684241"/>
                </a:xfrm>
              </p:grpSpPr>
              <p:sp>
                <p:nvSpPr>
                  <p:cNvPr id="5245" name="Google Shape;5245;p4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4" name="Google Shape;5264;p4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70" name="Google Shape;5270;p49"/>
          <p:cNvGrpSpPr/>
          <p:nvPr/>
        </p:nvGrpSpPr>
        <p:grpSpPr>
          <a:xfrm>
            <a:off x="716994" y="3531369"/>
            <a:ext cx="1340789" cy="640830"/>
            <a:chOff x="238125" y="1151100"/>
            <a:chExt cx="7139450" cy="3412300"/>
          </a:xfrm>
        </p:grpSpPr>
        <p:sp>
          <p:nvSpPr>
            <p:cNvPr id="5271" name="Google Shape;5271;p4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49"/>
          <p:cNvGrpSpPr/>
          <p:nvPr/>
        </p:nvGrpSpPr>
        <p:grpSpPr>
          <a:xfrm>
            <a:off x="5584217" y="2734650"/>
            <a:ext cx="985357" cy="585764"/>
            <a:chOff x="5145061" y="2881789"/>
            <a:chExt cx="1107641" cy="658458"/>
          </a:xfrm>
        </p:grpSpPr>
        <p:grpSp>
          <p:nvGrpSpPr>
            <p:cNvPr id="5284" name="Google Shape;5284;p49"/>
            <p:cNvGrpSpPr/>
            <p:nvPr/>
          </p:nvGrpSpPr>
          <p:grpSpPr>
            <a:xfrm>
              <a:off x="5722989" y="3244587"/>
              <a:ext cx="529713" cy="295659"/>
              <a:chOff x="5722989" y="3244587"/>
              <a:chExt cx="529713" cy="295659"/>
            </a:xfrm>
          </p:grpSpPr>
          <p:sp>
            <p:nvSpPr>
              <p:cNvPr id="5285" name="Google Shape;5285;p4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6" name="Google Shape;5286;p4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87" name="Google Shape;5287;p49"/>
            <p:cNvGrpSpPr/>
            <p:nvPr/>
          </p:nvGrpSpPr>
          <p:grpSpPr>
            <a:xfrm>
              <a:off x="5145061" y="3244587"/>
              <a:ext cx="536807" cy="295659"/>
              <a:chOff x="5145061" y="3244587"/>
              <a:chExt cx="536807" cy="295659"/>
            </a:xfrm>
          </p:grpSpPr>
          <p:sp>
            <p:nvSpPr>
              <p:cNvPr id="5288" name="Google Shape;5288;p4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9" name="Google Shape;5289;p4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0" name="Google Shape;5290;p49"/>
            <p:cNvGrpSpPr/>
            <p:nvPr/>
          </p:nvGrpSpPr>
          <p:grpSpPr>
            <a:xfrm>
              <a:off x="5341327" y="2898245"/>
              <a:ext cx="532309" cy="614891"/>
              <a:chOff x="5341327" y="2898245"/>
              <a:chExt cx="532309" cy="614891"/>
            </a:xfrm>
          </p:grpSpPr>
          <p:sp>
            <p:nvSpPr>
              <p:cNvPr id="5291" name="Google Shape;5291;p4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2" name="Google Shape;5292;p4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3" name="Google Shape;5293;p49"/>
            <p:cNvGrpSpPr/>
            <p:nvPr/>
          </p:nvGrpSpPr>
          <p:grpSpPr>
            <a:xfrm>
              <a:off x="5532290" y="2881789"/>
              <a:ext cx="620516" cy="305456"/>
              <a:chOff x="5532290" y="2881789"/>
              <a:chExt cx="620516" cy="305456"/>
            </a:xfrm>
          </p:grpSpPr>
          <p:sp>
            <p:nvSpPr>
              <p:cNvPr id="5294" name="Google Shape;5294;p4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5" name="Google Shape;5295;p4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296" name="Google Shape;5296;p49"/>
          <p:cNvGrpSpPr/>
          <p:nvPr/>
        </p:nvGrpSpPr>
        <p:grpSpPr>
          <a:xfrm>
            <a:off x="8163140" y="3526708"/>
            <a:ext cx="269068" cy="645491"/>
            <a:chOff x="7026852" y="3311869"/>
            <a:chExt cx="434331" cy="1041954"/>
          </a:xfrm>
        </p:grpSpPr>
        <p:sp>
          <p:nvSpPr>
            <p:cNvPr id="5297" name="Google Shape;5297;p4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49"/>
          <p:cNvGrpSpPr/>
          <p:nvPr/>
        </p:nvGrpSpPr>
        <p:grpSpPr>
          <a:xfrm>
            <a:off x="6179721" y="3565945"/>
            <a:ext cx="293882" cy="293836"/>
            <a:chOff x="4873519" y="3311869"/>
            <a:chExt cx="499374" cy="499296"/>
          </a:xfrm>
        </p:grpSpPr>
        <p:sp>
          <p:nvSpPr>
            <p:cNvPr id="5301" name="Google Shape;5301;p4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49"/>
          <p:cNvGrpSpPr/>
          <p:nvPr/>
        </p:nvGrpSpPr>
        <p:grpSpPr>
          <a:xfrm>
            <a:off x="6179721" y="3878317"/>
            <a:ext cx="293882" cy="293882"/>
            <a:chOff x="4873519" y="3875839"/>
            <a:chExt cx="499374" cy="499374"/>
          </a:xfrm>
        </p:grpSpPr>
        <p:sp>
          <p:nvSpPr>
            <p:cNvPr id="5304" name="Google Shape;5304;p4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49"/>
          <p:cNvGrpSpPr/>
          <p:nvPr/>
        </p:nvGrpSpPr>
        <p:grpSpPr>
          <a:xfrm>
            <a:off x="2410248" y="1850269"/>
            <a:ext cx="698104" cy="698208"/>
            <a:chOff x="2565073" y="2075876"/>
            <a:chExt cx="672482" cy="672518"/>
          </a:xfrm>
        </p:grpSpPr>
        <p:sp>
          <p:nvSpPr>
            <p:cNvPr id="5307" name="Google Shape;5307;p4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49"/>
          <p:cNvGrpSpPr/>
          <p:nvPr/>
        </p:nvGrpSpPr>
        <p:grpSpPr>
          <a:xfrm>
            <a:off x="5633660" y="3534870"/>
            <a:ext cx="438354" cy="637329"/>
            <a:chOff x="1697726" y="3244179"/>
            <a:chExt cx="788124" cy="1146069"/>
          </a:xfrm>
        </p:grpSpPr>
        <p:sp>
          <p:nvSpPr>
            <p:cNvPr id="5314" name="Google Shape;5314;p4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6" name="Google Shape;5316;p4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7" name="Google Shape;5317;p49"/>
          <p:cNvGrpSpPr/>
          <p:nvPr/>
        </p:nvGrpSpPr>
        <p:grpSpPr>
          <a:xfrm>
            <a:off x="7634874" y="1863232"/>
            <a:ext cx="799565" cy="670282"/>
            <a:chOff x="7617850" y="2063282"/>
            <a:chExt cx="799565" cy="670282"/>
          </a:xfrm>
        </p:grpSpPr>
        <p:cxnSp>
          <p:nvCxnSpPr>
            <p:cNvPr id="5318" name="Google Shape;5318;p4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19" name="Google Shape;5319;p4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0" name="Google Shape;5320;p4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1" name="Google Shape;5321;p4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2" name="Google Shape;5322;p4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23" name="Google Shape;5323;p4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24" name="Google Shape;5324;p49"/>
            <p:cNvGrpSpPr/>
            <p:nvPr/>
          </p:nvGrpSpPr>
          <p:grpSpPr>
            <a:xfrm>
              <a:off x="7734309" y="2063282"/>
              <a:ext cx="570957" cy="620095"/>
              <a:chOff x="7734309" y="2063282"/>
              <a:chExt cx="570957" cy="620095"/>
            </a:xfrm>
          </p:grpSpPr>
          <p:grpSp>
            <p:nvGrpSpPr>
              <p:cNvPr id="5325" name="Google Shape;5325;p49"/>
              <p:cNvGrpSpPr/>
              <p:nvPr/>
            </p:nvGrpSpPr>
            <p:grpSpPr>
              <a:xfrm>
                <a:off x="8031573" y="2063282"/>
                <a:ext cx="273693" cy="620095"/>
                <a:chOff x="8031573" y="2063282"/>
                <a:chExt cx="273693" cy="620095"/>
              </a:xfrm>
            </p:grpSpPr>
            <p:sp>
              <p:nvSpPr>
                <p:cNvPr id="5326" name="Google Shape;5326;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49"/>
              <p:cNvGrpSpPr/>
              <p:nvPr/>
            </p:nvGrpSpPr>
            <p:grpSpPr>
              <a:xfrm flipH="1">
                <a:off x="7734309" y="2063282"/>
                <a:ext cx="273693" cy="620095"/>
                <a:chOff x="8031573" y="2063282"/>
                <a:chExt cx="273693" cy="620095"/>
              </a:xfrm>
            </p:grpSpPr>
            <p:sp>
              <p:nvSpPr>
                <p:cNvPr id="5331" name="Google Shape;5331;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35" name="Google Shape;5335;p4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7" name="Google Shape;5337;p49"/>
          <p:cNvGrpSpPr/>
          <p:nvPr/>
        </p:nvGrpSpPr>
        <p:grpSpPr>
          <a:xfrm>
            <a:off x="7821480" y="2716716"/>
            <a:ext cx="602567" cy="601884"/>
            <a:chOff x="1186975" y="238125"/>
            <a:chExt cx="5244275" cy="5238325"/>
          </a:xfrm>
        </p:grpSpPr>
        <p:sp>
          <p:nvSpPr>
            <p:cNvPr id="5338" name="Google Shape;5338;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49"/>
          <p:cNvGrpSpPr/>
          <p:nvPr/>
        </p:nvGrpSpPr>
        <p:grpSpPr>
          <a:xfrm>
            <a:off x="3264218" y="1856199"/>
            <a:ext cx="651848" cy="687338"/>
            <a:chOff x="3400515" y="2056248"/>
            <a:chExt cx="698134" cy="735987"/>
          </a:xfrm>
        </p:grpSpPr>
        <p:grpSp>
          <p:nvGrpSpPr>
            <p:cNvPr id="5343" name="Google Shape;5343;p49"/>
            <p:cNvGrpSpPr/>
            <p:nvPr/>
          </p:nvGrpSpPr>
          <p:grpSpPr>
            <a:xfrm>
              <a:off x="3400515" y="2283913"/>
              <a:ext cx="312919" cy="219900"/>
              <a:chOff x="3400515" y="2283913"/>
              <a:chExt cx="312919" cy="219900"/>
            </a:xfrm>
          </p:grpSpPr>
          <p:sp>
            <p:nvSpPr>
              <p:cNvPr id="5344" name="Google Shape;5344;p4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5" name="Google Shape;5345;p4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46" name="Google Shape;5346;p49"/>
            <p:cNvGrpSpPr/>
            <p:nvPr/>
          </p:nvGrpSpPr>
          <p:grpSpPr>
            <a:xfrm>
              <a:off x="3547823" y="2461089"/>
              <a:ext cx="219900" cy="331146"/>
              <a:chOff x="3547823" y="2461089"/>
              <a:chExt cx="219900" cy="331146"/>
            </a:xfrm>
          </p:grpSpPr>
          <p:sp>
            <p:nvSpPr>
              <p:cNvPr id="5347" name="Google Shape;5347;p4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8" name="Google Shape;5348;p4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49" name="Google Shape;5349;p49"/>
            <p:cNvGrpSpPr/>
            <p:nvPr/>
          </p:nvGrpSpPr>
          <p:grpSpPr>
            <a:xfrm>
              <a:off x="3734138" y="2461089"/>
              <a:ext cx="219900" cy="331146"/>
              <a:chOff x="3734138" y="2461089"/>
              <a:chExt cx="219900" cy="331146"/>
            </a:xfrm>
          </p:grpSpPr>
          <p:sp>
            <p:nvSpPr>
              <p:cNvPr id="5350" name="Google Shape;5350;p4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1" name="Google Shape;5351;p4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52" name="Google Shape;5352;p49"/>
            <p:cNvGrpSpPr/>
            <p:nvPr/>
          </p:nvGrpSpPr>
          <p:grpSpPr>
            <a:xfrm>
              <a:off x="3787560" y="2281742"/>
              <a:ext cx="311089" cy="219900"/>
              <a:chOff x="3787560" y="2281742"/>
              <a:chExt cx="311089" cy="219900"/>
            </a:xfrm>
          </p:grpSpPr>
          <p:sp>
            <p:nvSpPr>
              <p:cNvPr id="5353" name="Google Shape;5353;p4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4" name="Google Shape;5354;p4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55" name="Google Shape;5355;p49"/>
            <p:cNvGrpSpPr/>
            <p:nvPr/>
          </p:nvGrpSpPr>
          <p:grpSpPr>
            <a:xfrm>
              <a:off x="3637290" y="2056248"/>
              <a:ext cx="219900" cy="330736"/>
              <a:chOff x="3637290" y="2056248"/>
              <a:chExt cx="219900" cy="330736"/>
            </a:xfrm>
          </p:grpSpPr>
          <p:sp>
            <p:nvSpPr>
              <p:cNvPr id="5356" name="Google Shape;5356;p4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57" name="Google Shape;5357;p4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58" name="Google Shape;5358;p49"/>
          <p:cNvGrpSpPr/>
          <p:nvPr/>
        </p:nvGrpSpPr>
        <p:grpSpPr>
          <a:xfrm>
            <a:off x="2555923" y="2726206"/>
            <a:ext cx="1268144" cy="592394"/>
            <a:chOff x="238125" y="1188750"/>
            <a:chExt cx="7140450" cy="3335550"/>
          </a:xfrm>
        </p:grpSpPr>
        <p:sp>
          <p:nvSpPr>
            <p:cNvPr id="5359" name="Google Shape;5359;p4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49"/>
          <p:cNvGrpSpPr/>
          <p:nvPr/>
        </p:nvGrpSpPr>
        <p:grpSpPr>
          <a:xfrm>
            <a:off x="6663824" y="2728360"/>
            <a:ext cx="1053944" cy="590147"/>
            <a:chOff x="238125" y="1335475"/>
            <a:chExt cx="5418735" cy="3034175"/>
          </a:xfrm>
        </p:grpSpPr>
        <p:sp>
          <p:nvSpPr>
            <p:cNvPr id="5365" name="Google Shape;5365;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49"/>
          <p:cNvGrpSpPr/>
          <p:nvPr/>
        </p:nvGrpSpPr>
        <p:grpSpPr>
          <a:xfrm>
            <a:off x="4094633" y="3533260"/>
            <a:ext cx="1268207" cy="638939"/>
            <a:chOff x="3967651" y="3645904"/>
            <a:chExt cx="1479304" cy="745292"/>
          </a:xfrm>
        </p:grpSpPr>
        <p:grpSp>
          <p:nvGrpSpPr>
            <p:cNvPr id="5369" name="Google Shape;5369;p49"/>
            <p:cNvGrpSpPr/>
            <p:nvPr/>
          </p:nvGrpSpPr>
          <p:grpSpPr>
            <a:xfrm>
              <a:off x="3967651" y="4009026"/>
              <a:ext cx="1479304" cy="382170"/>
              <a:chOff x="3967651" y="4009026"/>
              <a:chExt cx="1479304" cy="382170"/>
            </a:xfrm>
          </p:grpSpPr>
          <p:grpSp>
            <p:nvGrpSpPr>
              <p:cNvPr id="5370" name="Google Shape;5370;p49"/>
              <p:cNvGrpSpPr/>
              <p:nvPr/>
            </p:nvGrpSpPr>
            <p:grpSpPr>
              <a:xfrm>
                <a:off x="4892216" y="4195630"/>
                <a:ext cx="554739" cy="195566"/>
                <a:chOff x="3604375" y="4892160"/>
                <a:chExt cx="1651500" cy="582215"/>
              </a:xfrm>
            </p:grpSpPr>
            <p:sp>
              <p:nvSpPr>
                <p:cNvPr id="5371" name="Google Shape;5371;p4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49"/>
              <p:cNvGrpSpPr/>
              <p:nvPr/>
            </p:nvGrpSpPr>
            <p:grpSpPr>
              <a:xfrm>
                <a:off x="3967651" y="4146303"/>
                <a:ext cx="579402" cy="244893"/>
                <a:chOff x="851875" y="4745310"/>
                <a:chExt cx="1724925" cy="729065"/>
              </a:xfrm>
            </p:grpSpPr>
            <p:sp>
              <p:nvSpPr>
                <p:cNvPr id="5374" name="Google Shape;5374;p4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49"/>
              <p:cNvGrpSpPr/>
              <p:nvPr/>
            </p:nvGrpSpPr>
            <p:grpSpPr>
              <a:xfrm>
                <a:off x="4460753" y="4009026"/>
                <a:ext cx="493110" cy="382170"/>
                <a:chOff x="2319875" y="4336625"/>
                <a:chExt cx="1468025" cy="1137750"/>
              </a:xfrm>
            </p:grpSpPr>
            <p:sp>
              <p:nvSpPr>
                <p:cNvPr id="5377" name="Google Shape;5377;p4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9" name="Google Shape;5379;p49"/>
            <p:cNvGrpSpPr/>
            <p:nvPr/>
          </p:nvGrpSpPr>
          <p:grpSpPr>
            <a:xfrm>
              <a:off x="4479443" y="3645904"/>
              <a:ext cx="455965" cy="388789"/>
              <a:chOff x="2957425" y="238100"/>
              <a:chExt cx="1910200" cy="1628775"/>
            </a:xfrm>
          </p:grpSpPr>
          <p:sp>
            <p:nvSpPr>
              <p:cNvPr id="5380" name="Google Shape;5380;p4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0" name="Google Shape;5390;p49"/>
          <p:cNvGrpSpPr/>
          <p:nvPr/>
        </p:nvGrpSpPr>
        <p:grpSpPr>
          <a:xfrm>
            <a:off x="2480746" y="3534460"/>
            <a:ext cx="1243128" cy="637739"/>
            <a:chOff x="2496310" y="3693351"/>
            <a:chExt cx="1342906" cy="688926"/>
          </a:xfrm>
        </p:grpSpPr>
        <p:grpSp>
          <p:nvGrpSpPr>
            <p:cNvPr id="5391" name="Google Shape;5391;p49"/>
            <p:cNvGrpSpPr/>
            <p:nvPr/>
          </p:nvGrpSpPr>
          <p:grpSpPr>
            <a:xfrm>
              <a:off x="2496310" y="3693351"/>
              <a:ext cx="1342906" cy="688875"/>
              <a:chOff x="2496310" y="3693351"/>
              <a:chExt cx="1342906" cy="688875"/>
            </a:xfrm>
          </p:grpSpPr>
          <p:sp>
            <p:nvSpPr>
              <p:cNvPr id="5392" name="Google Shape;5392;p4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8" name="Google Shape;5398;p49"/>
              <p:cNvCxnSpPr>
                <a:stCxn id="539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399" name="Google Shape;5399;p49"/>
              <p:cNvCxnSpPr>
                <a:stCxn id="539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00" name="Google Shape;5400;p49"/>
              <p:cNvCxnSpPr>
                <a:stCxn id="539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1" name="Google Shape;5401;p49"/>
              <p:cNvCxnSpPr>
                <a:stCxn id="539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2" name="Google Shape;5402;p49"/>
              <p:cNvCxnSpPr>
                <a:stCxn id="539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03" name="Google Shape;5403;p49"/>
            <p:cNvGrpSpPr/>
            <p:nvPr/>
          </p:nvGrpSpPr>
          <p:grpSpPr>
            <a:xfrm>
              <a:off x="2675275" y="3930557"/>
              <a:ext cx="1003306" cy="451719"/>
              <a:chOff x="2675275" y="4174282"/>
              <a:chExt cx="1003306" cy="451719"/>
            </a:xfrm>
          </p:grpSpPr>
          <p:sp>
            <p:nvSpPr>
              <p:cNvPr id="5404" name="Google Shape;5404;p4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7" name="Google Shape;5407;p49"/>
          <p:cNvGrpSpPr/>
          <p:nvPr/>
        </p:nvGrpSpPr>
        <p:grpSpPr>
          <a:xfrm>
            <a:off x="1654417" y="971307"/>
            <a:ext cx="574511" cy="874709"/>
            <a:chOff x="1715404" y="1112080"/>
            <a:chExt cx="642270" cy="977984"/>
          </a:xfrm>
        </p:grpSpPr>
        <p:grpSp>
          <p:nvGrpSpPr>
            <p:cNvPr id="5408" name="Google Shape;5408;p49"/>
            <p:cNvGrpSpPr/>
            <p:nvPr/>
          </p:nvGrpSpPr>
          <p:grpSpPr>
            <a:xfrm>
              <a:off x="1715404" y="1112080"/>
              <a:ext cx="642270" cy="977984"/>
              <a:chOff x="1715404" y="1112080"/>
              <a:chExt cx="642270" cy="977984"/>
            </a:xfrm>
          </p:grpSpPr>
          <p:sp>
            <p:nvSpPr>
              <p:cNvPr id="5409" name="Google Shape;5409;p4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49"/>
            <p:cNvGrpSpPr/>
            <p:nvPr/>
          </p:nvGrpSpPr>
          <p:grpSpPr>
            <a:xfrm>
              <a:off x="1768927" y="1165603"/>
              <a:ext cx="535225" cy="851367"/>
              <a:chOff x="1768927" y="1165603"/>
              <a:chExt cx="535225" cy="851367"/>
            </a:xfrm>
          </p:grpSpPr>
          <p:sp>
            <p:nvSpPr>
              <p:cNvPr id="5412" name="Google Shape;5412;p4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49"/>
            <p:cNvGrpSpPr/>
            <p:nvPr/>
          </p:nvGrpSpPr>
          <p:grpSpPr>
            <a:xfrm>
              <a:off x="1822449" y="1219125"/>
              <a:ext cx="428180" cy="718859"/>
              <a:chOff x="1822449" y="1219125"/>
              <a:chExt cx="428180" cy="718859"/>
            </a:xfrm>
          </p:grpSpPr>
          <p:sp>
            <p:nvSpPr>
              <p:cNvPr id="5415" name="Google Shape;5415;p4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49"/>
            <p:cNvGrpSpPr/>
            <p:nvPr/>
          </p:nvGrpSpPr>
          <p:grpSpPr>
            <a:xfrm>
              <a:off x="1875972" y="1272648"/>
              <a:ext cx="321135" cy="586939"/>
              <a:chOff x="1875972" y="1272648"/>
              <a:chExt cx="321135" cy="586939"/>
            </a:xfrm>
          </p:grpSpPr>
          <p:sp>
            <p:nvSpPr>
              <p:cNvPr id="5418" name="Google Shape;5418;p4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0" name="Google Shape;5420;p49"/>
          <p:cNvGrpSpPr/>
          <p:nvPr/>
        </p:nvGrpSpPr>
        <p:grpSpPr>
          <a:xfrm>
            <a:off x="7761578" y="3528028"/>
            <a:ext cx="293855" cy="644170"/>
            <a:chOff x="241025" y="3151575"/>
            <a:chExt cx="293855" cy="644170"/>
          </a:xfrm>
        </p:grpSpPr>
        <p:sp>
          <p:nvSpPr>
            <p:cNvPr id="5421" name="Google Shape;5421;p4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49"/>
          <p:cNvGrpSpPr/>
          <p:nvPr/>
        </p:nvGrpSpPr>
        <p:grpSpPr>
          <a:xfrm>
            <a:off x="709562" y="2728028"/>
            <a:ext cx="1779649" cy="591620"/>
            <a:chOff x="246070" y="1983375"/>
            <a:chExt cx="1855347" cy="616849"/>
          </a:xfrm>
        </p:grpSpPr>
        <p:sp>
          <p:nvSpPr>
            <p:cNvPr id="5424" name="Google Shape;5424;p4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49"/>
          <p:cNvGrpSpPr/>
          <p:nvPr/>
        </p:nvGrpSpPr>
        <p:grpSpPr>
          <a:xfrm>
            <a:off x="2320428" y="971307"/>
            <a:ext cx="711055" cy="745993"/>
            <a:chOff x="2496269" y="1171698"/>
            <a:chExt cx="761953" cy="799392"/>
          </a:xfrm>
        </p:grpSpPr>
        <p:grpSp>
          <p:nvGrpSpPr>
            <p:cNvPr id="5434" name="Google Shape;5434;p49"/>
            <p:cNvGrpSpPr/>
            <p:nvPr/>
          </p:nvGrpSpPr>
          <p:grpSpPr>
            <a:xfrm>
              <a:off x="2496269" y="1171698"/>
              <a:ext cx="761953" cy="723022"/>
              <a:chOff x="2496269" y="1171698"/>
              <a:chExt cx="761953" cy="723022"/>
            </a:xfrm>
          </p:grpSpPr>
          <p:sp>
            <p:nvSpPr>
              <p:cNvPr id="5435" name="Google Shape;5435;p4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7" name="Google Shape;5437;p49"/>
              <p:cNvGrpSpPr/>
              <p:nvPr/>
            </p:nvGrpSpPr>
            <p:grpSpPr>
              <a:xfrm>
                <a:off x="2496269" y="1171698"/>
                <a:ext cx="761953" cy="723022"/>
                <a:chOff x="2496269" y="1120652"/>
                <a:chExt cx="761953" cy="723022"/>
              </a:xfrm>
            </p:grpSpPr>
            <p:grpSp>
              <p:nvGrpSpPr>
                <p:cNvPr id="5438" name="Google Shape;5438;p49"/>
                <p:cNvGrpSpPr/>
                <p:nvPr/>
              </p:nvGrpSpPr>
              <p:grpSpPr>
                <a:xfrm>
                  <a:off x="2496269" y="1120652"/>
                  <a:ext cx="761953" cy="723022"/>
                  <a:chOff x="2496269" y="1120652"/>
                  <a:chExt cx="761953" cy="723022"/>
                </a:xfrm>
              </p:grpSpPr>
              <p:grpSp>
                <p:nvGrpSpPr>
                  <p:cNvPr id="5439" name="Google Shape;5439;p49"/>
                  <p:cNvGrpSpPr/>
                  <p:nvPr/>
                </p:nvGrpSpPr>
                <p:grpSpPr>
                  <a:xfrm>
                    <a:off x="2496269" y="1304589"/>
                    <a:ext cx="407089" cy="305057"/>
                    <a:chOff x="2496269" y="1304589"/>
                    <a:chExt cx="407089" cy="305057"/>
                  </a:xfrm>
                </p:grpSpPr>
                <p:sp>
                  <p:nvSpPr>
                    <p:cNvPr id="5440" name="Google Shape;5440;p4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49"/>
                  <p:cNvGrpSpPr/>
                  <p:nvPr/>
                </p:nvGrpSpPr>
                <p:grpSpPr>
                  <a:xfrm>
                    <a:off x="2586468" y="1493376"/>
                    <a:ext cx="358850" cy="349656"/>
                    <a:chOff x="2586468" y="1493376"/>
                    <a:chExt cx="358850" cy="349656"/>
                  </a:xfrm>
                </p:grpSpPr>
                <p:sp>
                  <p:nvSpPr>
                    <p:cNvPr id="5443" name="Google Shape;5443;p4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49"/>
                  <p:cNvGrpSpPr/>
                  <p:nvPr/>
                </p:nvGrpSpPr>
                <p:grpSpPr>
                  <a:xfrm>
                    <a:off x="2807939" y="1494024"/>
                    <a:ext cx="358857" cy="349650"/>
                    <a:chOff x="2807939" y="1494024"/>
                    <a:chExt cx="358857" cy="349650"/>
                  </a:xfrm>
                </p:grpSpPr>
                <p:sp>
                  <p:nvSpPr>
                    <p:cNvPr id="5446" name="Google Shape;5446;p4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49"/>
                  <p:cNvGrpSpPr/>
                  <p:nvPr/>
                </p:nvGrpSpPr>
                <p:grpSpPr>
                  <a:xfrm>
                    <a:off x="2851133" y="1305635"/>
                    <a:ext cx="407089" cy="305057"/>
                    <a:chOff x="2851133" y="1305635"/>
                    <a:chExt cx="407089" cy="305057"/>
                  </a:xfrm>
                </p:grpSpPr>
                <p:sp>
                  <p:nvSpPr>
                    <p:cNvPr id="5449" name="Google Shape;5449;p4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49"/>
                  <p:cNvGrpSpPr/>
                  <p:nvPr/>
                </p:nvGrpSpPr>
                <p:grpSpPr>
                  <a:xfrm>
                    <a:off x="2727495" y="1120652"/>
                    <a:ext cx="300271" cy="396358"/>
                    <a:chOff x="2727495" y="1120652"/>
                    <a:chExt cx="300271" cy="396358"/>
                  </a:xfrm>
                </p:grpSpPr>
                <p:sp>
                  <p:nvSpPr>
                    <p:cNvPr id="5452" name="Google Shape;5452;p4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4" name="Google Shape;5454;p49"/>
                <p:cNvGrpSpPr/>
                <p:nvPr/>
              </p:nvGrpSpPr>
              <p:grpSpPr>
                <a:xfrm>
                  <a:off x="2722305" y="1350460"/>
                  <a:ext cx="308357" cy="308344"/>
                  <a:chOff x="2722305" y="1350460"/>
                  <a:chExt cx="308357" cy="308344"/>
                </a:xfrm>
              </p:grpSpPr>
              <p:sp>
                <p:nvSpPr>
                  <p:cNvPr id="5455" name="Google Shape;5455;p4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49"/>
                  <p:cNvGrpSpPr/>
                  <p:nvPr/>
                </p:nvGrpSpPr>
                <p:grpSpPr>
                  <a:xfrm>
                    <a:off x="2725064" y="1364529"/>
                    <a:ext cx="297954" cy="280182"/>
                    <a:chOff x="2725064" y="1364529"/>
                    <a:chExt cx="297954" cy="280182"/>
                  </a:xfrm>
                </p:grpSpPr>
                <p:sp>
                  <p:nvSpPr>
                    <p:cNvPr id="5457" name="Google Shape;5457;p4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62" name="Google Shape;5462;p4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49"/>
          <p:cNvGrpSpPr/>
          <p:nvPr/>
        </p:nvGrpSpPr>
        <p:grpSpPr>
          <a:xfrm>
            <a:off x="3909129" y="2727412"/>
            <a:ext cx="1569144" cy="591015"/>
            <a:chOff x="3820100" y="3023049"/>
            <a:chExt cx="1303926" cy="491162"/>
          </a:xfrm>
        </p:grpSpPr>
        <p:grpSp>
          <p:nvGrpSpPr>
            <p:cNvPr id="5468" name="Google Shape;5468;p49"/>
            <p:cNvGrpSpPr/>
            <p:nvPr/>
          </p:nvGrpSpPr>
          <p:grpSpPr>
            <a:xfrm>
              <a:off x="3820100" y="3023072"/>
              <a:ext cx="1303926" cy="491139"/>
              <a:chOff x="3820100" y="3023072"/>
              <a:chExt cx="1303926" cy="491139"/>
            </a:xfrm>
          </p:grpSpPr>
          <p:sp>
            <p:nvSpPr>
              <p:cNvPr id="5469" name="Google Shape;5469;p4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49"/>
            <p:cNvGrpSpPr/>
            <p:nvPr/>
          </p:nvGrpSpPr>
          <p:grpSpPr>
            <a:xfrm>
              <a:off x="4132439" y="3023645"/>
              <a:ext cx="393633" cy="177096"/>
              <a:chOff x="4132439" y="3023645"/>
              <a:chExt cx="393633" cy="177096"/>
            </a:xfrm>
          </p:grpSpPr>
          <p:sp>
            <p:nvSpPr>
              <p:cNvPr id="5472" name="Google Shape;5472;p4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49"/>
            <p:cNvGrpSpPr/>
            <p:nvPr/>
          </p:nvGrpSpPr>
          <p:grpSpPr>
            <a:xfrm>
              <a:off x="3921811" y="3023049"/>
              <a:ext cx="1002397" cy="388943"/>
              <a:chOff x="3921811" y="3023049"/>
              <a:chExt cx="1002397" cy="388943"/>
            </a:xfrm>
          </p:grpSpPr>
          <p:sp>
            <p:nvSpPr>
              <p:cNvPr id="5475" name="Google Shape;5475;p4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49"/>
            <p:cNvGrpSpPr/>
            <p:nvPr/>
          </p:nvGrpSpPr>
          <p:grpSpPr>
            <a:xfrm>
              <a:off x="4023645" y="3023049"/>
              <a:ext cx="683032" cy="286722"/>
              <a:chOff x="4023645" y="3023049"/>
              <a:chExt cx="683032" cy="286722"/>
            </a:xfrm>
          </p:grpSpPr>
          <p:sp>
            <p:nvSpPr>
              <p:cNvPr id="5478" name="Google Shape;5478;p4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0" name="Google Shape;5480;p49"/>
          <p:cNvGrpSpPr/>
          <p:nvPr/>
        </p:nvGrpSpPr>
        <p:grpSpPr>
          <a:xfrm>
            <a:off x="1541251" y="1854258"/>
            <a:ext cx="713522" cy="688025"/>
            <a:chOff x="1706078" y="2092648"/>
            <a:chExt cx="660913" cy="637296"/>
          </a:xfrm>
        </p:grpSpPr>
        <p:sp>
          <p:nvSpPr>
            <p:cNvPr id="5481" name="Google Shape;5481;p4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49"/>
            <p:cNvGrpSpPr/>
            <p:nvPr/>
          </p:nvGrpSpPr>
          <p:grpSpPr>
            <a:xfrm>
              <a:off x="1706078" y="2092648"/>
              <a:ext cx="660913" cy="575241"/>
              <a:chOff x="1706078" y="2092648"/>
              <a:chExt cx="660913" cy="575241"/>
            </a:xfrm>
          </p:grpSpPr>
          <p:sp>
            <p:nvSpPr>
              <p:cNvPr id="5483" name="Google Shape;5483;p4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6" name="Google Shape;5486;p49"/>
          <p:cNvGrpSpPr/>
          <p:nvPr/>
        </p:nvGrpSpPr>
        <p:grpSpPr>
          <a:xfrm>
            <a:off x="6303109" y="971806"/>
            <a:ext cx="1317459" cy="684168"/>
            <a:chOff x="238125" y="999450"/>
            <a:chExt cx="7140700" cy="3708225"/>
          </a:xfrm>
        </p:grpSpPr>
        <p:sp>
          <p:nvSpPr>
            <p:cNvPr id="5487" name="Google Shape;5487;p4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9" name="Shape 5499"/>
        <p:cNvGrpSpPr/>
        <p:nvPr/>
      </p:nvGrpSpPr>
      <p:grpSpPr>
        <a:xfrm>
          <a:off x="0" y="0"/>
          <a:ext cx="0" cy="0"/>
          <a:chOff x="0" y="0"/>
          <a:chExt cx="0" cy="0"/>
        </a:xfrm>
      </p:grpSpPr>
      <p:grpSp>
        <p:nvGrpSpPr>
          <p:cNvPr id="5500" name="Google Shape;5500;p50"/>
          <p:cNvGrpSpPr/>
          <p:nvPr/>
        </p:nvGrpSpPr>
        <p:grpSpPr>
          <a:xfrm>
            <a:off x="717027" y="967622"/>
            <a:ext cx="1636117" cy="1526144"/>
            <a:chOff x="729238" y="1179665"/>
            <a:chExt cx="1636117" cy="1526144"/>
          </a:xfrm>
        </p:grpSpPr>
        <p:grpSp>
          <p:nvGrpSpPr>
            <p:cNvPr id="5501" name="Google Shape;5501;p50"/>
            <p:cNvGrpSpPr/>
            <p:nvPr/>
          </p:nvGrpSpPr>
          <p:grpSpPr>
            <a:xfrm>
              <a:off x="729238" y="1179665"/>
              <a:ext cx="80700" cy="1526144"/>
              <a:chOff x="729238" y="1179665"/>
              <a:chExt cx="80700" cy="1526144"/>
            </a:xfrm>
          </p:grpSpPr>
          <p:sp>
            <p:nvSpPr>
              <p:cNvPr id="5502" name="Google Shape;5502;p5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50"/>
            <p:cNvGrpSpPr/>
            <p:nvPr/>
          </p:nvGrpSpPr>
          <p:grpSpPr>
            <a:xfrm>
              <a:off x="903098" y="1179665"/>
              <a:ext cx="80700" cy="1526144"/>
              <a:chOff x="903098" y="1179665"/>
              <a:chExt cx="80700" cy="1526144"/>
            </a:xfrm>
          </p:grpSpPr>
          <p:sp>
            <p:nvSpPr>
              <p:cNvPr id="5513" name="Google Shape;5513;p5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50"/>
            <p:cNvGrpSpPr/>
            <p:nvPr/>
          </p:nvGrpSpPr>
          <p:grpSpPr>
            <a:xfrm>
              <a:off x="1076958" y="1179665"/>
              <a:ext cx="80700" cy="1526144"/>
              <a:chOff x="1076958" y="1179665"/>
              <a:chExt cx="80700" cy="1526144"/>
            </a:xfrm>
          </p:grpSpPr>
          <p:sp>
            <p:nvSpPr>
              <p:cNvPr id="5524" name="Google Shape;5524;p5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50"/>
            <p:cNvGrpSpPr/>
            <p:nvPr/>
          </p:nvGrpSpPr>
          <p:grpSpPr>
            <a:xfrm>
              <a:off x="1247707" y="1179665"/>
              <a:ext cx="80700" cy="1526144"/>
              <a:chOff x="1247707" y="1179665"/>
              <a:chExt cx="80700" cy="1526144"/>
            </a:xfrm>
          </p:grpSpPr>
          <p:sp>
            <p:nvSpPr>
              <p:cNvPr id="5535" name="Google Shape;5535;p5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0"/>
            <p:cNvGrpSpPr/>
            <p:nvPr/>
          </p:nvGrpSpPr>
          <p:grpSpPr>
            <a:xfrm>
              <a:off x="1421567" y="1179665"/>
              <a:ext cx="80700" cy="1526144"/>
              <a:chOff x="1421567" y="1179665"/>
              <a:chExt cx="80700" cy="1526144"/>
            </a:xfrm>
          </p:grpSpPr>
          <p:sp>
            <p:nvSpPr>
              <p:cNvPr id="5546" name="Google Shape;5546;p5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0"/>
            <p:cNvGrpSpPr/>
            <p:nvPr/>
          </p:nvGrpSpPr>
          <p:grpSpPr>
            <a:xfrm>
              <a:off x="1592327" y="1179665"/>
              <a:ext cx="80700" cy="1526144"/>
              <a:chOff x="1592327" y="1179665"/>
              <a:chExt cx="80700" cy="1526144"/>
            </a:xfrm>
          </p:grpSpPr>
          <p:sp>
            <p:nvSpPr>
              <p:cNvPr id="5557" name="Google Shape;5557;p5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50"/>
            <p:cNvGrpSpPr/>
            <p:nvPr/>
          </p:nvGrpSpPr>
          <p:grpSpPr>
            <a:xfrm>
              <a:off x="1766187" y="1179665"/>
              <a:ext cx="80700" cy="1526144"/>
              <a:chOff x="1766187" y="1179665"/>
              <a:chExt cx="80700" cy="1526144"/>
            </a:xfrm>
          </p:grpSpPr>
          <p:sp>
            <p:nvSpPr>
              <p:cNvPr id="5568" name="Google Shape;5568;p5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0"/>
            <p:cNvGrpSpPr/>
            <p:nvPr/>
          </p:nvGrpSpPr>
          <p:grpSpPr>
            <a:xfrm>
              <a:off x="1936935" y="1179665"/>
              <a:ext cx="80700" cy="1526144"/>
              <a:chOff x="1936935" y="1179665"/>
              <a:chExt cx="80700" cy="1526144"/>
            </a:xfrm>
          </p:grpSpPr>
          <p:sp>
            <p:nvSpPr>
              <p:cNvPr id="5579" name="Google Shape;5579;p5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50"/>
            <p:cNvGrpSpPr/>
            <p:nvPr/>
          </p:nvGrpSpPr>
          <p:grpSpPr>
            <a:xfrm>
              <a:off x="2110795" y="1179665"/>
              <a:ext cx="80700" cy="1526144"/>
              <a:chOff x="2110795" y="1179665"/>
              <a:chExt cx="80700" cy="1526144"/>
            </a:xfrm>
          </p:grpSpPr>
          <p:sp>
            <p:nvSpPr>
              <p:cNvPr id="5590" name="Google Shape;5590;p5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50"/>
            <p:cNvGrpSpPr/>
            <p:nvPr/>
          </p:nvGrpSpPr>
          <p:grpSpPr>
            <a:xfrm>
              <a:off x="2284655" y="1179665"/>
              <a:ext cx="80700" cy="1526144"/>
              <a:chOff x="2284655" y="1179665"/>
              <a:chExt cx="80700" cy="1526144"/>
            </a:xfrm>
          </p:grpSpPr>
          <p:sp>
            <p:nvSpPr>
              <p:cNvPr id="5601" name="Google Shape;5601;p5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1" name="Google Shape;5611;p50"/>
          <p:cNvGrpSpPr/>
          <p:nvPr/>
        </p:nvGrpSpPr>
        <p:grpSpPr>
          <a:xfrm>
            <a:off x="2611693" y="986760"/>
            <a:ext cx="1364248" cy="1102133"/>
            <a:chOff x="2623904" y="1198803"/>
            <a:chExt cx="1364248" cy="1102133"/>
          </a:xfrm>
        </p:grpSpPr>
        <p:grpSp>
          <p:nvGrpSpPr>
            <p:cNvPr id="5612" name="Google Shape;5612;p50"/>
            <p:cNvGrpSpPr/>
            <p:nvPr/>
          </p:nvGrpSpPr>
          <p:grpSpPr>
            <a:xfrm>
              <a:off x="2623907" y="1198803"/>
              <a:ext cx="1364245" cy="273000"/>
              <a:chOff x="2623907" y="1198803"/>
              <a:chExt cx="1364245" cy="273000"/>
            </a:xfrm>
          </p:grpSpPr>
          <p:sp>
            <p:nvSpPr>
              <p:cNvPr id="5613" name="Google Shape;5613;p5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50"/>
            <p:cNvGrpSpPr/>
            <p:nvPr/>
          </p:nvGrpSpPr>
          <p:grpSpPr>
            <a:xfrm>
              <a:off x="2623904" y="1476964"/>
              <a:ext cx="1364245" cy="273000"/>
              <a:chOff x="2623904" y="1476964"/>
              <a:chExt cx="1364245" cy="273000"/>
            </a:xfrm>
          </p:grpSpPr>
          <p:sp>
            <p:nvSpPr>
              <p:cNvPr id="5619" name="Google Shape;5619;p5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50"/>
            <p:cNvGrpSpPr/>
            <p:nvPr/>
          </p:nvGrpSpPr>
          <p:grpSpPr>
            <a:xfrm>
              <a:off x="2623907" y="1749775"/>
              <a:ext cx="1364245" cy="273000"/>
              <a:chOff x="2623907" y="1749775"/>
              <a:chExt cx="1364245" cy="273000"/>
            </a:xfrm>
          </p:grpSpPr>
          <p:sp>
            <p:nvSpPr>
              <p:cNvPr id="5625" name="Google Shape;5625;p5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0"/>
            <p:cNvGrpSpPr/>
            <p:nvPr/>
          </p:nvGrpSpPr>
          <p:grpSpPr>
            <a:xfrm>
              <a:off x="2623904" y="2027936"/>
              <a:ext cx="1364245" cy="273000"/>
              <a:chOff x="2623904" y="2027936"/>
              <a:chExt cx="1364245" cy="273000"/>
            </a:xfrm>
          </p:grpSpPr>
          <p:sp>
            <p:nvSpPr>
              <p:cNvPr id="5631" name="Google Shape;5631;p5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6" name="Google Shape;5636;p50"/>
          <p:cNvGrpSpPr/>
          <p:nvPr/>
        </p:nvGrpSpPr>
        <p:grpSpPr>
          <a:xfrm>
            <a:off x="2601154" y="2445833"/>
            <a:ext cx="1387541" cy="159124"/>
            <a:chOff x="3200660" y="2180272"/>
            <a:chExt cx="2563824" cy="378237"/>
          </a:xfrm>
        </p:grpSpPr>
        <p:sp>
          <p:nvSpPr>
            <p:cNvPr id="5637" name="Google Shape;5637;p5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50"/>
          <p:cNvGrpSpPr/>
          <p:nvPr/>
        </p:nvGrpSpPr>
        <p:grpSpPr>
          <a:xfrm>
            <a:off x="2597679" y="2723597"/>
            <a:ext cx="1390502" cy="159625"/>
            <a:chOff x="3530150" y="2790075"/>
            <a:chExt cx="1962600" cy="225300"/>
          </a:xfrm>
        </p:grpSpPr>
        <p:sp>
          <p:nvSpPr>
            <p:cNvPr id="5656" name="Google Shape;5656;p5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50"/>
          <p:cNvGrpSpPr/>
          <p:nvPr/>
        </p:nvGrpSpPr>
        <p:grpSpPr>
          <a:xfrm>
            <a:off x="2597736" y="3001862"/>
            <a:ext cx="1411629" cy="154175"/>
            <a:chOff x="3558802" y="4011244"/>
            <a:chExt cx="1866000" cy="111600"/>
          </a:xfrm>
        </p:grpSpPr>
        <p:sp>
          <p:nvSpPr>
            <p:cNvPr id="5659" name="Google Shape;5659;p5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50"/>
          <p:cNvGrpSpPr/>
          <p:nvPr/>
        </p:nvGrpSpPr>
        <p:grpSpPr>
          <a:xfrm>
            <a:off x="2598024" y="2207432"/>
            <a:ext cx="1383503" cy="119761"/>
            <a:chOff x="3465975" y="2270258"/>
            <a:chExt cx="1986364" cy="171947"/>
          </a:xfrm>
        </p:grpSpPr>
        <p:sp>
          <p:nvSpPr>
            <p:cNvPr id="5662" name="Google Shape;5662;p5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0"/>
          <p:cNvGrpSpPr/>
          <p:nvPr/>
        </p:nvGrpSpPr>
        <p:grpSpPr>
          <a:xfrm>
            <a:off x="2609031" y="3571205"/>
            <a:ext cx="1369531" cy="195460"/>
            <a:chOff x="723300" y="4253549"/>
            <a:chExt cx="2276482" cy="324900"/>
          </a:xfrm>
        </p:grpSpPr>
        <p:sp>
          <p:nvSpPr>
            <p:cNvPr id="5671" name="Google Shape;5671;p5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50"/>
          <p:cNvGrpSpPr/>
          <p:nvPr/>
        </p:nvGrpSpPr>
        <p:grpSpPr>
          <a:xfrm>
            <a:off x="2598592" y="3272446"/>
            <a:ext cx="1389066" cy="180119"/>
            <a:chOff x="705948" y="3788465"/>
            <a:chExt cx="2308953" cy="299400"/>
          </a:xfrm>
        </p:grpSpPr>
        <p:sp>
          <p:nvSpPr>
            <p:cNvPr id="5677" name="Google Shape;5677;p5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50"/>
          <p:cNvGrpSpPr/>
          <p:nvPr/>
        </p:nvGrpSpPr>
        <p:grpSpPr>
          <a:xfrm>
            <a:off x="4195583" y="1876400"/>
            <a:ext cx="1433821" cy="191501"/>
            <a:chOff x="4273350" y="2088443"/>
            <a:chExt cx="1433821" cy="191501"/>
          </a:xfrm>
        </p:grpSpPr>
        <p:grpSp>
          <p:nvGrpSpPr>
            <p:cNvPr id="5683" name="Google Shape;5683;p50"/>
            <p:cNvGrpSpPr/>
            <p:nvPr/>
          </p:nvGrpSpPr>
          <p:grpSpPr>
            <a:xfrm>
              <a:off x="4273350" y="2088443"/>
              <a:ext cx="1433821" cy="0"/>
              <a:chOff x="5224975" y="2962250"/>
              <a:chExt cx="1544400" cy="0"/>
            </a:xfrm>
          </p:grpSpPr>
          <p:cxnSp>
            <p:nvCxnSpPr>
              <p:cNvPr id="5684" name="Google Shape;5684;p5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5" name="Google Shape;5685;p5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86" name="Google Shape;5686;p50"/>
            <p:cNvGrpSpPr/>
            <p:nvPr/>
          </p:nvGrpSpPr>
          <p:grpSpPr>
            <a:xfrm>
              <a:off x="4273350" y="2279944"/>
              <a:ext cx="1433821" cy="0"/>
              <a:chOff x="5224975" y="2962250"/>
              <a:chExt cx="1544400" cy="0"/>
            </a:xfrm>
          </p:grpSpPr>
          <p:cxnSp>
            <p:nvCxnSpPr>
              <p:cNvPr id="5687" name="Google Shape;5687;p5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8" name="Google Shape;5688;p5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89" name="Google Shape;5689;p50"/>
          <p:cNvGrpSpPr/>
          <p:nvPr/>
        </p:nvGrpSpPr>
        <p:grpSpPr>
          <a:xfrm>
            <a:off x="2646529" y="3885304"/>
            <a:ext cx="1304609" cy="294074"/>
            <a:chOff x="2658741" y="4097347"/>
            <a:chExt cx="1304609" cy="294074"/>
          </a:xfrm>
        </p:grpSpPr>
        <p:grpSp>
          <p:nvGrpSpPr>
            <p:cNvPr id="5690" name="Google Shape;5690;p50"/>
            <p:cNvGrpSpPr/>
            <p:nvPr/>
          </p:nvGrpSpPr>
          <p:grpSpPr>
            <a:xfrm>
              <a:off x="2658741" y="4097347"/>
              <a:ext cx="118572" cy="294074"/>
              <a:chOff x="3343310" y="4475555"/>
              <a:chExt cx="127717" cy="316753"/>
            </a:xfrm>
          </p:grpSpPr>
          <p:sp>
            <p:nvSpPr>
              <p:cNvPr id="5691" name="Google Shape;5691;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50"/>
            <p:cNvGrpSpPr/>
            <p:nvPr/>
          </p:nvGrpSpPr>
          <p:grpSpPr>
            <a:xfrm>
              <a:off x="3815519" y="4098388"/>
              <a:ext cx="147831" cy="291991"/>
              <a:chOff x="3527539" y="4476677"/>
              <a:chExt cx="159232" cy="314510"/>
            </a:xfrm>
          </p:grpSpPr>
          <p:sp>
            <p:nvSpPr>
              <p:cNvPr id="5694" name="Google Shape;5694;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0"/>
            <p:cNvGrpSpPr/>
            <p:nvPr/>
          </p:nvGrpSpPr>
          <p:grpSpPr>
            <a:xfrm>
              <a:off x="3511696" y="4098388"/>
              <a:ext cx="147831" cy="291991"/>
              <a:chOff x="3527539" y="4476677"/>
              <a:chExt cx="159232" cy="314510"/>
            </a:xfrm>
          </p:grpSpPr>
          <p:sp>
            <p:nvSpPr>
              <p:cNvPr id="5697" name="Google Shape;5697;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50"/>
            <p:cNvGrpSpPr/>
            <p:nvPr/>
          </p:nvGrpSpPr>
          <p:grpSpPr>
            <a:xfrm>
              <a:off x="3207874" y="4098388"/>
              <a:ext cx="147831" cy="291991"/>
              <a:chOff x="3527539" y="4476677"/>
              <a:chExt cx="159232" cy="314510"/>
            </a:xfrm>
          </p:grpSpPr>
          <p:sp>
            <p:nvSpPr>
              <p:cNvPr id="5700" name="Google Shape;5700;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0"/>
            <p:cNvGrpSpPr/>
            <p:nvPr/>
          </p:nvGrpSpPr>
          <p:grpSpPr>
            <a:xfrm>
              <a:off x="2933305" y="4097347"/>
              <a:ext cx="118572" cy="294074"/>
              <a:chOff x="3343310" y="4475555"/>
              <a:chExt cx="127717" cy="316753"/>
            </a:xfrm>
          </p:grpSpPr>
          <p:sp>
            <p:nvSpPr>
              <p:cNvPr id="5703" name="Google Shape;5703;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5" name="Google Shape;5705;p50"/>
          <p:cNvGrpSpPr/>
          <p:nvPr/>
        </p:nvGrpSpPr>
        <p:grpSpPr>
          <a:xfrm>
            <a:off x="4197138" y="963998"/>
            <a:ext cx="1430711" cy="751237"/>
            <a:chOff x="5159450" y="1919950"/>
            <a:chExt cx="1541050" cy="862500"/>
          </a:xfrm>
        </p:grpSpPr>
        <p:sp>
          <p:nvSpPr>
            <p:cNvPr id="5706" name="Google Shape;5706;p5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07" name="Google Shape;5707;p50"/>
            <p:cNvGrpSpPr/>
            <p:nvPr/>
          </p:nvGrpSpPr>
          <p:grpSpPr>
            <a:xfrm>
              <a:off x="5159450" y="1919950"/>
              <a:ext cx="1541050" cy="862500"/>
              <a:chOff x="5159450" y="1919950"/>
              <a:chExt cx="1541050" cy="862500"/>
            </a:xfrm>
          </p:grpSpPr>
          <p:cxnSp>
            <p:nvCxnSpPr>
              <p:cNvPr id="5708" name="Google Shape;5708;p5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09" name="Google Shape;5709;p5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10" name="Google Shape;5710;p50"/>
          <p:cNvGrpSpPr/>
          <p:nvPr/>
        </p:nvGrpSpPr>
        <p:grpSpPr>
          <a:xfrm>
            <a:off x="4245275" y="2227768"/>
            <a:ext cx="1334436" cy="967914"/>
            <a:chOff x="4294923" y="2439811"/>
            <a:chExt cx="1334436" cy="967914"/>
          </a:xfrm>
        </p:grpSpPr>
        <p:grpSp>
          <p:nvGrpSpPr>
            <p:cNvPr id="5711" name="Google Shape;5711;p50"/>
            <p:cNvGrpSpPr/>
            <p:nvPr/>
          </p:nvGrpSpPr>
          <p:grpSpPr>
            <a:xfrm>
              <a:off x="4960455" y="2469658"/>
              <a:ext cx="668904" cy="885524"/>
              <a:chOff x="4960455" y="2469658"/>
              <a:chExt cx="668904" cy="885524"/>
            </a:xfrm>
          </p:grpSpPr>
          <p:sp>
            <p:nvSpPr>
              <p:cNvPr id="5712" name="Google Shape;5712;p5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50"/>
            <p:cNvGrpSpPr/>
            <p:nvPr/>
          </p:nvGrpSpPr>
          <p:grpSpPr>
            <a:xfrm>
              <a:off x="4294923" y="2469658"/>
              <a:ext cx="668951" cy="885524"/>
              <a:chOff x="4294923" y="2469658"/>
              <a:chExt cx="668951" cy="885524"/>
            </a:xfrm>
          </p:grpSpPr>
          <p:sp>
            <p:nvSpPr>
              <p:cNvPr id="5719" name="Google Shape;5719;p5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5" name="Google Shape;5725;p5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50"/>
          <p:cNvGrpSpPr/>
          <p:nvPr/>
        </p:nvGrpSpPr>
        <p:grpSpPr>
          <a:xfrm>
            <a:off x="4231478" y="3282213"/>
            <a:ext cx="1430949" cy="897289"/>
            <a:chOff x="4351371" y="3547942"/>
            <a:chExt cx="1345130" cy="843475"/>
          </a:xfrm>
        </p:grpSpPr>
        <p:grpSp>
          <p:nvGrpSpPr>
            <p:cNvPr id="5727" name="Google Shape;5727;p50"/>
            <p:cNvGrpSpPr/>
            <p:nvPr/>
          </p:nvGrpSpPr>
          <p:grpSpPr>
            <a:xfrm>
              <a:off x="4351371" y="4209917"/>
              <a:ext cx="1345130" cy="181500"/>
              <a:chOff x="4351371" y="4209917"/>
              <a:chExt cx="1345130" cy="181500"/>
            </a:xfrm>
          </p:grpSpPr>
          <p:sp>
            <p:nvSpPr>
              <p:cNvPr id="5728" name="Google Shape;5728;p5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9" name="Google Shape;5729;p5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30" name="Google Shape;5730;p50"/>
            <p:cNvGrpSpPr/>
            <p:nvPr/>
          </p:nvGrpSpPr>
          <p:grpSpPr>
            <a:xfrm>
              <a:off x="4403010" y="3985221"/>
              <a:ext cx="1109518" cy="181500"/>
              <a:chOff x="4403010" y="3985221"/>
              <a:chExt cx="1109518" cy="181500"/>
            </a:xfrm>
          </p:grpSpPr>
          <p:sp>
            <p:nvSpPr>
              <p:cNvPr id="5731" name="Google Shape;5731;p5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2" name="Google Shape;5732;p5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33" name="Google Shape;5733;p50"/>
            <p:cNvGrpSpPr/>
            <p:nvPr/>
          </p:nvGrpSpPr>
          <p:grpSpPr>
            <a:xfrm>
              <a:off x="4618704" y="3766582"/>
              <a:ext cx="807858" cy="181500"/>
              <a:chOff x="4618704" y="3766582"/>
              <a:chExt cx="807858" cy="181500"/>
            </a:xfrm>
          </p:grpSpPr>
          <p:sp>
            <p:nvSpPr>
              <p:cNvPr id="5734" name="Google Shape;5734;p5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5" name="Google Shape;5735;p5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36" name="Google Shape;5736;p50"/>
            <p:cNvGrpSpPr/>
            <p:nvPr/>
          </p:nvGrpSpPr>
          <p:grpSpPr>
            <a:xfrm>
              <a:off x="4735238" y="3547942"/>
              <a:ext cx="462839" cy="181500"/>
              <a:chOff x="4735238" y="3547942"/>
              <a:chExt cx="462839" cy="181500"/>
            </a:xfrm>
          </p:grpSpPr>
          <p:sp>
            <p:nvSpPr>
              <p:cNvPr id="5737" name="Google Shape;5737;p5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8" name="Google Shape;5738;p5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39" name="Google Shape;5739;p50"/>
          <p:cNvGrpSpPr/>
          <p:nvPr/>
        </p:nvGrpSpPr>
        <p:grpSpPr>
          <a:xfrm>
            <a:off x="7407836" y="2217537"/>
            <a:ext cx="1020955" cy="928853"/>
            <a:chOff x="926675" y="238125"/>
            <a:chExt cx="5755100" cy="5232975"/>
          </a:xfrm>
        </p:grpSpPr>
        <p:sp>
          <p:nvSpPr>
            <p:cNvPr id="5740" name="Google Shape;5740;p5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50"/>
          <p:cNvGrpSpPr/>
          <p:nvPr/>
        </p:nvGrpSpPr>
        <p:grpSpPr>
          <a:xfrm>
            <a:off x="715210" y="2616272"/>
            <a:ext cx="1695374" cy="1560837"/>
            <a:chOff x="727421" y="2828315"/>
            <a:chExt cx="1695374" cy="1560837"/>
          </a:xfrm>
        </p:grpSpPr>
        <p:grpSp>
          <p:nvGrpSpPr>
            <p:cNvPr id="5745" name="Google Shape;5745;p50"/>
            <p:cNvGrpSpPr/>
            <p:nvPr/>
          </p:nvGrpSpPr>
          <p:grpSpPr>
            <a:xfrm>
              <a:off x="727421" y="2828315"/>
              <a:ext cx="1695374" cy="1560837"/>
              <a:chOff x="734799" y="2782450"/>
              <a:chExt cx="1571100" cy="1577400"/>
            </a:xfrm>
          </p:grpSpPr>
          <p:cxnSp>
            <p:nvCxnSpPr>
              <p:cNvPr id="5746" name="Google Shape;5746;p5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47" name="Google Shape;5747;p5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48" name="Google Shape;5748;p50"/>
            <p:cNvGrpSpPr/>
            <p:nvPr/>
          </p:nvGrpSpPr>
          <p:grpSpPr>
            <a:xfrm>
              <a:off x="819108" y="2882501"/>
              <a:ext cx="1556791" cy="1426186"/>
              <a:chOff x="819108" y="2882501"/>
              <a:chExt cx="1556791" cy="1426186"/>
            </a:xfrm>
          </p:grpSpPr>
          <p:grpSp>
            <p:nvGrpSpPr>
              <p:cNvPr id="5749" name="Google Shape;5749;p50"/>
              <p:cNvGrpSpPr/>
              <p:nvPr/>
            </p:nvGrpSpPr>
            <p:grpSpPr>
              <a:xfrm>
                <a:off x="819108" y="2882501"/>
                <a:ext cx="103104" cy="1426186"/>
                <a:chOff x="4674013" y="3100904"/>
                <a:chExt cx="122758" cy="1698043"/>
              </a:xfrm>
            </p:grpSpPr>
            <p:sp>
              <p:nvSpPr>
                <p:cNvPr id="5750" name="Google Shape;5750;p5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50"/>
              <p:cNvGrpSpPr/>
              <p:nvPr/>
            </p:nvGrpSpPr>
            <p:grpSpPr>
              <a:xfrm>
                <a:off x="1062475" y="2882501"/>
                <a:ext cx="103104" cy="1426186"/>
                <a:chOff x="4940438" y="3100904"/>
                <a:chExt cx="122758" cy="1698043"/>
              </a:xfrm>
            </p:grpSpPr>
            <p:sp>
              <p:nvSpPr>
                <p:cNvPr id="5758" name="Google Shape;5758;p5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0"/>
              <p:cNvGrpSpPr/>
              <p:nvPr/>
            </p:nvGrpSpPr>
            <p:grpSpPr>
              <a:xfrm>
                <a:off x="1299324" y="2882501"/>
                <a:ext cx="103104" cy="1426186"/>
                <a:chOff x="5206863" y="3100904"/>
                <a:chExt cx="122758" cy="1698043"/>
              </a:xfrm>
            </p:grpSpPr>
            <p:sp>
              <p:nvSpPr>
                <p:cNvPr id="5766" name="Google Shape;5766;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50"/>
              <p:cNvGrpSpPr/>
              <p:nvPr/>
            </p:nvGrpSpPr>
            <p:grpSpPr>
              <a:xfrm>
                <a:off x="1786057" y="2882501"/>
                <a:ext cx="103104" cy="1426186"/>
                <a:chOff x="6006138" y="3143629"/>
                <a:chExt cx="122758" cy="1698043"/>
              </a:xfrm>
            </p:grpSpPr>
            <p:sp>
              <p:nvSpPr>
                <p:cNvPr id="5774" name="Google Shape;5774;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50"/>
              <p:cNvGrpSpPr/>
              <p:nvPr/>
            </p:nvGrpSpPr>
            <p:grpSpPr>
              <a:xfrm>
                <a:off x="2029422" y="2882501"/>
                <a:ext cx="103104" cy="1426186"/>
                <a:chOff x="6805413" y="3100904"/>
                <a:chExt cx="122758" cy="1698043"/>
              </a:xfrm>
            </p:grpSpPr>
            <p:sp>
              <p:nvSpPr>
                <p:cNvPr id="5782" name="Google Shape;5782;p5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0"/>
              <p:cNvGrpSpPr/>
              <p:nvPr/>
            </p:nvGrpSpPr>
            <p:grpSpPr>
              <a:xfrm>
                <a:off x="2272795" y="2882501"/>
                <a:ext cx="103104" cy="1426186"/>
                <a:chOff x="5206863" y="3100904"/>
                <a:chExt cx="122758" cy="1698043"/>
              </a:xfrm>
            </p:grpSpPr>
            <p:sp>
              <p:nvSpPr>
                <p:cNvPr id="5790" name="Google Shape;5790;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50"/>
              <p:cNvGrpSpPr/>
              <p:nvPr/>
            </p:nvGrpSpPr>
            <p:grpSpPr>
              <a:xfrm>
                <a:off x="1542694" y="2882501"/>
                <a:ext cx="103104" cy="1426186"/>
                <a:chOff x="6006138" y="3143629"/>
                <a:chExt cx="122758" cy="1698043"/>
              </a:xfrm>
            </p:grpSpPr>
            <p:sp>
              <p:nvSpPr>
                <p:cNvPr id="5798" name="Google Shape;5798;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05" name="Google Shape;5805;p50"/>
          <p:cNvGrpSpPr/>
          <p:nvPr/>
        </p:nvGrpSpPr>
        <p:grpSpPr>
          <a:xfrm>
            <a:off x="5671260" y="3305994"/>
            <a:ext cx="2749952" cy="870677"/>
            <a:chOff x="238125" y="1725700"/>
            <a:chExt cx="7139025" cy="2260325"/>
          </a:xfrm>
        </p:grpSpPr>
        <p:sp>
          <p:nvSpPr>
            <p:cNvPr id="5806" name="Google Shape;5806;p5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50"/>
          <p:cNvGrpSpPr/>
          <p:nvPr/>
        </p:nvGrpSpPr>
        <p:grpSpPr>
          <a:xfrm>
            <a:off x="5941424" y="2247740"/>
            <a:ext cx="1105452" cy="916747"/>
            <a:chOff x="5249100" y="1210600"/>
            <a:chExt cx="3502700" cy="2904775"/>
          </a:xfrm>
        </p:grpSpPr>
        <p:sp>
          <p:nvSpPr>
            <p:cNvPr id="5817" name="Google Shape;5817;p5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1" name="Google Shape;5821;p5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22" name="Google Shape;5822;p5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23" name="Google Shape;5823;p5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24" name="Google Shape;5824;p5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25" name="Google Shape;5825;p5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50"/>
          <p:cNvGrpSpPr/>
          <p:nvPr/>
        </p:nvGrpSpPr>
        <p:grpSpPr>
          <a:xfrm>
            <a:off x="7123972" y="967158"/>
            <a:ext cx="1304650" cy="1124856"/>
            <a:chOff x="7287122" y="1165658"/>
            <a:chExt cx="1219413" cy="1051365"/>
          </a:xfrm>
        </p:grpSpPr>
        <p:grpSp>
          <p:nvGrpSpPr>
            <p:cNvPr id="5827" name="Google Shape;5827;p50"/>
            <p:cNvGrpSpPr/>
            <p:nvPr/>
          </p:nvGrpSpPr>
          <p:grpSpPr>
            <a:xfrm>
              <a:off x="7287122" y="1969723"/>
              <a:ext cx="1219413" cy="247300"/>
              <a:chOff x="7287122" y="1969723"/>
              <a:chExt cx="1219413" cy="247300"/>
            </a:xfrm>
          </p:grpSpPr>
          <p:sp>
            <p:nvSpPr>
              <p:cNvPr id="5828" name="Google Shape;5828;p5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9" name="Google Shape;5829;p50"/>
              <p:cNvGrpSpPr/>
              <p:nvPr/>
            </p:nvGrpSpPr>
            <p:grpSpPr>
              <a:xfrm>
                <a:off x="7287122" y="2063892"/>
                <a:ext cx="1151753" cy="73428"/>
                <a:chOff x="7287122" y="2063892"/>
                <a:chExt cx="1151753" cy="73428"/>
              </a:xfrm>
            </p:grpSpPr>
            <p:sp>
              <p:nvSpPr>
                <p:cNvPr id="5830" name="Google Shape;5830;p5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1" name="Google Shape;5831;p5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32" name="Google Shape;5832;p50"/>
            <p:cNvGrpSpPr/>
            <p:nvPr/>
          </p:nvGrpSpPr>
          <p:grpSpPr>
            <a:xfrm>
              <a:off x="7287122" y="1712201"/>
              <a:ext cx="1219403" cy="246767"/>
              <a:chOff x="7287122" y="1712201"/>
              <a:chExt cx="1219403" cy="246767"/>
            </a:xfrm>
          </p:grpSpPr>
          <p:sp>
            <p:nvSpPr>
              <p:cNvPr id="5833" name="Google Shape;5833;p5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50"/>
              <p:cNvGrpSpPr/>
              <p:nvPr/>
            </p:nvGrpSpPr>
            <p:grpSpPr>
              <a:xfrm>
                <a:off x="7287122" y="1842861"/>
                <a:ext cx="1005303" cy="73419"/>
                <a:chOff x="7287122" y="1842861"/>
                <a:chExt cx="1005303" cy="73419"/>
              </a:xfrm>
            </p:grpSpPr>
            <p:sp>
              <p:nvSpPr>
                <p:cNvPr id="5835" name="Google Shape;5835;p5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6" name="Google Shape;5836;p5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37" name="Google Shape;5837;p50"/>
            <p:cNvGrpSpPr/>
            <p:nvPr/>
          </p:nvGrpSpPr>
          <p:grpSpPr>
            <a:xfrm>
              <a:off x="7287122" y="1447520"/>
              <a:ext cx="1219403" cy="286667"/>
              <a:chOff x="7287122" y="1447520"/>
              <a:chExt cx="1219403" cy="286667"/>
            </a:xfrm>
          </p:grpSpPr>
          <p:sp>
            <p:nvSpPr>
              <p:cNvPr id="5838" name="Google Shape;5838;p5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9" name="Google Shape;5839;p50"/>
              <p:cNvGrpSpPr/>
              <p:nvPr/>
            </p:nvGrpSpPr>
            <p:grpSpPr>
              <a:xfrm>
                <a:off x="7287122" y="1581977"/>
                <a:ext cx="852803" cy="73428"/>
                <a:chOff x="7287122" y="1581977"/>
                <a:chExt cx="852803" cy="73428"/>
              </a:xfrm>
            </p:grpSpPr>
            <p:sp>
              <p:nvSpPr>
                <p:cNvPr id="5840" name="Google Shape;5840;p5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1" name="Google Shape;5841;p5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42" name="Google Shape;5842;p50"/>
            <p:cNvGrpSpPr/>
            <p:nvPr/>
          </p:nvGrpSpPr>
          <p:grpSpPr>
            <a:xfrm>
              <a:off x="7287122" y="1165658"/>
              <a:ext cx="1219403" cy="344253"/>
              <a:chOff x="7287122" y="1165658"/>
              <a:chExt cx="1219403" cy="344253"/>
            </a:xfrm>
          </p:grpSpPr>
          <p:sp>
            <p:nvSpPr>
              <p:cNvPr id="5843" name="Google Shape;5843;p5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50"/>
              <p:cNvGrpSpPr/>
              <p:nvPr/>
            </p:nvGrpSpPr>
            <p:grpSpPr>
              <a:xfrm>
                <a:off x="7287122" y="1341025"/>
                <a:ext cx="695703" cy="73419"/>
                <a:chOff x="7287122" y="1341025"/>
                <a:chExt cx="695703" cy="73419"/>
              </a:xfrm>
            </p:grpSpPr>
            <p:sp>
              <p:nvSpPr>
                <p:cNvPr id="5845" name="Google Shape;5845;p5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6" name="Google Shape;5846;p5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47" name="Google Shape;5847;p50"/>
          <p:cNvGrpSpPr/>
          <p:nvPr/>
        </p:nvGrpSpPr>
        <p:grpSpPr>
          <a:xfrm>
            <a:off x="5790464" y="973181"/>
            <a:ext cx="1397729" cy="1098540"/>
            <a:chOff x="5900602" y="1193063"/>
            <a:chExt cx="1299851" cy="1021707"/>
          </a:xfrm>
        </p:grpSpPr>
        <p:grpSp>
          <p:nvGrpSpPr>
            <p:cNvPr id="5848" name="Google Shape;5848;p50"/>
            <p:cNvGrpSpPr/>
            <p:nvPr/>
          </p:nvGrpSpPr>
          <p:grpSpPr>
            <a:xfrm>
              <a:off x="6520337" y="1193063"/>
              <a:ext cx="341815" cy="799959"/>
              <a:chOff x="6520337" y="1193063"/>
              <a:chExt cx="341815" cy="799959"/>
            </a:xfrm>
          </p:grpSpPr>
          <p:grpSp>
            <p:nvGrpSpPr>
              <p:cNvPr id="5849" name="Google Shape;5849;p50"/>
              <p:cNvGrpSpPr/>
              <p:nvPr/>
            </p:nvGrpSpPr>
            <p:grpSpPr>
              <a:xfrm>
                <a:off x="6520337" y="1589527"/>
                <a:ext cx="213950" cy="403494"/>
                <a:chOff x="6520337" y="1589527"/>
                <a:chExt cx="213950" cy="403494"/>
              </a:xfrm>
            </p:grpSpPr>
            <p:sp>
              <p:nvSpPr>
                <p:cNvPr id="5850" name="Google Shape;5850;p5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50"/>
              <p:cNvGrpSpPr/>
              <p:nvPr/>
            </p:nvGrpSpPr>
            <p:grpSpPr>
              <a:xfrm>
                <a:off x="6577204" y="1193063"/>
                <a:ext cx="284947" cy="464512"/>
                <a:chOff x="6577204" y="1193063"/>
                <a:chExt cx="284947" cy="464512"/>
              </a:xfrm>
            </p:grpSpPr>
            <p:sp>
              <p:nvSpPr>
                <p:cNvPr id="5853" name="Google Shape;5853;p5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4" name="Google Shape;5854;p5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5" name="Google Shape;5855;p50"/>
            <p:cNvGrpSpPr/>
            <p:nvPr/>
          </p:nvGrpSpPr>
          <p:grpSpPr>
            <a:xfrm>
              <a:off x="6238903" y="1193063"/>
              <a:ext cx="300475" cy="900152"/>
              <a:chOff x="6238903" y="1193063"/>
              <a:chExt cx="300475" cy="900152"/>
            </a:xfrm>
          </p:grpSpPr>
          <p:grpSp>
            <p:nvGrpSpPr>
              <p:cNvPr id="5856" name="Google Shape;5856;p50"/>
              <p:cNvGrpSpPr/>
              <p:nvPr/>
            </p:nvGrpSpPr>
            <p:grpSpPr>
              <a:xfrm>
                <a:off x="6290865" y="1489315"/>
                <a:ext cx="248514" cy="603900"/>
                <a:chOff x="6290865" y="1489315"/>
                <a:chExt cx="248514" cy="603900"/>
              </a:xfrm>
            </p:grpSpPr>
            <p:sp>
              <p:nvSpPr>
                <p:cNvPr id="5857" name="Google Shape;5857;p5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50"/>
              <p:cNvGrpSpPr/>
              <p:nvPr/>
            </p:nvGrpSpPr>
            <p:grpSpPr>
              <a:xfrm>
                <a:off x="6238903" y="1193063"/>
                <a:ext cx="284947" cy="333087"/>
                <a:chOff x="6238903" y="1193063"/>
                <a:chExt cx="284947" cy="333087"/>
              </a:xfrm>
            </p:grpSpPr>
            <p:sp>
              <p:nvSpPr>
                <p:cNvPr id="5860" name="Google Shape;5860;p5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1" name="Google Shape;5861;p5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2" name="Google Shape;5862;p50"/>
            <p:cNvGrpSpPr/>
            <p:nvPr/>
          </p:nvGrpSpPr>
          <p:grpSpPr>
            <a:xfrm>
              <a:off x="5900602" y="1193063"/>
              <a:ext cx="444345" cy="1021707"/>
              <a:chOff x="5900602" y="1193063"/>
              <a:chExt cx="444345" cy="1021707"/>
            </a:xfrm>
          </p:grpSpPr>
          <p:grpSp>
            <p:nvGrpSpPr>
              <p:cNvPr id="5863" name="Google Shape;5863;p50"/>
              <p:cNvGrpSpPr/>
              <p:nvPr/>
            </p:nvGrpSpPr>
            <p:grpSpPr>
              <a:xfrm>
                <a:off x="6046501" y="1367785"/>
                <a:ext cx="298446" cy="846986"/>
                <a:chOff x="6046501" y="1367785"/>
                <a:chExt cx="298446" cy="846986"/>
              </a:xfrm>
            </p:grpSpPr>
            <p:sp>
              <p:nvSpPr>
                <p:cNvPr id="5864" name="Google Shape;5864;p5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50"/>
              <p:cNvGrpSpPr/>
              <p:nvPr/>
            </p:nvGrpSpPr>
            <p:grpSpPr>
              <a:xfrm>
                <a:off x="5900602" y="1193063"/>
                <a:ext cx="284947" cy="182312"/>
                <a:chOff x="5900602" y="1193063"/>
                <a:chExt cx="284947" cy="182312"/>
              </a:xfrm>
            </p:grpSpPr>
            <p:sp>
              <p:nvSpPr>
                <p:cNvPr id="5867" name="Google Shape;5867;p5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8" name="Google Shape;5868;p5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69" name="Google Shape;5869;p50"/>
            <p:cNvGrpSpPr/>
            <p:nvPr/>
          </p:nvGrpSpPr>
          <p:grpSpPr>
            <a:xfrm>
              <a:off x="6738300" y="1193063"/>
              <a:ext cx="462153" cy="707634"/>
              <a:chOff x="6738300" y="1193063"/>
              <a:chExt cx="462153" cy="707634"/>
            </a:xfrm>
          </p:grpSpPr>
          <p:grpSp>
            <p:nvGrpSpPr>
              <p:cNvPr id="5870" name="Google Shape;5870;p50"/>
              <p:cNvGrpSpPr/>
              <p:nvPr/>
            </p:nvGrpSpPr>
            <p:grpSpPr>
              <a:xfrm>
                <a:off x="6915505" y="1193063"/>
                <a:ext cx="284947" cy="597387"/>
                <a:chOff x="6915505" y="1193063"/>
                <a:chExt cx="284947" cy="597387"/>
              </a:xfrm>
            </p:grpSpPr>
            <p:sp>
              <p:nvSpPr>
                <p:cNvPr id="5871" name="Google Shape;5871;p5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2" name="Google Shape;5872;p5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73" name="Google Shape;5873;p50"/>
              <p:cNvGrpSpPr/>
              <p:nvPr/>
            </p:nvGrpSpPr>
            <p:grpSpPr>
              <a:xfrm>
                <a:off x="6738300" y="1684725"/>
                <a:ext cx="230066" cy="215971"/>
                <a:chOff x="6738300" y="1684725"/>
                <a:chExt cx="230066" cy="215971"/>
              </a:xfrm>
            </p:grpSpPr>
            <p:sp>
              <p:nvSpPr>
                <p:cNvPr id="5874" name="Google Shape;5874;p5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79" name="Shape 5879"/>
        <p:cNvGrpSpPr/>
        <p:nvPr/>
      </p:nvGrpSpPr>
      <p:grpSpPr>
        <a:xfrm>
          <a:off x="0" y="0"/>
          <a:ext cx="0" cy="0"/>
          <a:chOff x="0" y="0"/>
          <a:chExt cx="0" cy="0"/>
        </a:xfrm>
      </p:grpSpPr>
      <p:grpSp>
        <p:nvGrpSpPr>
          <p:cNvPr id="5880" name="Google Shape;5880;p51"/>
          <p:cNvGrpSpPr/>
          <p:nvPr/>
        </p:nvGrpSpPr>
        <p:grpSpPr>
          <a:xfrm>
            <a:off x="821785" y="2307635"/>
            <a:ext cx="339235" cy="298186"/>
            <a:chOff x="898875" y="244725"/>
            <a:chExt cx="481800" cy="423500"/>
          </a:xfrm>
        </p:grpSpPr>
        <p:sp>
          <p:nvSpPr>
            <p:cNvPr id="5881" name="Google Shape;5881;p5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5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5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5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5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5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7" name="Google Shape;5887;p51"/>
          <p:cNvGrpSpPr/>
          <p:nvPr/>
        </p:nvGrpSpPr>
        <p:grpSpPr>
          <a:xfrm>
            <a:off x="1260167" y="2287103"/>
            <a:ext cx="298169" cy="339253"/>
            <a:chOff x="1529350" y="258825"/>
            <a:chExt cx="423475" cy="481825"/>
          </a:xfrm>
        </p:grpSpPr>
        <p:sp>
          <p:nvSpPr>
            <p:cNvPr id="5888" name="Google Shape;5888;p5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5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0" name="Google Shape;5890;p51"/>
          <p:cNvGrpSpPr/>
          <p:nvPr/>
        </p:nvGrpSpPr>
        <p:grpSpPr>
          <a:xfrm>
            <a:off x="2102437" y="2287102"/>
            <a:ext cx="298169" cy="339253"/>
            <a:chOff x="2707500" y="249400"/>
            <a:chExt cx="423475" cy="481825"/>
          </a:xfrm>
        </p:grpSpPr>
        <p:sp>
          <p:nvSpPr>
            <p:cNvPr id="5891" name="Google Shape;5891;p5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5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3" name="Google Shape;5893;p51"/>
          <p:cNvGrpSpPr/>
          <p:nvPr/>
        </p:nvGrpSpPr>
        <p:grpSpPr>
          <a:xfrm>
            <a:off x="2516052" y="2287428"/>
            <a:ext cx="305386" cy="338602"/>
            <a:chOff x="3300325" y="249875"/>
            <a:chExt cx="433725" cy="480900"/>
          </a:xfrm>
        </p:grpSpPr>
        <p:sp>
          <p:nvSpPr>
            <p:cNvPr id="5894" name="Google Shape;5894;p5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5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5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5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5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5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0" name="Google Shape;5900;p51"/>
          <p:cNvGrpSpPr/>
          <p:nvPr/>
        </p:nvGrpSpPr>
        <p:grpSpPr>
          <a:xfrm>
            <a:off x="1653142" y="2367273"/>
            <a:ext cx="340890" cy="178912"/>
            <a:chOff x="2084325" y="363300"/>
            <a:chExt cx="484150" cy="254100"/>
          </a:xfrm>
        </p:grpSpPr>
        <p:sp>
          <p:nvSpPr>
            <p:cNvPr id="5901" name="Google Shape;5901;p5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5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3" name="Google Shape;5903;p51"/>
          <p:cNvGrpSpPr/>
          <p:nvPr/>
        </p:nvGrpSpPr>
        <p:grpSpPr>
          <a:xfrm>
            <a:off x="2905137" y="2287349"/>
            <a:ext cx="352349" cy="338760"/>
            <a:chOff x="3854700" y="249750"/>
            <a:chExt cx="500425" cy="481125"/>
          </a:xfrm>
        </p:grpSpPr>
        <p:sp>
          <p:nvSpPr>
            <p:cNvPr id="5904" name="Google Shape;5904;p5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5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5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5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5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5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5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2" name="Google Shape;5912;p51"/>
          <p:cNvGrpSpPr/>
          <p:nvPr/>
        </p:nvGrpSpPr>
        <p:grpSpPr>
          <a:xfrm>
            <a:off x="3323126" y="2287349"/>
            <a:ext cx="352349" cy="338760"/>
            <a:chOff x="4447550" y="249750"/>
            <a:chExt cx="500425" cy="481125"/>
          </a:xfrm>
        </p:grpSpPr>
        <p:sp>
          <p:nvSpPr>
            <p:cNvPr id="5913" name="Google Shape;5913;p5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5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5" name="Google Shape;5915;p51"/>
          <p:cNvGrpSpPr/>
          <p:nvPr/>
        </p:nvGrpSpPr>
        <p:grpSpPr>
          <a:xfrm>
            <a:off x="3752328" y="2287102"/>
            <a:ext cx="339253" cy="339253"/>
            <a:chOff x="5049725" y="249400"/>
            <a:chExt cx="481825" cy="481825"/>
          </a:xfrm>
        </p:grpSpPr>
        <p:sp>
          <p:nvSpPr>
            <p:cNvPr id="5916" name="Google Shape;5916;p5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5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8" name="Google Shape;5918;p51"/>
          <p:cNvGrpSpPr/>
          <p:nvPr/>
        </p:nvGrpSpPr>
        <p:grpSpPr>
          <a:xfrm>
            <a:off x="4166269" y="2287102"/>
            <a:ext cx="339253" cy="339253"/>
            <a:chOff x="5660400" y="238125"/>
            <a:chExt cx="481825" cy="481825"/>
          </a:xfrm>
        </p:grpSpPr>
        <p:sp>
          <p:nvSpPr>
            <p:cNvPr id="5919" name="Google Shape;5919;p5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0" name="Google Shape;5920;p5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1" name="Google Shape;5921;p51"/>
          <p:cNvGrpSpPr/>
          <p:nvPr/>
        </p:nvGrpSpPr>
        <p:grpSpPr>
          <a:xfrm>
            <a:off x="4582955" y="2287102"/>
            <a:ext cx="339253" cy="339253"/>
            <a:chOff x="6235400" y="249400"/>
            <a:chExt cx="481825" cy="481825"/>
          </a:xfrm>
        </p:grpSpPr>
        <p:sp>
          <p:nvSpPr>
            <p:cNvPr id="5922" name="Google Shape;5922;p5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5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5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5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5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7" name="Google Shape;5927;p51"/>
          <p:cNvGrpSpPr/>
          <p:nvPr/>
        </p:nvGrpSpPr>
        <p:grpSpPr>
          <a:xfrm>
            <a:off x="821301" y="2731810"/>
            <a:ext cx="340204" cy="298116"/>
            <a:chOff x="899850" y="871450"/>
            <a:chExt cx="483175" cy="423400"/>
          </a:xfrm>
        </p:grpSpPr>
        <p:sp>
          <p:nvSpPr>
            <p:cNvPr id="5928" name="Google Shape;5928;p5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5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2" name="Google Shape;5932;p5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3" name="Google Shape;5933;p51"/>
          <p:cNvGrpSpPr/>
          <p:nvPr/>
        </p:nvGrpSpPr>
        <p:grpSpPr>
          <a:xfrm>
            <a:off x="1653301" y="2711232"/>
            <a:ext cx="340573" cy="339271"/>
            <a:chOff x="2085450" y="842250"/>
            <a:chExt cx="483700" cy="481850"/>
          </a:xfrm>
        </p:grpSpPr>
        <p:sp>
          <p:nvSpPr>
            <p:cNvPr id="5934" name="Google Shape;5934;p5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6" name="Google Shape;5936;p5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7" name="Google Shape;5937;p51"/>
          <p:cNvGrpSpPr/>
          <p:nvPr/>
        </p:nvGrpSpPr>
        <p:grpSpPr>
          <a:xfrm>
            <a:off x="2081868" y="2711241"/>
            <a:ext cx="339306" cy="339253"/>
            <a:chOff x="2685825" y="840375"/>
            <a:chExt cx="481900" cy="481825"/>
          </a:xfrm>
        </p:grpSpPr>
        <p:sp>
          <p:nvSpPr>
            <p:cNvPr id="5938" name="Google Shape;5938;p5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5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0" name="Google Shape;5940;p51"/>
          <p:cNvGrpSpPr/>
          <p:nvPr/>
        </p:nvGrpSpPr>
        <p:grpSpPr>
          <a:xfrm>
            <a:off x="2493529" y="2710924"/>
            <a:ext cx="350431" cy="339887"/>
            <a:chOff x="3270675" y="841800"/>
            <a:chExt cx="497700" cy="482725"/>
          </a:xfrm>
        </p:grpSpPr>
        <p:sp>
          <p:nvSpPr>
            <p:cNvPr id="5941" name="Google Shape;5941;p5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2" name="Google Shape;5942;p5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5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44" name="Google Shape;5944;p5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45" name="Google Shape;5945;p51"/>
          <p:cNvGrpSpPr/>
          <p:nvPr/>
        </p:nvGrpSpPr>
        <p:grpSpPr>
          <a:xfrm>
            <a:off x="3329675" y="2731783"/>
            <a:ext cx="339253" cy="298169"/>
            <a:chOff x="4467200" y="877100"/>
            <a:chExt cx="481825" cy="423475"/>
          </a:xfrm>
        </p:grpSpPr>
        <p:sp>
          <p:nvSpPr>
            <p:cNvPr id="5946" name="Google Shape;5946;p5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8" name="Google Shape;5948;p5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9" name="Google Shape;5949;p5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0" name="Google Shape;5950;p51"/>
          <p:cNvGrpSpPr/>
          <p:nvPr/>
        </p:nvGrpSpPr>
        <p:grpSpPr>
          <a:xfrm>
            <a:off x="3744565" y="2711232"/>
            <a:ext cx="354778" cy="339271"/>
            <a:chOff x="5045500" y="842250"/>
            <a:chExt cx="503875" cy="481850"/>
          </a:xfrm>
        </p:grpSpPr>
        <p:sp>
          <p:nvSpPr>
            <p:cNvPr id="5951" name="Google Shape;5951;p5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5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3" name="Google Shape;5953;p51"/>
          <p:cNvGrpSpPr/>
          <p:nvPr/>
        </p:nvGrpSpPr>
        <p:grpSpPr>
          <a:xfrm>
            <a:off x="4167413" y="2737451"/>
            <a:ext cx="336965" cy="286833"/>
            <a:chOff x="5645200" y="879425"/>
            <a:chExt cx="478575" cy="407375"/>
          </a:xfrm>
        </p:grpSpPr>
        <p:sp>
          <p:nvSpPr>
            <p:cNvPr id="5954" name="Google Shape;5954;p5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5" name="Google Shape;5955;p5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5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5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5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0" name="Google Shape;5960;p51"/>
          <p:cNvGrpSpPr/>
          <p:nvPr/>
        </p:nvGrpSpPr>
        <p:grpSpPr>
          <a:xfrm>
            <a:off x="4603488" y="2711241"/>
            <a:ext cx="298186" cy="339253"/>
            <a:chOff x="6264525" y="842250"/>
            <a:chExt cx="423500" cy="481825"/>
          </a:xfrm>
        </p:grpSpPr>
        <p:sp>
          <p:nvSpPr>
            <p:cNvPr id="5961" name="Google Shape;5961;p5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2" name="Google Shape;5962;p5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5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5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5" name="Google Shape;5965;p5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5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5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8" name="Google Shape;5968;p51"/>
          <p:cNvGrpSpPr/>
          <p:nvPr/>
        </p:nvGrpSpPr>
        <p:grpSpPr>
          <a:xfrm>
            <a:off x="821776" y="3125895"/>
            <a:ext cx="339253" cy="339253"/>
            <a:chOff x="900750" y="1436075"/>
            <a:chExt cx="481825" cy="481825"/>
          </a:xfrm>
        </p:grpSpPr>
        <p:sp>
          <p:nvSpPr>
            <p:cNvPr id="5969" name="Google Shape;5969;p5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5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5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2" name="Google Shape;5972;p5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3" name="Google Shape;5973;p51"/>
          <p:cNvGrpSpPr/>
          <p:nvPr/>
        </p:nvGrpSpPr>
        <p:grpSpPr>
          <a:xfrm>
            <a:off x="1239624" y="3186183"/>
            <a:ext cx="339253" cy="218676"/>
            <a:chOff x="1492675" y="1520750"/>
            <a:chExt cx="481825" cy="310575"/>
          </a:xfrm>
        </p:grpSpPr>
        <p:sp>
          <p:nvSpPr>
            <p:cNvPr id="5974" name="Google Shape;5974;p5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5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6" name="Google Shape;5976;p51"/>
          <p:cNvGrpSpPr/>
          <p:nvPr/>
        </p:nvGrpSpPr>
        <p:grpSpPr>
          <a:xfrm>
            <a:off x="1647421" y="3125877"/>
            <a:ext cx="352332" cy="339288"/>
            <a:chOff x="2071000" y="1435025"/>
            <a:chExt cx="500400" cy="481875"/>
          </a:xfrm>
        </p:grpSpPr>
        <p:sp>
          <p:nvSpPr>
            <p:cNvPr id="5977" name="Google Shape;5977;p5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5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5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0" name="Google Shape;5980;p51"/>
          <p:cNvGrpSpPr/>
          <p:nvPr/>
        </p:nvGrpSpPr>
        <p:grpSpPr>
          <a:xfrm>
            <a:off x="2073509" y="3167747"/>
            <a:ext cx="351874" cy="297623"/>
            <a:chOff x="2678350" y="1464650"/>
            <a:chExt cx="499750" cy="422700"/>
          </a:xfrm>
        </p:grpSpPr>
        <p:sp>
          <p:nvSpPr>
            <p:cNvPr id="5981" name="Google Shape;5981;p5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2" name="Google Shape;5982;p5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5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4" name="Google Shape;5984;p51"/>
          <p:cNvGrpSpPr/>
          <p:nvPr/>
        </p:nvGrpSpPr>
        <p:grpSpPr>
          <a:xfrm>
            <a:off x="2499118" y="3125895"/>
            <a:ext cx="339253" cy="339253"/>
            <a:chOff x="3271200" y="1435075"/>
            <a:chExt cx="481825" cy="481825"/>
          </a:xfrm>
        </p:grpSpPr>
        <p:sp>
          <p:nvSpPr>
            <p:cNvPr id="5985" name="Google Shape;5985;p5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5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7" name="Google Shape;5987;p51"/>
          <p:cNvGrpSpPr/>
          <p:nvPr/>
        </p:nvGrpSpPr>
        <p:grpSpPr>
          <a:xfrm>
            <a:off x="2909591" y="3125877"/>
            <a:ext cx="343442" cy="339288"/>
            <a:chOff x="3858100" y="1435075"/>
            <a:chExt cx="487775" cy="481875"/>
          </a:xfrm>
        </p:grpSpPr>
        <p:sp>
          <p:nvSpPr>
            <p:cNvPr id="5988" name="Google Shape;5988;p5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9" name="Google Shape;5989;p5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5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5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5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3" name="Google Shape;5993;p51"/>
          <p:cNvGrpSpPr/>
          <p:nvPr/>
        </p:nvGrpSpPr>
        <p:grpSpPr>
          <a:xfrm>
            <a:off x="3329674" y="3125895"/>
            <a:ext cx="339253" cy="339253"/>
            <a:chOff x="4456875" y="1435075"/>
            <a:chExt cx="481825" cy="481825"/>
          </a:xfrm>
        </p:grpSpPr>
        <p:sp>
          <p:nvSpPr>
            <p:cNvPr id="5994" name="Google Shape;5994;p5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5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5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5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5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1" name="Google Shape;6001;p5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5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5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5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5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5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5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5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3" name="Google Shape;6013;p51"/>
          <p:cNvGrpSpPr/>
          <p:nvPr/>
        </p:nvGrpSpPr>
        <p:grpSpPr>
          <a:xfrm>
            <a:off x="3750665" y="3125886"/>
            <a:ext cx="342580" cy="339271"/>
            <a:chOff x="5049725" y="1435050"/>
            <a:chExt cx="486550" cy="481850"/>
          </a:xfrm>
        </p:grpSpPr>
        <p:sp>
          <p:nvSpPr>
            <p:cNvPr id="6014" name="Google Shape;6014;p5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5" name="Google Shape;6015;p5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5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8" name="Google Shape;6018;p51"/>
          <p:cNvGrpSpPr/>
          <p:nvPr/>
        </p:nvGrpSpPr>
        <p:grpSpPr>
          <a:xfrm>
            <a:off x="4166216" y="3125895"/>
            <a:ext cx="339359" cy="339253"/>
            <a:chOff x="5642475" y="1435075"/>
            <a:chExt cx="481975" cy="481825"/>
          </a:xfrm>
        </p:grpSpPr>
        <p:sp>
          <p:nvSpPr>
            <p:cNvPr id="6019" name="Google Shape;6019;p5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2" name="Google Shape;6022;p51"/>
          <p:cNvGrpSpPr/>
          <p:nvPr/>
        </p:nvGrpSpPr>
        <p:grpSpPr>
          <a:xfrm>
            <a:off x="4580702" y="3125886"/>
            <a:ext cx="343759" cy="339271"/>
            <a:chOff x="6232000" y="1435050"/>
            <a:chExt cx="488225" cy="481850"/>
          </a:xfrm>
        </p:grpSpPr>
        <p:sp>
          <p:nvSpPr>
            <p:cNvPr id="6023" name="Google Shape;6023;p5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4" name="Google Shape;6024;p5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5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5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8" name="Google Shape;6028;p51"/>
          <p:cNvGrpSpPr/>
          <p:nvPr/>
        </p:nvGrpSpPr>
        <p:grpSpPr>
          <a:xfrm>
            <a:off x="841438" y="3539545"/>
            <a:ext cx="299929" cy="337792"/>
            <a:chOff x="924450" y="2028975"/>
            <a:chExt cx="425975" cy="479750"/>
          </a:xfrm>
        </p:grpSpPr>
        <p:sp>
          <p:nvSpPr>
            <p:cNvPr id="6029" name="Google Shape;6029;p5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5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2" name="Google Shape;6032;p51"/>
          <p:cNvGrpSpPr/>
          <p:nvPr/>
        </p:nvGrpSpPr>
        <p:grpSpPr>
          <a:xfrm>
            <a:off x="1653934" y="3559347"/>
            <a:ext cx="339306" cy="298186"/>
            <a:chOff x="2085450" y="2057100"/>
            <a:chExt cx="481900" cy="423500"/>
          </a:xfrm>
        </p:grpSpPr>
        <p:sp>
          <p:nvSpPr>
            <p:cNvPr id="6033" name="Google Shape;6033;p5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5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5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6" name="Google Shape;6036;p51"/>
          <p:cNvGrpSpPr/>
          <p:nvPr/>
        </p:nvGrpSpPr>
        <p:grpSpPr>
          <a:xfrm>
            <a:off x="2081868" y="3582592"/>
            <a:ext cx="339306" cy="251698"/>
            <a:chOff x="2678275" y="2090100"/>
            <a:chExt cx="481900" cy="357475"/>
          </a:xfrm>
        </p:grpSpPr>
        <p:sp>
          <p:nvSpPr>
            <p:cNvPr id="6037" name="Google Shape;6037;p5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5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5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5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5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2" name="Google Shape;6042;p51"/>
          <p:cNvGrpSpPr/>
          <p:nvPr/>
        </p:nvGrpSpPr>
        <p:grpSpPr>
          <a:xfrm>
            <a:off x="2559072" y="3594790"/>
            <a:ext cx="219345" cy="227301"/>
            <a:chOff x="3357325" y="2093500"/>
            <a:chExt cx="311525" cy="322825"/>
          </a:xfrm>
        </p:grpSpPr>
        <p:sp>
          <p:nvSpPr>
            <p:cNvPr id="6043" name="Google Shape;6043;p5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4" name="Google Shape;6044;p5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5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46" name="Google Shape;6046;p5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47" name="Google Shape;6047;p51"/>
          <p:cNvGrpSpPr/>
          <p:nvPr/>
        </p:nvGrpSpPr>
        <p:grpSpPr>
          <a:xfrm>
            <a:off x="3353262" y="3538814"/>
            <a:ext cx="292078" cy="339253"/>
            <a:chOff x="4492800" y="2027925"/>
            <a:chExt cx="414825" cy="481825"/>
          </a:xfrm>
        </p:grpSpPr>
        <p:sp>
          <p:nvSpPr>
            <p:cNvPr id="6048" name="Google Shape;6048;p5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5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0" name="Google Shape;6050;p51"/>
          <p:cNvGrpSpPr/>
          <p:nvPr/>
        </p:nvGrpSpPr>
        <p:grpSpPr>
          <a:xfrm>
            <a:off x="3752354" y="3538805"/>
            <a:ext cx="339200" cy="339271"/>
            <a:chOff x="5049725" y="2027900"/>
            <a:chExt cx="481750" cy="481850"/>
          </a:xfrm>
        </p:grpSpPr>
        <p:sp>
          <p:nvSpPr>
            <p:cNvPr id="6051" name="Google Shape;6051;p5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5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5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4" name="Google Shape;6054;p5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5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5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5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5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9" name="Google Shape;6059;p51"/>
          <p:cNvGrpSpPr/>
          <p:nvPr/>
        </p:nvGrpSpPr>
        <p:grpSpPr>
          <a:xfrm>
            <a:off x="4225950" y="3538893"/>
            <a:ext cx="219890" cy="339095"/>
            <a:chOff x="5726350" y="2028150"/>
            <a:chExt cx="312300" cy="481600"/>
          </a:xfrm>
        </p:grpSpPr>
        <p:sp>
          <p:nvSpPr>
            <p:cNvPr id="6060" name="Google Shape;6060;p5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5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5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3" name="Google Shape;6063;p51"/>
          <p:cNvGrpSpPr/>
          <p:nvPr/>
        </p:nvGrpSpPr>
        <p:grpSpPr>
          <a:xfrm>
            <a:off x="4586141" y="3542000"/>
            <a:ext cx="332881" cy="332881"/>
            <a:chOff x="6239925" y="2032450"/>
            <a:chExt cx="472775" cy="472775"/>
          </a:xfrm>
        </p:grpSpPr>
        <p:sp>
          <p:nvSpPr>
            <p:cNvPr id="6064" name="Google Shape;6064;p5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5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6" name="Google Shape;6066;p51"/>
          <p:cNvGrpSpPr/>
          <p:nvPr/>
        </p:nvGrpSpPr>
        <p:grpSpPr>
          <a:xfrm>
            <a:off x="5035233" y="2364092"/>
            <a:ext cx="334641" cy="185425"/>
            <a:chOff x="903075" y="2730000"/>
            <a:chExt cx="475275" cy="263350"/>
          </a:xfrm>
        </p:grpSpPr>
        <p:sp>
          <p:nvSpPr>
            <p:cNvPr id="6067" name="Google Shape;6067;p5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5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5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0" name="Google Shape;6070;p51"/>
          <p:cNvGrpSpPr/>
          <p:nvPr/>
        </p:nvGrpSpPr>
        <p:grpSpPr>
          <a:xfrm>
            <a:off x="1239624" y="3538814"/>
            <a:ext cx="339253" cy="339253"/>
            <a:chOff x="1492675" y="2027925"/>
            <a:chExt cx="481825" cy="481825"/>
          </a:xfrm>
        </p:grpSpPr>
        <p:sp>
          <p:nvSpPr>
            <p:cNvPr id="6071" name="Google Shape;6071;p5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5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5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5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6" name="Google Shape;6076;p51"/>
          <p:cNvGrpSpPr/>
          <p:nvPr/>
        </p:nvGrpSpPr>
        <p:grpSpPr>
          <a:xfrm>
            <a:off x="5466000" y="2287178"/>
            <a:ext cx="339253" cy="339253"/>
            <a:chOff x="1492675" y="2620775"/>
            <a:chExt cx="481825" cy="481825"/>
          </a:xfrm>
        </p:grpSpPr>
        <p:sp>
          <p:nvSpPr>
            <p:cNvPr id="6077" name="Google Shape;6077;p5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79" name="Google Shape;6079;p5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80" name="Google Shape;6080;p51"/>
          <p:cNvGrpSpPr/>
          <p:nvPr/>
        </p:nvGrpSpPr>
        <p:grpSpPr>
          <a:xfrm>
            <a:off x="6289754" y="2303161"/>
            <a:ext cx="333585" cy="307287"/>
            <a:chOff x="2682350" y="2643425"/>
            <a:chExt cx="473775" cy="436425"/>
          </a:xfrm>
        </p:grpSpPr>
        <p:sp>
          <p:nvSpPr>
            <p:cNvPr id="6081" name="Google Shape;6081;p5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5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5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5" name="Google Shape;6085;p5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5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8" name="Google Shape;6088;p51"/>
          <p:cNvGrpSpPr/>
          <p:nvPr/>
        </p:nvGrpSpPr>
        <p:grpSpPr>
          <a:xfrm>
            <a:off x="6755243" y="2287178"/>
            <a:ext cx="238531" cy="339253"/>
            <a:chOff x="3342725" y="2620775"/>
            <a:chExt cx="338775" cy="481825"/>
          </a:xfrm>
        </p:grpSpPr>
        <p:sp>
          <p:nvSpPr>
            <p:cNvPr id="6089" name="Google Shape;6089;p5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5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2" name="Google Shape;6092;p51"/>
          <p:cNvGrpSpPr/>
          <p:nvPr/>
        </p:nvGrpSpPr>
        <p:grpSpPr>
          <a:xfrm>
            <a:off x="7148994" y="2287178"/>
            <a:ext cx="278296" cy="339253"/>
            <a:chOff x="3907325" y="2620775"/>
            <a:chExt cx="395250" cy="481825"/>
          </a:xfrm>
        </p:grpSpPr>
        <p:sp>
          <p:nvSpPr>
            <p:cNvPr id="6093" name="Google Shape;6093;p5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5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5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7" name="Google Shape;6097;p51"/>
          <p:cNvGrpSpPr/>
          <p:nvPr/>
        </p:nvGrpSpPr>
        <p:grpSpPr>
          <a:xfrm>
            <a:off x="7542181" y="2297783"/>
            <a:ext cx="339253" cy="318042"/>
            <a:chOff x="4456875" y="2635825"/>
            <a:chExt cx="481825" cy="451700"/>
          </a:xfrm>
        </p:grpSpPr>
        <p:sp>
          <p:nvSpPr>
            <p:cNvPr id="6098" name="Google Shape;6098;p5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5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5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5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5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51"/>
          <p:cNvGrpSpPr/>
          <p:nvPr/>
        </p:nvGrpSpPr>
        <p:grpSpPr>
          <a:xfrm>
            <a:off x="7967105" y="2297783"/>
            <a:ext cx="339253" cy="318042"/>
            <a:chOff x="5049725" y="2635825"/>
            <a:chExt cx="481825" cy="451700"/>
          </a:xfrm>
        </p:grpSpPr>
        <p:sp>
          <p:nvSpPr>
            <p:cNvPr id="6105" name="Google Shape;6105;p5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8" name="Google Shape;6108;p51"/>
          <p:cNvGrpSpPr/>
          <p:nvPr/>
        </p:nvGrpSpPr>
        <p:grpSpPr>
          <a:xfrm>
            <a:off x="2211475" y="3952243"/>
            <a:ext cx="338566" cy="338373"/>
            <a:chOff x="5643000" y="2621375"/>
            <a:chExt cx="480850" cy="480575"/>
          </a:xfrm>
        </p:grpSpPr>
        <p:sp>
          <p:nvSpPr>
            <p:cNvPr id="6109" name="Google Shape;6109;p5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5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5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5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5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6" name="Google Shape;6116;p51"/>
          <p:cNvGrpSpPr/>
          <p:nvPr/>
        </p:nvGrpSpPr>
        <p:grpSpPr>
          <a:xfrm>
            <a:off x="4032695" y="3951803"/>
            <a:ext cx="339359" cy="339253"/>
            <a:chOff x="6235250" y="2620775"/>
            <a:chExt cx="481975" cy="481825"/>
          </a:xfrm>
        </p:grpSpPr>
        <p:sp>
          <p:nvSpPr>
            <p:cNvPr id="6117" name="Google Shape;6117;p5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5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5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5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5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2" name="Google Shape;6122;p5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23" name="Google Shape;6123;p51"/>
          <p:cNvGrpSpPr/>
          <p:nvPr/>
        </p:nvGrpSpPr>
        <p:grpSpPr>
          <a:xfrm>
            <a:off x="5465078" y="2711317"/>
            <a:ext cx="341101" cy="339253"/>
            <a:chOff x="1535000" y="3223325"/>
            <a:chExt cx="484450" cy="481825"/>
          </a:xfrm>
        </p:grpSpPr>
        <p:sp>
          <p:nvSpPr>
            <p:cNvPr id="6124" name="Google Shape;6124;p5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5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5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7" name="Google Shape;6127;p51"/>
          <p:cNvGrpSpPr/>
          <p:nvPr/>
        </p:nvGrpSpPr>
        <p:grpSpPr>
          <a:xfrm>
            <a:off x="5872645" y="2746618"/>
            <a:ext cx="339253" cy="268649"/>
            <a:chOff x="2085525" y="3263750"/>
            <a:chExt cx="481825" cy="381550"/>
          </a:xfrm>
        </p:grpSpPr>
        <p:sp>
          <p:nvSpPr>
            <p:cNvPr id="6128" name="Google Shape;6128;p5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5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0" name="Google Shape;6130;p5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1" name="Google Shape;6131;p51"/>
          <p:cNvGrpSpPr/>
          <p:nvPr/>
        </p:nvGrpSpPr>
        <p:grpSpPr>
          <a:xfrm>
            <a:off x="6704407" y="2711308"/>
            <a:ext cx="340204" cy="339271"/>
            <a:chOff x="3270450" y="3213625"/>
            <a:chExt cx="483175" cy="481850"/>
          </a:xfrm>
        </p:grpSpPr>
        <p:sp>
          <p:nvSpPr>
            <p:cNvPr id="6132" name="Google Shape;6132;p5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5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4" name="Google Shape;6134;p51"/>
          <p:cNvGrpSpPr/>
          <p:nvPr/>
        </p:nvGrpSpPr>
        <p:grpSpPr>
          <a:xfrm>
            <a:off x="7203676" y="2711317"/>
            <a:ext cx="168931" cy="339253"/>
            <a:chOff x="3984950" y="3213600"/>
            <a:chExt cx="239925" cy="481825"/>
          </a:xfrm>
        </p:grpSpPr>
        <p:sp>
          <p:nvSpPr>
            <p:cNvPr id="6135" name="Google Shape;6135;p5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5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7" name="Google Shape;6137;p5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5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9" name="Google Shape;6139;p51"/>
          <p:cNvGrpSpPr/>
          <p:nvPr/>
        </p:nvGrpSpPr>
        <p:grpSpPr>
          <a:xfrm>
            <a:off x="1736111" y="3981487"/>
            <a:ext cx="355218" cy="279880"/>
            <a:chOff x="5629975" y="3255775"/>
            <a:chExt cx="504500" cy="397500"/>
          </a:xfrm>
        </p:grpSpPr>
        <p:sp>
          <p:nvSpPr>
            <p:cNvPr id="6140" name="Google Shape;6140;p5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5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3" name="Google Shape;6143;p5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4" name="Google Shape;6144;p5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5" name="Google Shape;6145;p51"/>
          <p:cNvGrpSpPr/>
          <p:nvPr/>
        </p:nvGrpSpPr>
        <p:grpSpPr>
          <a:xfrm>
            <a:off x="3572294" y="3981593"/>
            <a:ext cx="340256" cy="279669"/>
            <a:chOff x="6234950" y="3255925"/>
            <a:chExt cx="483250" cy="397200"/>
          </a:xfrm>
        </p:grpSpPr>
        <p:sp>
          <p:nvSpPr>
            <p:cNvPr id="6146" name="Google Shape;6146;p5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5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5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9" name="Google Shape;6149;p5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5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5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2" name="Google Shape;6152;p51"/>
          <p:cNvGrpSpPr/>
          <p:nvPr/>
        </p:nvGrpSpPr>
        <p:grpSpPr>
          <a:xfrm>
            <a:off x="5043532" y="3125970"/>
            <a:ext cx="318042" cy="339253"/>
            <a:chOff x="914900" y="3806450"/>
            <a:chExt cx="451700" cy="481825"/>
          </a:xfrm>
        </p:grpSpPr>
        <p:sp>
          <p:nvSpPr>
            <p:cNvPr id="6153" name="Google Shape;6153;p5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4" name="Google Shape;6154;p5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5" name="Google Shape;6155;p5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5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5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8" name="Google Shape;6158;p51"/>
          <p:cNvGrpSpPr/>
          <p:nvPr/>
        </p:nvGrpSpPr>
        <p:grpSpPr>
          <a:xfrm>
            <a:off x="5462454" y="3125785"/>
            <a:ext cx="346347" cy="339623"/>
            <a:chOff x="1490050" y="3805975"/>
            <a:chExt cx="491900" cy="482350"/>
          </a:xfrm>
        </p:grpSpPr>
        <p:sp>
          <p:nvSpPr>
            <p:cNvPr id="6159" name="Google Shape;6159;p5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5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1" name="Google Shape;6161;p5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2" name="Google Shape;6162;p5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3" name="Google Shape;6163;p51"/>
          <p:cNvGrpSpPr/>
          <p:nvPr/>
        </p:nvGrpSpPr>
        <p:grpSpPr>
          <a:xfrm>
            <a:off x="5886322" y="3125970"/>
            <a:ext cx="311899" cy="339253"/>
            <a:chOff x="2104275" y="3806450"/>
            <a:chExt cx="442975" cy="481825"/>
          </a:xfrm>
        </p:grpSpPr>
        <p:sp>
          <p:nvSpPr>
            <p:cNvPr id="6164" name="Google Shape;6164;p5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6" name="Google Shape;6166;p51"/>
          <p:cNvGrpSpPr/>
          <p:nvPr/>
        </p:nvGrpSpPr>
        <p:grpSpPr>
          <a:xfrm>
            <a:off x="6309839" y="3125970"/>
            <a:ext cx="293416" cy="339253"/>
            <a:chOff x="2710875" y="3806450"/>
            <a:chExt cx="416725" cy="481825"/>
          </a:xfrm>
        </p:grpSpPr>
        <p:sp>
          <p:nvSpPr>
            <p:cNvPr id="6167" name="Google Shape;6167;p5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5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9" name="Google Shape;6169;p51"/>
          <p:cNvGrpSpPr/>
          <p:nvPr/>
        </p:nvGrpSpPr>
        <p:grpSpPr>
          <a:xfrm>
            <a:off x="6704883" y="3166412"/>
            <a:ext cx="339253" cy="258369"/>
            <a:chOff x="3271200" y="3863875"/>
            <a:chExt cx="481825" cy="366950"/>
          </a:xfrm>
        </p:grpSpPr>
        <p:sp>
          <p:nvSpPr>
            <p:cNvPr id="6170" name="Google Shape;6170;p5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5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2" name="Google Shape;6172;p51"/>
          <p:cNvGrpSpPr/>
          <p:nvPr/>
        </p:nvGrpSpPr>
        <p:grpSpPr>
          <a:xfrm>
            <a:off x="7140377" y="3126199"/>
            <a:ext cx="295528" cy="338795"/>
            <a:chOff x="3895050" y="3806775"/>
            <a:chExt cx="419725" cy="481175"/>
          </a:xfrm>
        </p:grpSpPr>
        <p:sp>
          <p:nvSpPr>
            <p:cNvPr id="6173" name="Google Shape;6173;p5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4" name="Google Shape;6174;p5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5" name="Google Shape;6175;p51"/>
          <p:cNvGrpSpPr/>
          <p:nvPr/>
        </p:nvGrpSpPr>
        <p:grpSpPr>
          <a:xfrm>
            <a:off x="7543659" y="3125979"/>
            <a:ext cx="336296" cy="339235"/>
            <a:chOff x="4464775" y="3806475"/>
            <a:chExt cx="477625" cy="481800"/>
          </a:xfrm>
        </p:grpSpPr>
        <p:sp>
          <p:nvSpPr>
            <p:cNvPr id="6176" name="Google Shape;6176;p5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5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5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9" name="Google Shape;6179;p5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0" name="Google Shape;6180;p5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5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2" name="Google Shape;6182;p51"/>
          <p:cNvGrpSpPr/>
          <p:nvPr/>
        </p:nvGrpSpPr>
        <p:grpSpPr>
          <a:xfrm>
            <a:off x="7967105" y="3125970"/>
            <a:ext cx="339253" cy="339253"/>
            <a:chOff x="5049725" y="3806450"/>
            <a:chExt cx="481825" cy="481825"/>
          </a:xfrm>
        </p:grpSpPr>
        <p:sp>
          <p:nvSpPr>
            <p:cNvPr id="6183" name="Google Shape;6183;p5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5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5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6" name="Google Shape;6186;p51"/>
          <p:cNvGrpSpPr/>
          <p:nvPr/>
        </p:nvGrpSpPr>
        <p:grpSpPr>
          <a:xfrm>
            <a:off x="1276714" y="3951798"/>
            <a:ext cx="339253" cy="339253"/>
            <a:chOff x="5651375" y="3806450"/>
            <a:chExt cx="481825" cy="481825"/>
          </a:xfrm>
        </p:grpSpPr>
        <p:sp>
          <p:nvSpPr>
            <p:cNvPr id="6187" name="Google Shape;6187;p5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5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0" name="Google Shape;6190;p5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1" name="Google Shape;6191;p51"/>
          <p:cNvGrpSpPr/>
          <p:nvPr/>
        </p:nvGrpSpPr>
        <p:grpSpPr>
          <a:xfrm>
            <a:off x="3153646" y="3953787"/>
            <a:ext cx="298503" cy="335275"/>
            <a:chOff x="6264300" y="3809300"/>
            <a:chExt cx="423950" cy="476175"/>
          </a:xfrm>
        </p:grpSpPr>
        <p:sp>
          <p:nvSpPr>
            <p:cNvPr id="6192" name="Google Shape;6192;p5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5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5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5" name="Google Shape;6195;p51"/>
          <p:cNvGrpSpPr/>
          <p:nvPr/>
        </p:nvGrpSpPr>
        <p:grpSpPr>
          <a:xfrm>
            <a:off x="5032267" y="3538881"/>
            <a:ext cx="340573" cy="339271"/>
            <a:chOff x="898875" y="4399275"/>
            <a:chExt cx="483700" cy="481850"/>
          </a:xfrm>
        </p:grpSpPr>
        <p:sp>
          <p:nvSpPr>
            <p:cNvPr id="6196" name="Google Shape;6196;p5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5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5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5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5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4" name="Google Shape;6204;p51"/>
          <p:cNvGrpSpPr/>
          <p:nvPr/>
        </p:nvGrpSpPr>
        <p:grpSpPr>
          <a:xfrm>
            <a:off x="5466000" y="3554133"/>
            <a:ext cx="339253" cy="308765"/>
            <a:chOff x="1492675" y="4420975"/>
            <a:chExt cx="481825" cy="438525"/>
          </a:xfrm>
        </p:grpSpPr>
        <p:sp>
          <p:nvSpPr>
            <p:cNvPr id="6205" name="Google Shape;6205;p5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5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8" name="Google Shape;6208;p5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5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0" name="Google Shape;6210;p51"/>
          <p:cNvGrpSpPr/>
          <p:nvPr/>
        </p:nvGrpSpPr>
        <p:grpSpPr>
          <a:xfrm>
            <a:off x="5870982" y="3539558"/>
            <a:ext cx="342580" cy="337915"/>
            <a:chOff x="2084100" y="4400250"/>
            <a:chExt cx="486550" cy="479925"/>
          </a:xfrm>
        </p:grpSpPr>
        <p:sp>
          <p:nvSpPr>
            <p:cNvPr id="6211" name="Google Shape;6211;p5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5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5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5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5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7" name="Google Shape;6217;p51"/>
          <p:cNvGrpSpPr/>
          <p:nvPr/>
        </p:nvGrpSpPr>
        <p:grpSpPr>
          <a:xfrm>
            <a:off x="6307462" y="3538907"/>
            <a:ext cx="298169" cy="339218"/>
            <a:chOff x="2707950" y="4399325"/>
            <a:chExt cx="423475" cy="481775"/>
          </a:xfrm>
        </p:grpSpPr>
        <p:sp>
          <p:nvSpPr>
            <p:cNvPr id="6218" name="Google Shape;6218;p5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5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5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5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5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0" name="Google Shape;6230;p51"/>
          <p:cNvGrpSpPr/>
          <p:nvPr/>
        </p:nvGrpSpPr>
        <p:grpSpPr>
          <a:xfrm>
            <a:off x="6736981" y="3538881"/>
            <a:ext cx="275057" cy="339271"/>
            <a:chOff x="3330525" y="4399275"/>
            <a:chExt cx="390650" cy="481850"/>
          </a:xfrm>
        </p:grpSpPr>
        <p:sp>
          <p:nvSpPr>
            <p:cNvPr id="6231" name="Google Shape;6231;p5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2" name="Google Shape;6232;p5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5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5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8" name="Google Shape;6238;p51"/>
          <p:cNvGrpSpPr/>
          <p:nvPr/>
        </p:nvGrpSpPr>
        <p:grpSpPr>
          <a:xfrm>
            <a:off x="7161510" y="3538890"/>
            <a:ext cx="253265" cy="339253"/>
            <a:chOff x="3938800" y="4399275"/>
            <a:chExt cx="359700" cy="481825"/>
          </a:xfrm>
        </p:grpSpPr>
        <p:sp>
          <p:nvSpPr>
            <p:cNvPr id="6239" name="Google Shape;6239;p5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5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5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5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4" name="Google Shape;6244;p51"/>
          <p:cNvGrpSpPr/>
          <p:nvPr/>
        </p:nvGrpSpPr>
        <p:grpSpPr>
          <a:xfrm>
            <a:off x="7632288" y="3538890"/>
            <a:ext cx="159039" cy="339253"/>
            <a:chOff x="4584850" y="4399275"/>
            <a:chExt cx="225875" cy="481825"/>
          </a:xfrm>
        </p:grpSpPr>
        <p:sp>
          <p:nvSpPr>
            <p:cNvPr id="6245" name="Google Shape;6245;p5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47" name="Google Shape;6247;p5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48" name="Google Shape;6248;p51"/>
          <p:cNvGrpSpPr/>
          <p:nvPr/>
        </p:nvGrpSpPr>
        <p:grpSpPr>
          <a:xfrm>
            <a:off x="817316" y="3951795"/>
            <a:ext cx="339253" cy="339253"/>
            <a:chOff x="5642550" y="4399275"/>
            <a:chExt cx="481825" cy="481825"/>
          </a:xfrm>
        </p:grpSpPr>
        <p:sp>
          <p:nvSpPr>
            <p:cNvPr id="6249" name="Google Shape;6249;p5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51"/>
          <p:cNvGrpSpPr/>
          <p:nvPr/>
        </p:nvGrpSpPr>
        <p:grpSpPr>
          <a:xfrm>
            <a:off x="2670186" y="3963703"/>
            <a:ext cx="363316" cy="315437"/>
            <a:chOff x="6218300" y="4416175"/>
            <a:chExt cx="516000" cy="448000"/>
          </a:xfrm>
        </p:grpSpPr>
        <p:sp>
          <p:nvSpPr>
            <p:cNvPr id="6252" name="Google Shape;6252;p5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5" name="Google Shape;6255;p51"/>
          <p:cNvGrpSpPr/>
          <p:nvPr/>
        </p:nvGrpSpPr>
        <p:grpSpPr>
          <a:xfrm>
            <a:off x="5870391" y="3951792"/>
            <a:ext cx="339253" cy="339253"/>
            <a:chOff x="899850" y="4992125"/>
            <a:chExt cx="481825" cy="481825"/>
          </a:xfrm>
        </p:grpSpPr>
        <p:sp>
          <p:nvSpPr>
            <p:cNvPr id="6256" name="Google Shape;6256;p5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1"/>
          <p:cNvGrpSpPr/>
          <p:nvPr/>
        </p:nvGrpSpPr>
        <p:grpSpPr>
          <a:xfrm>
            <a:off x="5410993" y="3951792"/>
            <a:ext cx="339253" cy="339253"/>
            <a:chOff x="1492675" y="4992125"/>
            <a:chExt cx="481825" cy="481825"/>
          </a:xfrm>
        </p:grpSpPr>
        <p:sp>
          <p:nvSpPr>
            <p:cNvPr id="6260" name="Google Shape;6260;p5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2" name="Google Shape;6262;p51"/>
          <p:cNvGrpSpPr/>
          <p:nvPr/>
        </p:nvGrpSpPr>
        <p:grpSpPr>
          <a:xfrm>
            <a:off x="4951595" y="3951792"/>
            <a:ext cx="339253" cy="339253"/>
            <a:chOff x="2085525" y="4992125"/>
            <a:chExt cx="481825" cy="481825"/>
          </a:xfrm>
        </p:grpSpPr>
        <p:sp>
          <p:nvSpPr>
            <p:cNvPr id="6263" name="Google Shape;6263;p5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5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5" name="Google Shape;6265;p51"/>
          <p:cNvGrpSpPr/>
          <p:nvPr/>
        </p:nvGrpSpPr>
        <p:grpSpPr>
          <a:xfrm>
            <a:off x="6789344" y="3951792"/>
            <a:ext cx="339253" cy="339253"/>
            <a:chOff x="2678350" y="4992125"/>
            <a:chExt cx="481825" cy="481825"/>
          </a:xfrm>
        </p:grpSpPr>
        <p:sp>
          <p:nvSpPr>
            <p:cNvPr id="6266" name="Google Shape;6266;p5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5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5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9" name="Google Shape;6269;p51"/>
          <p:cNvGrpSpPr/>
          <p:nvPr/>
        </p:nvGrpSpPr>
        <p:grpSpPr>
          <a:xfrm>
            <a:off x="4492198" y="3951792"/>
            <a:ext cx="339253" cy="339253"/>
            <a:chOff x="3271200" y="4992125"/>
            <a:chExt cx="481825" cy="481825"/>
          </a:xfrm>
        </p:grpSpPr>
        <p:sp>
          <p:nvSpPr>
            <p:cNvPr id="6270" name="Google Shape;6270;p5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5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3" name="Google Shape;6273;p51"/>
          <p:cNvGrpSpPr/>
          <p:nvPr/>
        </p:nvGrpSpPr>
        <p:grpSpPr>
          <a:xfrm>
            <a:off x="6329788" y="3952813"/>
            <a:ext cx="339411" cy="337211"/>
            <a:chOff x="5049575" y="4993600"/>
            <a:chExt cx="482050" cy="478925"/>
          </a:xfrm>
        </p:grpSpPr>
        <p:sp>
          <p:nvSpPr>
            <p:cNvPr id="6274" name="Google Shape;6274;p5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5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5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7" name="Google Shape;6277;p5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78" name="Google Shape;6278;p5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279" name="Google Shape;6279;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280" name="Google Shape;6280;p51"/>
          <p:cNvGrpSpPr/>
          <p:nvPr/>
        </p:nvGrpSpPr>
        <p:grpSpPr>
          <a:xfrm>
            <a:off x="7248742" y="3975375"/>
            <a:ext cx="195300" cy="343772"/>
            <a:chOff x="3999225" y="4364775"/>
            <a:chExt cx="195300" cy="343772"/>
          </a:xfrm>
        </p:grpSpPr>
        <p:grpSp>
          <p:nvGrpSpPr>
            <p:cNvPr id="6281" name="Google Shape;6281;p51"/>
            <p:cNvGrpSpPr/>
            <p:nvPr/>
          </p:nvGrpSpPr>
          <p:grpSpPr>
            <a:xfrm>
              <a:off x="4048568" y="4562577"/>
              <a:ext cx="97317" cy="145970"/>
              <a:chOff x="1529575" y="2222650"/>
              <a:chExt cx="203125" cy="304675"/>
            </a:xfrm>
          </p:grpSpPr>
          <p:sp>
            <p:nvSpPr>
              <p:cNvPr id="6282" name="Google Shape;6282;p5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51"/>
            <p:cNvGrpSpPr/>
            <p:nvPr/>
          </p:nvGrpSpPr>
          <p:grpSpPr>
            <a:xfrm>
              <a:off x="3999225" y="4364775"/>
              <a:ext cx="195300" cy="195300"/>
              <a:chOff x="3999225" y="4364775"/>
              <a:chExt cx="195300" cy="195300"/>
            </a:xfrm>
          </p:grpSpPr>
          <p:sp>
            <p:nvSpPr>
              <p:cNvPr id="6285" name="Google Shape;6285;p5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87" name="Google Shape;6287;p51"/>
          <p:cNvGrpSpPr/>
          <p:nvPr/>
        </p:nvGrpSpPr>
        <p:grpSpPr>
          <a:xfrm>
            <a:off x="7564186" y="3991627"/>
            <a:ext cx="277088" cy="259611"/>
            <a:chOff x="4335888" y="4398114"/>
            <a:chExt cx="277088" cy="259611"/>
          </a:xfrm>
        </p:grpSpPr>
        <p:grpSp>
          <p:nvGrpSpPr>
            <p:cNvPr id="6288" name="Google Shape;6288;p51"/>
            <p:cNvGrpSpPr/>
            <p:nvPr/>
          </p:nvGrpSpPr>
          <p:grpSpPr>
            <a:xfrm>
              <a:off x="4335888" y="4462425"/>
              <a:ext cx="195300" cy="195300"/>
              <a:chOff x="4335888" y="4462425"/>
              <a:chExt cx="195300" cy="195300"/>
            </a:xfrm>
          </p:grpSpPr>
          <p:sp>
            <p:nvSpPr>
              <p:cNvPr id="6289" name="Google Shape;6289;p5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51"/>
            <p:cNvGrpSpPr/>
            <p:nvPr/>
          </p:nvGrpSpPr>
          <p:grpSpPr>
            <a:xfrm>
              <a:off x="4509813" y="4398114"/>
              <a:ext cx="103162" cy="103198"/>
              <a:chOff x="2277975" y="2021700"/>
              <a:chExt cx="215325" cy="215400"/>
            </a:xfrm>
          </p:grpSpPr>
          <p:sp>
            <p:nvSpPr>
              <p:cNvPr id="6292" name="Google Shape;6292;p5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4" name="Google Shape;6294;p51"/>
          <p:cNvGrpSpPr/>
          <p:nvPr/>
        </p:nvGrpSpPr>
        <p:grpSpPr>
          <a:xfrm>
            <a:off x="7961419" y="4049613"/>
            <a:ext cx="392275" cy="195300"/>
            <a:chOff x="4752588" y="4440200"/>
            <a:chExt cx="392275" cy="195300"/>
          </a:xfrm>
        </p:grpSpPr>
        <p:grpSp>
          <p:nvGrpSpPr>
            <p:cNvPr id="6295" name="Google Shape;6295;p51"/>
            <p:cNvGrpSpPr/>
            <p:nvPr/>
          </p:nvGrpSpPr>
          <p:grpSpPr>
            <a:xfrm>
              <a:off x="4950384" y="4469728"/>
              <a:ext cx="194479" cy="136244"/>
              <a:chOff x="3163375" y="2175125"/>
              <a:chExt cx="405925" cy="284375"/>
            </a:xfrm>
          </p:grpSpPr>
          <p:sp>
            <p:nvSpPr>
              <p:cNvPr id="6296" name="Google Shape;6296;p5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51"/>
            <p:cNvGrpSpPr/>
            <p:nvPr/>
          </p:nvGrpSpPr>
          <p:grpSpPr>
            <a:xfrm>
              <a:off x="4752588" y="4440200"/>
              <a:ext cx="195300" cy="195300"/>
              <a:chOff x="4335888" y="4462425"/>
              <a:chExt cx="195300" cy="195300"/>
            </a:xfrm>
          </p:grpSpPr>
          <p:sp>
            <p:nvSpPr>
              <p:cNvPr id="6300" name="Google Shape;6300;p5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05" name="Shape 6305"/>
        <p:cNvGrpSpPr/>
        <p:nvPr/>
      </p:nvGrpSpPr>
      <p:grpSpPr>
        <a:xfrm>
          <a:off x="0" y="0"/>
          <a:ext cx="0" cy="0"/>
          <a:chOff x="0" y="0"/>
          <a:chExt cx="0" cy="0"/>
        </a:xfrm>
      </p:grpSpPr>
      <p:grpSp>
        <p:nvGrpSpPr>
          <p:cNvPr id="6306" name="Google Shape;6306;p52"/>
          <p:cNvGrpSpPr/>
          <p:nvPr/>
        </p:nvGrpSpPr>
        <p:grpSpPr>
          <a:xfrm>
            <a:off x="856199" y="1311179"/>
            <a:ext cx="322099" cy="370529"/>
            <a:chOff x="-42971725" y="3217825"/>
            <a:chExt cx="275675" cy="317125"/>
          </a:xfrm>
        </p:grpSpPr>
        <p:sp>
          <p:nvSpPr>
            <p:cNvPr id="6307" name="Google Shape;6307;p5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52"/>
          <p:cNvGrpSpPr/>
          <p:nvPr/>
        </p:nvGrpSpPr>
        <p:grpSpPr>
          <a:xfrm>
            <a:off x="828113" y="1779835"/>
            <a:ext cx="378270" cy="337551"/>
            <a:chOff x="-42996150" y="3612600"/>
            <a:chExt cx="323750" cy="288900"/>
          </a:xfrm>
        </p:grpSpPr>
        <p:sp>
          <p:nvSpPr>
            <p:cNvPr id="6311" name="Google Shape;6311;p5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2"/>
          <p:cNvGrpSpPr/>
          <p:nvPr/>
        </p:nvGrpSpPr>
        <p:grpSpPr>
          <a:xfrm>
            <a:off x="830874" y="2189205"/>
            <a:ext cx="372749" cy="370909"/>
            <a:chOff x="-42994575" y="3950300"/>
            <a:chExt cx="319025" cy="317450"/>
          </a:xfrm>
        </p:grpSpPr>
        <p:sp>
          <p:nvSpPr>
            <p:cNvPr id="6315" name="Google Shape;6315;p5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52"/>
          <p:cNvGrpSpPr/>
          <p:nvPr/>
        </p:nvGrpSpPr>
        <p:grpSpPr>
          <a:xfrm>
            <a:off x="2984269" y="1336037"/>
            <a:ext cx="371785" cy="370879"/>
            <a:chOff x="-41111350" y="3239100"/>
            <a:chExt cx="318200" cy="317425"/>
          </a:xfrm>
        </p:grpSpPr>
        <p:sp>
          <p:nvSpPr>
            <p:cNvPr id="6319" name="Google Shape;6319;p5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52"/>
          <p:cNvGrpSpPr/>
          <p:nvPr/>
        </p:nvGrpSpPr>
        <p:grpSpPr>
          <a:xfrm>
            <a:off x="2980588" y="1771568"/>
            <a:ext cx="379146" cy="370967"/>
            <a:chOff x="-41117650" y="3605525"/>
            <a:chExt cx="324500" cy="317500"/>
          </a:xfrm>
        </p:grpSpPr>
        <p:sp>
          <p:nvSpPr>
            <p:cNvPr id="6324" name="Google Shape;6324;p5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5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52"/>
          <p:cNvGrpSpPr/>
          <p:nvPr/>
        </p:nvGrpSpPr>
        <p:grpSpPr>
          <a:xfrm>
            <a:off x="1806843" y="2663092"/>
            <a:ext cx="216271" cy="371814"/>
            <a:chOff x="-39205300" y="3220175"/>
            <a:chExt cx="185100" cy="318225"/>
          </a:xfrm>
        </p:grpSpPr>
        <p:sp>
          <p:nvSpPr>
            <p:cNvPr id="6329" name="Google Shape;6329;p5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52"/>
          <p:cNvGrpSpPr/>
          <p:nvPr/>
        </p:nvGrpSpPr>
        <p:grpSpPr>
          <a:xfrm>
            <a:off x="1772370" y="3123163"/>
            <a:ext cx="300016" cy="369273"/>
            <a:chOff x="-39248625" y="3588600"/>
            <a:chExt cx="256775" cy="316050"/>
          </a:xfrm>
        </p:grpSpPr>
        <p:sp>
          <p:nvSpPr>
            <p:cNvPr id="6332" name="Google Shape;6332;p5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4" name="Google Shape;6334;p5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6" name="Google Shape;6336;p52"/>
          <p:cNvGrpSpPr/>
          <p:nvPr/>
        </p:nvGrpSpPr>
        <p:grpSpPr>
          <a:xfrm>
            <a:off x="1223084" y="1311179"/>
            <a:ext cx="429504" cy="370879"/>
            <a:chOff x="-42651700" y="3217825"/>
            <a:chExt cx="367600" cy="317425"/>
          </a:xfrm>
        </p:grpSpPr>
        <p:sp>
          <p:nvSpPr>
            <p:cNvPr id="6337" name="Google Shape;6337;p5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2"/>
          <p:cNvGrpSpPr/>
          <p:nvPr/>
        </p:nvGrpSpPr>
        <p:grpSpPr>
          <a:xfrm>
            <a:off x="1258516" y="1750829"/>
            <a:ext cx="358640" cy="363226"/>
            <a:chOff x="-42617300" y="3587775"/>
            <a:chExt cx="306950" cy="310875"/>
          </a:xfrm>
        </p:grpSpPr>
        <p:sp>
          <p:nvSpPr>
            <p:cNvPr id="6342" name="Google Shape;6342;p5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4" name="Google Shape;6344;p5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52"/>
          <p:cNvGrpSpPr/>
          <p:nvPr/>
        </p:nvGrpSpPr>
        <p:grpSpPr>
          <a:xfrm>
            <a:off x="3430343" y="1335569"/>
            <a:ext cx="376926" cy="370324"/>
            <a:chOff x="-40748275" y="3238700"/>
            <a:chExt cx="322600" cy="316950"/>
          </a:xfrm>
        </p:grpSpPr>
        <p:sp>
          <p:nvSpPr>
            <p:cNvPr id="6346" name="Google Shape;6346;p5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52"/>
          <p:cNvGrpSpPr/>
          <p:nvPr/>
        </p:nvGrpSpPr>
        <p:grpSpPr>
          <a:xfrm>
            <a:off x="3432899" y="1803553"/>
            <a:ext cx="371814" cy="338690"/>
            <a:chOff x="-40745125" y="3632900"/>
            <a:chExt cx="318225" cy="289875"/>
          </a:xfrm>
        </p:grpSpPr>
        <p:sp>
          <p:nvSpPr>
            <p:cNvPr id="6353" name="Google Shape;6353;p5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52"/>
          <p:cNvGrpSpPr/>
          <p:nvPr/>
        </p:nvGrpSpPr>
        <p:grpSpPr>
          <a:xfrm>
            <a:off x="3437047" y="2214764"/>
            <a:ext cx="363518" cy="370178"/>
            <a:chOff x="-40742750" y="3972175"/>
            <a:chExt cx="311125" cy="316825"/>
          </a:xfrm>
        </p:grpSpPr>
        <p:sp>
          <p:nvSpPr>
            <p:cNvPr id="6361" name="Google Shape;6361;p5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52"/>
          <p:cNvGrpSpPr/>
          <p:nvPr/>
        </p:nvGrpSpPr>
        <p:grpSpPr>
          <a:xfrm>
            <a:off x="2219708" y="2664932"/>
            <a:ext cx="266892" cy="369974"/>
            <a:chOff x="-38860325" y="3221750"/>
            <a:chExt cx="228425" cy="316650"/>
          </a:xfrm>
        </p:grpSpPr>
        <p:sp>
          <p:nvSpPr>
            <p:cNvPr id="6364" name="Google Shape;6364;p5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52"/>
          <p:cNvGrpSpPr/>
          <p:nvPr/>
        </p:nvGrpSpPr>
        <p:grpSpPr>
          <a:xfrm>
            <a:off x="2170515" y="3126989"/>
            <a:ext cx="380081" cy="367111"/>
            <a:chOff x="-38905225" y="3591875"/>
            <a:chExt cx="325300" cy="314200"/>
          </a:xfrm>
        </p:grpSpPr>
        <p:sp>
          <p:nvSpPr>
            <p:cNvPr id="6369" name="Google Shape;6369;p5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5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52"/>
          <p:cNvGrpSpPr/>
          <p:nvPr/>
        </p:nvGrpSpPr>
        <p:grpSpPr>
          <a:xfrm>
            <a:off x="3977265" y="3112069"/>
            <a:ext cx="290815" cy="369740"/>
            <a:chOff x="-37370925" y="3579105"/>
            <a:chExt cx="248900" cy="316450"/>
          </a:xfrm>
        </p:grpSpPr>
        <p:sp>
          <p:nvSpPr>
            <p:cNvPr id="6374" name="Google Shape;6374;p5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6" name="Google Shape;6376;p5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8" name="Google Shape;6378;p52"/>
          <p:cNvGrpSpPr/>
          <p:nvPr/>
        </p:nvGrpSpPr>
        <p:grpSpPr>
          <a:xfrm>
            <a:off x="1670640" y="2190140"/>
            <a:ext cx="371814" cy="369974"/>
            <a:chOff x="-42259725" y="3951100"/>
            <a:chExt cx="318225" cy="316650"/>
          </a:xfrm>
        </p:grpSpPr>
        <p:sp>
          <p:nvSpPr>
            <p:cNvPr id="6379" name="Google Shape;6379;p5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52"/>
          <p:cNvGrpSpPr/>
          <p:nvPr/>
        </p:nvGrpSpPr>
        <p:grpSpPr>
          <a:xfrm>
            <a:off x="3869002" y="1369161"/>
            <a:ext cx="370879" cy="337755"/>
            <a:chOff x="-40378075" y="3267450"/>
            <a:chExt cx="317425" cy="289075"/>
          </a:xfrm>
        </p:grpSpPr>
        <p:sp>
          <p:nvSpPr>
            <p:cNvPr id="6382" name="Google Shape;6382;p5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52"/>
          <p:cNvGrpSpPr/>
          <p:nvPr/>
        </p:nvGrpSpPr>
        <p:grpSpPr>
          <a:xfrm>
            <a:off x="3872668" y="1770429"/>
            <a:ext cx="363548" cy="369974"/>
            <a:chOff x="-40372575" y="3604550"/>
            <a:chExt cx="311150" cy="316650"/>
          </a:xfrm>
        </p:grpSpPr>
        <p:sp>
          <p:nvSpPr>
            <p:cNvPr id="6387" name="Google Shape;6387;p5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0" name="Google Shape;6390;p5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52"/>
          <p:cNvGrpSpPr/>
          <p:nvPr/>
        </p:nvGrpSpPr>
        <p:grpSpPr>
          <a:xfrm>
            <a:off x="2596617" y="2663092"/>
            <a:ext cx="399038" cy="372165"/>
            <a:chOff x="-38542250" y="3220175"/>
            <a:chExt cx="341525" cy="318525"/>
          </a:xfrm>
        </p:grpSpPr>
        <p:sp>
          <p:nvSpPr>
            <p:cNvPr id="6392" name="Google Shape;6392;p5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52"/>
          <p:cNvGrpSpPr/>
          <p:nvPr/>
        </p:nvGrpSpPr>
        <p:grpSpPr>
          <a:xfrm>
            <a:off x="2618549" y="3122462"/>
            <a:ext cx="369974" cy="369068"/>
            <a:chOff x="-38537400" y="3588000"/>
            <a:chExt cx="316650" cy="315875"/>
          </a:xfrm>
        </p:grpSpPr>
        <p:sp>
          <p:nvSpPr>
            <p:cNvPr id="6396" name="Google Shape;6396;p5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52"/>
          <p:cNvGrpSpPr/>
          <p:nvPr/>
        </p:nvGrpSpPr>
        <p:grpSpPr>
          <a:xfrm>
            <a:off x="2617629" y="3579991"/>
            <a:ext cx="371814" cy="369974"/>
            <a:chOff x="-38538975" y="3954250"/>
            <a:chExt cx="318225" cy="316650"/>
          </a:xfrm>
        </p:grpSpPr>
        <p:sp>
          <p:nvSpPr>
            <p:cNvPr id="6401" name="Google Shape;6401;p5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52"/>
          <p:cNvGrpSpPr/>
          <p:nvPr/>
        </p:nvGrpSpPr>
        <p:grpSpPr>
          <a:xfrm>
            <a:off x="3934941" y="3574918"/>
            <a:ext cx="375465" cy="371814"/>
            <a:chOff x="-37385100" y="3949908"/>
            <a:chExt cx="321350" cy="318225"/>
          </a:xfrm>
        </p:grpSpPr>
        <p:sp>
          <p:nvSpPr>
            <p:cNvPr id="6404" name="Google Shape;6404;p5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52"/>
          <p:cNvGrpSpPr/>
          <p:nvPr/>
        </p:nvGrpSpPr>
        <p:grpSpPr>
          <a:xfrm>
            <a:off x="2110600" y="1310478"/>
            <a:ext cx="370909" cy="370675"/>
            <a:chOff x="-41895050" y="3217225"/>
            <a:chExt cx="317450" cy="317250"/>
          </a:xfrm>
        </p:grpSpPr>
        <p:sp>
          <p:nvSpPr>
            <p:cNvPr id="6407" name="Google Shape;6407;p5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52"/>
          <p:cNvGrpSpPr/>
          <p:nvPr/>
        </p:nvGrpSpPr>
        <p:grpSpPr>
          <a:xfrm>
            <a:off x="2110148" y="1747412"/>
            <a:ext cx="371814" cy="369974"/>
            <a:chOff x="-41893475" y="3584850"/>
            <a:chExt cx="318225" cy="316650"/>
          </a:xfrm>
        </p:grpSpPr>
        <p:sp>
          <p:nvSpPr>
            <p:cNvPr id="6413" name="Google Shape;6413;p5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7" name="Google Shape;6417;p5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9" name="Google Shape;6419;p52"/>
          <p:cNvGrpSpPr/>
          <p:nvPr/>
        </p:nvGrpSpPr>
        <p:grpSpPr>
          <a:xfrm>
            <a:off x="880176" y="3142704"/>
            <a:ext cx="337522" cy="370909"/>
            <a:chOff x="-39998250" y="3605325"/>
            <a:chExt cx="288875" cy="317450"/>
          </a:xfrm>
        </p:grpSpPr>
        <p:sp>
          <p:nvSpPr>
            <p:cNvPr id="6420" name="Google Shape;6420;p5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52"/>
          <p:cNvGrpSpPr/>
          <p:nvPr/>
        </p:nvGrpSpPr>
        <p:grpSpPr>
          <a:xfrm>
            <a:off x="863950" y="3601168"/>
            <a:ext cx="369974" cy="369945"/>
            <a:chOff x="-40011050" y="3972375"/>
            <a:chExt cx="316650" cy="316625"/>
          </a:xfrm>
        </p:grpSpPr>
        <p:sp>
          <p:nvSpPr>
            <p:cNvPr id="6423" name="Google Shape;6423;p5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52"/>
          <p:cNvGrpSpPr/>
          <p:nvPr/>
        </p:nvGrpSpPr>
        <p:grpSpPr>
          <a:xfrm>
            <a:off x="3095881" y="2665867"/>
            <a:ext cx="266921" cy="369039"/>
            <a:chOff x="-38129425" y="3222550"/>
            <a:chExt cx="228450" cy="315850"/>
          </a:xfrm>
        </p:grpSpPr>
        <p:sp>
          <p:nvSpPr>
            <p:cNvPr id="6426" name="Google Shape;6426;p5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52"/>
          <p:cNvGrpSpPr/>
          <p:nvPr/>
        </p:nvGrpSpPr>
        <p:grpSpPr>
          <a:xfrm>
            <a:off x="3050850" y="3122462"/>
            <a:ext cx="371785" cy="369974"/>
            <a:chOff x="-38172725" y="3588000"/>
            <a:chExt cx="318200" cy="316650"/>
          </a:xfrm>
        </p:grpSpPr>
        <p:sp>
          <p:nvSpPr>
            <p:cNvPr id="6429" name="Google Shape;6429;p5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52"/>
          <p:cNvGrpSpPr/>
          <p:nvPr/>
        </p:nvGrpSpPr>
        <p:grpSpPr>
          <a:xfrm>
            <a:off x="3126752" y="3580897"/>
            <a:ext cx="219981" cy="369974"/>
            <a:chOff x="-38109725" y="3955025"/>
            <a:chExt cx="188275" cy="316650"/>
          </a:xfrm>
        </p:grpSpPr>
        <p:sp>
          <p:nvSpPr>
            <p:cNvPr id="6438" name="Google Shape;6438;p5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0" name="Google Shape;6440;p5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1" name="Google Shape;6441;p52"/>
          <p:cNvGrpSpPr/>
          <p:nvPr/>
        </p:nvGrpSpPr>
        <p:grpSpPr>
          <a:xfrm>
            <a:off x="2542151" y="1312318"/>
            <a:ext cx="373654" cy="369068"/>
            <a:chOff x="-41530375" y="3218800"/>
            <a:chExt cx="319800" cy="315875"/>
          </a:xfrm>
        </p:grpSpPr>
        <p:sp>
          <p:nvSpPr>
            <p:cNvPr id="6442" name="Google Shape;6442;p5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52"/>
          <p:cNvGrpSpPr/>
          <p:nvPr/>
        </p:nvGrpSpPr>
        <p:grpSpPr>
          <a:xfrm>
            <a:off x="2544444" y="1827476"/>
            <a:ext cx="369068" cy="289004"/>
            <a:chOff x="-41526450" y="3653375"/>
            <a:chExt cx="315875" cy="247350"/>
          </a:xfrm>
        </p:grpSpPr>
        <p:sp>
          <p:nvSpPr>
            <p:cNvPr id="6445" name="Google Shape;6445;p5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52"/>
          <p:cNvGrpSpPr/>
          <p:nvPr/>
        </p:nvGrpSpPr>
        <p:grpSpPr>
          <a:xfrm>
            <a:off x="2545831" y="2190140"/>
            <a:ext cx="366293" cy="369974"/>
            <a:chOff x="-41526450" y="3951100"/>
            <a:chExt cx="313500" cy="316650"/>
          </a:xfrm>
        </p:grpSpPr>
        <p:sp>
          <p:nvSpPr>
            <p:cNvPr id="6448" name="Google Shape;6448;p5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52"/>
          <p:cNvGrpSpPr/>
          <p:nvPr/>
        </p:nvGrpSpPr>
        <p:grpSpPr>
          <a:xfrm>
            <a:off x="1311086" y="2684269"/>
            <a:ext cx="339595" cy="371814"/>
            <a:chOff x="-39625900" y="3238300"/>
            <a:chExt cx="290650" cy="318225"/>
          </a:xfrm>
        </p:grpSpPr>
        <p:sp>
          <p:nvSpPr>
            <p:cNvPr id="6452" name="Google Shape;6452;p5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4" name="Google Shape;6454;p5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5" name="Google Shape;6455;p52"/>
          <p:cNvGrpSpPr/>
          <p:nvPr/>
        </p:nvGrpSpPr>
        <p:grpSpPr>
          <a:xfrm>
            <a:off x="1305137" y="3600730"/>
            <a:ext cx="366293" cy="370441"/>
            <a:chOff x="-39647175" y="3972000"/>
            <a:chExt cx="313500" cy="317050"/>
          </a:xfrm>
        </p:grpSpPr>
        <p:sp>
          <p:nvSpPr>
            <p:cNvPr id="6456" name="Google Shape;6456;p5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52"/>
          <p:cNvGrpSpPr/>
          <p:nvPr/>
        </p:nvGrpSpPr>
        <p:grpSpPr>
          <a:xfrm>
            <a:off x="3474265" y="2664728"/>
            <a:ext cx="375495" cy="370879"/>
            <a:chOff x="-37808850" y="3221575"/>
            <a:chExt cx="321375" cy="317425"/>
          </a:xfrm>
        </p:grpSpPr>
        <p:sp>
          <p:nvSpPr>
            <p:cNvPr id="6460" name="Google Shape;6460;p5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2"/>
          <p:cNvGrpSpPr/>
          <p:nvPr/>
        </p:nvGrpSpPr>
        <p:grpSpPr>
          <a:xfrm>
            <a:off x="3483038" y="3186759"/>
            <a:ext cx="372749" cy="241158"/>
            <a:chOff x="-37806500" y="3643030"/>
            <a:chExt cx="319025" cy="206400"/>
          </a:xfrm>
        </p:grpSpPr>
        <p:sp>
          <p:nvSpPr>
            <p:cNvPr id="6463" name="Google Shape;6463;p5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52"/>
          <p:cNvGrpSpPr/>
          <p:nvPr/>
        </p:nvGrpSpPr>
        <p:grpSpPr>
          <a:xfrm>
            <a:off x="3485346" y="3579056"/>
            <a:ext cx="368134" cy="371814"/>
            <a:chOff x="-37804925" y="3953450"/>
            <a:chExt cx="315075" cy="318225"/>
          </a:xfrm>
        </p:grpSpPr>
        <p:sp>
          <p:nvSpPr>
            <p:cNvPr id="6466" name="Google Shape;6466;p5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9" name="Google Shape;6469;p5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0" name="Google Shape;6470;p52"/>
          <p:cNvGrpSpPr/>
          <p:nvPr/>
        </p:nvGrpSpPr>
        <p:grpSpPr>
          <a:xfrm>
            <a:off x="4840364" y="1328538"/>
            <a:ext cx="355663" cy="308725"/>
            <a:chOff x="-28462125" y="3199700"/>
            <a:chExt cx="298550" cy="259150"/>
          </a:xfrm>
        </p:grpSpPr>
        <p:sp>
          <p:nvSpPr>
            <p:cNvPr id="6471" name="Google Shape;6471;p5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52"/>
          <p:cNvGrpSpPr/>
          <p:nvPr/>
        </p:nvGrpSpPr>
        <p:grpSpPr>
          <a:xfrm>
            <a:off x="4841317" y="1763228"/>
            <a:ext cx="353757" cy="352833"/>
            <a:chOff x="-28461325" y="3545475"/>
            <a:chExt cx="296950" cy="296175"/>
          </a:xfrm>
        </p:grpSpPr>
        <p:sp>
          <p:nvSpPr>
            <p:cNvPr id="6475" name="Google Shape;6475;p5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52"/>
          <p:cNvGrpSpPr/>
          <p:nvPr/>
        </p:nvGrpSpPr>
        <p:grpSpPr>
          <a:xfrm>
            <a:off x="4837550" y="2213272"/>
            <a:ext cx="361292" cy="352803"/>
            <a:chOff x="-28463700" y="3914875"/>
            <a:chExt cx="303275" cy="296150"/>
          </a:xfrm>
        </p:grpSpPr>
        <p:sp>
          <p:nvSpPr>
            <p:cNvPr id="6482" name="Google Shape;6482;p5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2"/>
          <p:cNvGrpSpPr/>
          <p:nvPr/>
        </p:nvGrpSpPr>
        <p:grpSpPr>
          <a:xfrm>
            <a:off x="7072335" y="1369355"/>
            <a:ext cx="351880" cy="227092"/>
            <a:chOff x="-26573400" y="3224125"/>
            <a:chExt cx="295375" cy="190625"/>
          </a:xfrm>
        </p:grpSpPr>
        <p:sp>
          <p:nvSpPr>
            <p:cNvPr id="6485" name="Google Shape;6485;p5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52"/>
          <p:cNvGrpSpPr/>
          <p:nvPr/>
        </p:nvGrpSpPr>
        <p:grpSpPr>
          <a:xfrm>
            <a:off x="7072335" y="1763690"/>
            <a:ext cx="351880" cy="351910"/>
            <a:chOff x="-26573400" y="3546250"/>
            <a:chExt cx="295375" cy="295400"/>
          </a:xfrm>
        </p:grpSpPr>
        <p:sp>
          <p:nvSpPr>
            <p:cNvPr id="6488" name="Google Shape;6488;p5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52"/>
          <p:cNvGrpSpPr/>
          <p:nvPr/>
        </p:nvGrpSpPr>
        <p:grpSpPr>
          <a:xfrm>
            <a:off x="7060615" y="2213599"/>
            <a:ext cx="375319" cy="352148"/>
            <a:chOff x="-26583625" y="3917025"/>
            <a:chExt cx="315050" cy="295600"/>
          </a:xfrm>
        </p:grpSpPr>
        <p:sp>
          <p:nvSpPr>
            <p:cNvPr id="6494" name="Google Shape;6494;p5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8" name="Google Shape;6498;p5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9" name="Google Shape;6499;p52"/>
          <p:cNvGrpSpPr/>
          <p:nvPr/>
        </p:nvGrpSpPr>
        <p:grpSpPr>
          <a:xfrm>
            <a:off x="5759130" y="3172629"/>
            <a:ext cx="289039" cy="352833"/>
            <a:chOff x="-24694925" y="3518700"/>
            <a:chExt cx="242625" cy="296175"/>
          </a:xfrm>
        </p:grpSpPr>
        <p:sp>
          <p:nvSpPr>
            <p:cNvPr id="6500" name="Google Shape;6500;p5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52"/>
          <p:cNvGrpSpPr/>
          <p:nvPr/>
        </p:nvGrpSpPr>
        <p:grpSpPr>
          <a:xfrm>
            <a:off x="5758668" y="3622657"/>
            <a:ext cx="289962" cy="352833"/>
            <a:chOff x="-24709100" y="3888875"/>
            <a:chExt cx="243400" cy="296175"/>
          </a:xfrm>
        </p:grpSpPr>
        <p:sp>
          <p:nvSpPr>
            <p:cNvPr id="6505" name="Google Shape;6505;p5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2"/>
          <p:cNvGrpSpPr/>
          <p:nvPr/>
        </p:nvGrpSpPr>
        <p:grpSpPr>
          <a:xfrm>
            <a:off x="7958668" y="2695320"/>
            <a:ext cx="356556" cy="349557"/>
            <a:chOff x="-22863675" y="3131775"/>
            <a:chExt cx="299300" cy="293425"/>
          </a:xfrm>
        </p:grpSpPr>
        <p:sp>
          <p:nvSpPr>
            <p:cNvPr id="6509" name="Google Shape;6509;p5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52"/>
          <p:cNvGrpSpPr/>
          <p:nvPr/>
        </p:nvGrpSpPr>
        <p:grpSpPr>
          <a:xfrm>
            <a:off x="5301532" y="1306499"/>
            <a:ext cx="310602" cy="352803"/>
            <a:chOff x="-28069875" y="3175300"/>
            <a:chExt cx="260725" cy="296150"/>
          </a:xfrm>
        </p:grpSpPr>
        <p:sp>
          <p:nvSpPr>
            <p:cNvPr id="6513" name="Google Shape;6513;p5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2" name="Google Shape;6522;p5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52"/>
          <p:cNvGrpSpPr/>
          <p:nvPr/>
        </p:nvGrpSpPr>
        <p:grpSpPr>
          <a:xfrm>
            <a:off x="5342810" y="2213733"/>
            <a:ext cx="228045" cy="351880"/>
            <a:chOff x="-28032075" y="3916450"/>
            <a:chExt cx="191425" cy="295375"/>
          </a:xfrm>
        </p:grpSpPr>
        <p:sp>
          <p:nvSpPr>
            <p:cNvPr id="6524" name="Google Shape;6524;p5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2"/>
          <p:cNvGrpSpPr/>
          <p:nvPr/>
        </p:nvGrpSpPr>
        <p:grpSpPr>
          <a:xfrm>
            <a:off x="7508157" y="1306484"/>
            <a:ext cx="352833" cy="352833"/>
            <a:chOff x="-26201650" y="3176075"/>
            <a:chExt cx="296175" cy="296175"/>
          </a:xfrm>
        </p:grpSpPr>
        <p:sp>
          <p:nvSpPr>
            <p:cNvPr id="6528" name="Google Shape;6528;p5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52"/>
          <p:cNvGrpSpPr/>
          <p:nvPr/>
        </p:nvGrpSpPr>
        <p:grpSpPr>
          <a:xfrm>
            <a:off x="7507680" y="1763705"/>
            <a:ext cx="353786" cy="351880"/>
            <a:chOff x="-26204800" y="3547050"/>
            <a:chExt cx="296975" cy="295375"/>
          </a:xfrm>
        </p:grpSpPr>
        <p:sp>
          <p:nvSpPr>
            <p:cNvPr id="6531" name="Google Shape;6531;p5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3" name="Google Shape;6533;p5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4" name="Google Shape;6534;p52"/>
          <p:cNvGrpSpPr/>
          <p:nvPr/>
        </p:nvGrpSpPr>
        <p:grpSpPr>
          <a:xfrm>
            <a:off x="6178935" y="2693683"/>
            <a:ext cx="345328" cy="352833"/>
            <a:chOff x="-24353875" y="3147725"/>
            <a:chExt cx="289875" cy="296175"/>
          </a:xfrm>
        </p:grpSpPr>
        <p:sp>
          <p:nvSpPr>
            <p:cNvPr id="6535" name="Google Shape;6535;p5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52"/>
          <p:cNvGrpSpPr/>
          <p:nvPr/>
        </p:nvGrpSpPr>
        <p:grpSpPr>
          <a:xfrm>
            <a:off x="6186917" y="3173090"/>
            <a:ext cx="329365" cy="351910"/>
            <a:chOff x="-24344425" y="3519475"/>
            <a:chExt cx="276475" cy="295400"/>
          </a:xfrm>
        </p:grpSpPr>
        <p:sp>
          <p:nvSpPr>
            <p:cNvPr id="6538" name="Google Shape;6538;p5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2"/>
          <p:cNvGrpSpPr/>
          <p:nvPr/>
        </p:nvGrpSpPr>
        <p:grpSpPr>
          <a:xfrm>
            <a:off x="6176597" y="3625010"/>
            <a:ext cx="350004" cy="348128"/>
            <a:chOff x="-24353075" y="3891250"/>
            <a:chExt cx="293800" cy="292225"/>
          </a:xfrm>
        </p:grpSpPr>
        <p:sp>
          <p:nvSpPr>
            <p:cNvPr id="6541" name="Google Shape;6541;p5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52"/>
          <p:cNvGrpSpPr/>
          <p:nvPr/>
        </p:nvGrpSpPr>
        <p:grpSpPr>
          <a:xfrm>
            <a:off x="7960068" y="3173313"/>
            <a:ext cx="353757" cy="351463"/>
            <a:chOff x="-22845575" y="3504075"/>
            <a:chExt cx="296950" cy="295025"/>
          </a:xfrm>
        </p:grpSpPr>
        <p:sp>
          <p:nvSpPr>
            <p:cNvPr id="6544" name="Google Shape;6544;p5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2"/>
          <p:cNvGrpSpPr/>
          <p:nvPr/>
        </p:nvGrpSpPr>
        <p:grpSpPr>
          <a:xfrm>
            <a:off x="5753249" y="1306961"/>
            <a:ext cx="299344" cy="351880"/>
            <a:chOff x="-27691025" y="3175300"/>
            <a:chExt cx="251275" cy="295375"/>
          </a:xfrm>
        </p:grpSpPr>
        <p:sp>
          <p:nvSpPr>
            <p:cNvPr id="6547" name="Google Shape;6547;p5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52"/>
          <p:cNvGrpSpPr/>
          <p:nvPr/>
        </p:nvGrpSpPr>
        <p:grpSpPr>
          <a:xfrm>
            <a:off x="5725566" y="1825637"/>
            <a:ext cx="354710" cy="228015"/>
            <a:chOff x="-27721750" y="3598250"/>
            <a:chExt cx="297750" cy="191400"/>
          </a:xfrm>
        </p:grpSpPr>
        <p:sp>
          <p:nvSpPr>
            <p:cNvPr id="6552" name="Google Shape;6552;p5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52"/>
          <p:cNvGrpSpPr/>
          <p:nvPr/>
        </p:nvGrpSpPr>
        <p:grpSpPr>
          <a:xfrm>
            <a:off x="5726966" y="2219183"/>
            <a:ext cx="351910" cy="340980"/>
            <a:chOff x="-27719400" y="3925600"/>
            <a:chExt cx="295400" cy="286225"/>
          </a:xfrm>
        </p:grpSpPr>
        <p:sp>
          <p:nvSpPr>
            <p:cNvPr id="6555" name="Google Shape;6555;p5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52"/>
          <p:cNvGrpSpPr/>
          <p:nvPr/>
        </p:nvGrpSpPr>
        <p:grpSpPr>
          <a:xfrm>
            <a:off x="7948238" y="1306023"/>
            <a:ext cx="353757" cy="353757"/>
            <a:chOff x="-25834600" y="3176875"/>
            <a:chExt cx="296950" cy="296950"/>
          </a:xfrm>
        </p:grpSpPr>
        <p:sp>
          <p:nvSpPr>
            <p:cNvPr id="6558" name="Google Shape;6558;p5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2"/>
          <p:cNvGrpSpPr/>
          <p:nvPr/>
        </p:nvGrpSpPr>
        <p:grpSpPr>
          <a:xfrm>
            <a:off x="7948238" y="1774024"/>
            <a:ext cx="353757" cy="331241"/>
            <a:chOff x="-25834600" y="3564375"/>
            <a:chExt cx="296950" cy="278050"/>
          </a:xfrm>
        </p:grpSpPr>
        <p:sp>
          <p:nvSpPr>
            <p:cNvPr id="6564" name="Google Shape;6564;p5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52"/>
          <p:cNvGrpSpPr/>
          <p:nvPr/>
        </p:nvGrpSpPr>
        <p:grpSpPr>
          <a:xfrm>
            <a:off x="7946362" y="2213376"/>
            <a:ext cx="357509" cy="352595"/>
            <a:chOff x="-25834600" y="3915850"/>
            <a:chExt cx="300100" cy="295975"/>
          </a:xfrm>
        </p:grpSpPr>
        <p:sp>
          <p:nvSpPr>
            <p:cNvPr id="6573" name="Google Shape;6573;p5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52"/>
          <p:cNvGrpSpPr/>
          <p:nvPr/>
        </p:nvGrpSpPr>
        <p:grpSpPr>
          <a:xfrm>
            <a:off x="6681790" y="2694606"/>
            <a:ext cx="228968" cy="350987"/>
            <a:chOff x="-23930925" y="3149300"/>
            <a:chExt cx="192200" cy="294625"/>
          </a:xfrm>
        </p:grpSpPr>
        <p:sp>
          <p:nvSpPr>
            <p:cNvPr id="6577" name="Google Shape;6577;p5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52"/>
          <p:cNvGrpSpPr/>
          <p:nvPr/>
        </p:nvGrpSpPr>
        <p:grpSpPr>
          <a:xfrm>
            <a:off x="6638620" y="3173090"/>
            <a:ext cx="315307" cy="351910"/>
            <a:chOff x="-23962425" y="3519475"/>
            <a:chExt cx="264675" cy="295400"/>
          </a:xfrm>
        </p:grpSpPr>
        <p:sp>
          <p:nvSpPr>
            <p:cNvPr id="6582" name="Google Shape;6582;p5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4" name="Google Shape;6584;p5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5" name="Google Shape;6585;p52"/>
          <p:cNvGrpSpPr/>
          <p:nvPr/>
        </p:nvGrpSpPr>
        <p:grpSpPr>
          <a:xfrm>
            <a:off x="8017295" y="3623134"/>
            <a:ext cx="239302" cy="351880"/>
            <a:chOff x="-22788075" y="3904625"/>
            <a:chExt cx="200875" cy="295375"/>
          </a:xfrm>
        </p:grpSpPr>
        <p:sp>
          <p:nvSpPr>
            <p:cNvPr id="6586" name="Google Shape;6586;p5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52"/>
          <p:cNvGrpSpPr/>
          <p:nvPr/>
        </p:nvGrpSpPr>
        <p:grpSpPr>
          <a:xfrm>
            <a:off x="6172593" y="1306499"/>
            <a:ext cx="354710" cy="352803"/>
            <a:chOff x="-27351575" y="3175300"/>
            <a:chExt cx="297750" cy="296150"/>
          </a:xfrm>
        </p:grpSpPr>
        <p:sp>
          <p:nvSpPr>
            <p:cNvPr id="6591" name="Google Shape;6591;p5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52"/>
          <p:cNvGrpSpPr/>
          <p:nvPr/>
        </p:nvGrpSpPr>
        <p:grpSpPr>
          <a:xfrm>
            <a:off x="6218402" y="1758809"/>
            <a:ext cx="269293" cy="353072"/>
            <a:chOff x="-27313750" y="3545275"/>
            <a:chExt cx="226050" cy="296375"/>
          </a:xfrm>
        </p:grpSpPr>
        <p:sp>
          <p:nvSpPr>
            <p:cNvPr id="6596" name="Google Shape;6596;p5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52"/>
          <p:cNvGrpSpPr/>
          <p:nvPr/>
        </p:nvGrpSpPr>
        <p:grpSpPr>
          <a:xfrm>
            <a:off x="6172593" y="2211380"/>
            <a:ext cx="354710" cy="356586"/>
            <a:chOff x="-27351575" y="3915650"/>
            <a:chExt cx="297750" cy="299325"/>
          </a:xfrm>
        </p:grpSpPr>
        <p:sp>
          <p:nvSpPr>
            <p:cNvPr id="6600" name="Google Shape;6600;p5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52"/>
          <p:cNvGrpSpPr/>
          <p:nvPr/>
        </p:nvGrpSpPr>
        <p:grpSpPr>
          <a:xfrm>
            <a:off x="4860084" y="2693579"/>
            <a:ext cx="319060" cy="353042"/>
            <a:chOff x="-25445525" y="3175900"/>
            <a:chExt cx="267825" cy="296350"/>
          </a:xfrm>
        </p:grpSpPr>
        <p:sp>
          <p:nvSpPr>
            <p:cNvPr id="6603" name="Google Shape;6603;p5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52"/>
          <p:cNvGrpSpPr/>
          <p:nvPr/>
        </p:nvGrpSpPr>
        <p:grpSpPr>
          <a:xfrm>
            <a:off x="4841797" y="3183902"/>
            <a:ext cx="355633" cy="330288"/>
            <a:chOff x="-25465200" y="3565175"/>
            <a:chExt cx="298525" cy="277250"/>
          </a:xfrm>
        </p:grpSpPr>
        <p:sp>
          <p:nvSpPr>
            <p:cNvPr id="6607" name="Google Shape;6607;p5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2"/>
          <p:cNvGrpSpPr/>
          <p:nvPr/>
        </p:nvGrpSpPr>
        <p:grpSpPr>
          <a:xfrm>
            <a:off x="4841336" y="3623432"/>
            <a:ext cx="356556" cy="351285"/>
            <a:chOff x="-25465200" y="3916150"/>
            <a:chExt cx="299300" cy="294875"/>
          </a:xfrm>
        </p:grpSpPr>
        <p:sp>
          <p:nvSpPr>
            <p:cNvPr id="6610" name="Google Shape;6610;p5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2"/>
          <p:cNvGrpSpPr/>
          <p:nvPr/>
        </p:nvGrpSpPr>
        <p:grpSpPr>
          <a:xfrm>
            <a:off x="7068775" y="2693698"/>
            <a:ext cx="351880" cy="352803"/>
            <a:chOff x="-23615075" y="3148525"/>
            <a:chExt cx="295375" cy="296150"/>
          </a:xfrm>
        </p:grpSpPr>
        <p:sp>
          <p:nvSpPr>
            <p:cNvPr id="6613" name="Google Shape;6613;p5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7" name="Google Shape;6617;p5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8" name="Google Shape;6618;p52"/>
          <p:cNvGrpSpPr/>
          <p:nvPr/>
        </p:nvGrpSpPr>
        <p:grpSpPr>
          <a:xfrm>
            <a:off x="7068299" y="3632977"/>
            <a:ext cx="352833" cy="332194"/>
            <a:chOff x="-23615075" y="3906200"/>
            <a:chExt cx="296175" cy="278850"/>
          </a:xfrm>
        </p:grpSpPr>
        <p:sp>
          <p:nvSpPr>
            <p:cNvPr id="6619" name="Google Shape;6619;p5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5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3" name="Google Shape;6623;p52"/>
          <p:cNvGrpSpPr/>
          <p:nvPr/>
        </p:nvGrpSpPr>
        <p:grpSpPr>
          <a:xfrm>
            <a:off x="6617268" y="1306618"/>
            <a:ext cx="353757" cy="352565"/>
            <a:chOff x="-26980600" y="3175500"/>
            <a:chExt cx="296950" cy="295950"/>
          </a:xfrm>
        </p:grpSpPr>
        <p:sp>
          <p:nvSpPr>
            <p:cNvPr id="6624" name="Google Shape;6624;p5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7" name="Google Shape;6627;p5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8" name="Google Shape;6628;p52"/>
          <p:cNvGrpSpPr/>
          <p:nvPr/>
        </p:nvGrpSpPr>
        <p:grpSpPr>
          <a:xfrm>
            <a:off x="6617744" y="2245154"/>
            <a:ext cx="352803" cy="289039"/>
            <a:chOff x="-26981375" y="3951875"/>
            <a:chExt cx="296150" cy="242625"/>
          </a:xfrm>
        </p:grpSpPr>
        <p:sp>
          <p:nvSpPr>
            <p:cNvPr id="6629" name="Google Shape;6629;p5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52"/>
          <p:cNvGrpSpPr/>
          <p:nvPr/>
        </p:nvGrpSpPr>
        <p:grpSpPr>
          <a:xfrm>
            <a:off x="5282787" y="2692745"/>
            <a:ext cx="351910" cy="354710"/>
            <a:chOff x="-25094250" y="3176075"/>
            <a:chExt cx="295400" cy="297750"/>
          </a:xfrm>
        </p:grpSpPr>
        <p:sp>
          <p:nvSpPr>
            <p:cNvPr id="6633" name="Google Shape;6633;p5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2"/>
          <p:cNvGrpSpPr/>
          <p:nvPr/>
        </p:nvGrpSpPr>
        <p:grpSpPr>
          <a:xfrm>
            <a:off x="5282787" y="3173106"/>
            <a:ext cx="351910" cy="351880"/>
            <a:chOff x="-25094250" y="3547050"/>
            <a:chExt cx="295400" cy="295375"/>
          </a:xfrm>
        </p:grpSpPr>
        <p:sp>
          <p:nvSpPr>
            <p:cNvPr id="6637" name="Google Shape;6637;p5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2" name="Google Shape;6642;p5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52"/>
          <p:cNvGrpSpPr/>
          <p:nvPr/>
        </p:nvGrpSpPr>
        <p:grpSpPr>
          <a:xfrm>
            <a:off x="7514864" y="2693698"/>
            <a:ext cx="352803" cy="352803"/>
            <a:chOff x="-23245675" y="3148525"/>
            <a:chExt cx="296150" cy="296150"/>
          </a:xfrm>
        </p:grpSpPr>
        <p:sp>
          <p:nvSpPr>
            <p:cNvPr id="6644" name="Google Shape;6644;p5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7" name="Google Shape;6647;p5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52"/>
          <p:cNvGrpSpPr/>
          <p:nvPr/>
        </p:nvGrpSpPr>
        <p:grpSpPr>
          <a:xfrm>
            <a:off x="7515325" y="3622672"/>
            <a:ext cx="351880" cy="352803"/>
            <a:chOff x="-23244900" y="3888100"/>
            <a:chExt cx="295375" cy="296150"/>
          </a:xfrm>
        </p:grpSpPr>
        <p:sp>
          <p:nvSpPr>
            <p:cNvPr id="6649" name="Google Shape;6649;p5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0" name="Google Shape;6660;p5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62" name="Google Shape;6662;p5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66" name="Shape 6666"/>
        <p:cNvGrpSpPr/>
        <p:nvPr/>
      </p:nvGrpSpPr>
      <p:grpSpPr>
        <a:xfrm>
          <a:off x="0" y="0"/>
          <a:ext cx="0" cy="0"/>
          <a:chOff x="0" y="0"/>
          <a:chExt cx="0" cy="0"/>
        </a:xfrm>
      </p:grpSpPr>
      <p:sp>
        <p:nvSpPr>
          <p:cNvPr id="6667" name="Google Shape;6667;p5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8" name="Google Shape;6668;p53"/>
          <p:cNvGrpSpPr/>
          <p:nvPr/>
        </p:nvGrpSpPr>
        <p:grpSpPr>
          <a:xfrm>
            <a:off x="832654" y="1819647"/>
            <a:ext cx="367261" cy="367261"/>
            <a:chOff x="-65145700" y="3727425"/>
            <a:chExt cx="317425" cy="317425"/>
          </a:xfrm>
        </p:grpSpPr>
        <p:sp>
          <p:nvSpPr>
            <p:cNvPr id="6669" name="Google Shape;6669;p5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3"/>
          <p:cNvGrpSpPr/>
          <p:nvPr/>
        </p:nvGrpSpPr>
        <p:grpSpPr>
          <a:xfrm>
            <a:off x="835851" y="2248561"/>
            <a:ext cx="360868" cy="367261"/>
            <a:chOff x="-65144125" y="4094450"/>
            <a:chExt cx="311900" cy="317425"/>
          </a:xfrm>
        </p:grpSpPr>
        <p:sp>
          <p:nvSpPr>
            <p:cNvPr id="6672" name="Google Shape;6672;p5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5" name="Google Shape;6675;p5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6" name="Google Shape;6676;p53"/>
          <p:cNvGrpSpPr/>
          <p:nvPr/>
        </p:nvGrpSpPr>
        <p:grpSpPr>
          <a:xfrm>
            <a:off x="3039420" y="1819256"/>
            <a:ext cx="370645" cy="368042"/>
            <a:chOff x="-63250675" y="3744075"/>
            <a:chExt cx="320350" cy="318100"/>
          </a:xfrm>
        </p:grpSpPr>
        <p:sp>
          <p:nvSpPr>
            <p:cNvPr id="6677" name="Google Shape;6677;p5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53"/>
          <p:cNvGrpSpPr/>
          <p:nvPr/>
        </p:nvGrpSpPr>
        <p:grpSpPr>
          <a:xfrm>
            <a:off x="3041112" y="2248561"/>
            <a:ext cx="367261" cy="367261"/>
            <a:chOff x="-63250675" y="4110200"/>
            <a:chExt cx="317425" cy="317425"/>
          </a:xfrm>
        </p:grpSpPr>
        <p:sp>
          <p:nvSpPr>
            <p:cNvPr id="6681" name="Google Shape;6681;p5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53"/>
          <p:cNvGrpSpPr/>
          <p:nvPr/>
        </p:nvGrpSpPr>
        <p:grpSpPr>
          <a:xfrm>
            <a:off x="1720159" y="2745656"/>
            <a:ext cx="359075" cy="358844"/>
            <a:chOff x="-61351725" y="3372400"/>
            <a:chExt cx="310350" cy="310150"/>
          </a:xfrm>
        </p:grpSpPr>
        <p:sp>
          <p:nvSpPr>
            <p:cNvPr id="6691" name="Google Shape;6691;p5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53"/>
          <p:cNvGrpSpPr/>
          <p:nvPr/>
        </p:nvGrpSpPr>
        <p:grpSpPr>
          <a:xfrm>
            <a:off x="1716514" y="3208713"/>
            <a:ext cx="366364" cy="333534"/>
            <a:chOff x="-61354875" y="3751050"/>
            <a:chExt cx="316650" cy="288275"/>
          </a:xfrm>
        </p:grpSpPr>
        <p:sp>
          <p:nvSpPr>
            <p:cNvPr id="6695" name="Google Shape;6695;p5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53"/>
          <p:cNvGrpSpPr/>
          <p:nvPr/>
        </p:nvGrpSpPr>
        <p:grpSpPr>
          <a:xfrm>
            <a:off x="1716514" y="3650352"/>
            <a:ext cx="366364" cy="367290"/>
            <a:chOff x="-61354875" y="4101525"/>
            <a:chExt cx="316650" cy="317450"/>
          </a:xfrm>
        </p:grpSpPr>
        <p:sp>
          <p:nvSpPr>
            <p:cNvPr id="6699" name="Google Shape;6699;p5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53"/>
          <p:cNvGrpSpPr/>
          <p:nvPr/>
        </p:nvGrpSpPr>
        <p:grpSpPr>
          <a:xfrm>
            <a:off x="3932949" y="2742228"/>
            <a:ext cx="368157" cy="365699"/>
            <a:chOff x="-59470075" y="3308975"/>
            <a:chExt cx="318200" cy="316075"/>
          </a:xfrm>
        </p:grpSpPr>
        <p:sp>
          <p:nvSpPr>
            <p:cNvPr id="6702" name="Google Shape;6702;p5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53"/>
          <p:cNvGrpSpPr/>
          <p:nvPr/>
        </p:nvGrpSpPr>
        <p:grpSpPr>
          <a:xfrm>
            <a:off x="1278379" y="1377933"/>
            <a:ext cx="367261" cy="364686"/>
            <a:chOff x="-64781025" y="3361050"/>
            <a:chExt cx="317425" cy="315200"/>
          </a:xfrm>
        </p:grpSpPr>
        <p:sp>
          <p:nvSpPr>
            <p:cNvPr id="6712" name="Google Shape;6712;p5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6" name="Google Shape;6716;p5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9" name="Google Shape;6719;p53"/>
          <p:cNvGrpSpPr/>
          <p:nvPr/>
        </p:nvGrpSpPr>
        <p:grpSpPr>
          <a:xfrm>
            <a:off x="3482779" y="1819372"/>
            <a:ext cx="382765" cy="367810"/>
            <a:chOff x="-62890750" y="3747425"/>
            <a:chExt cx="330825" cy="317900"/>
          </a:xfrm>
        </p:grpSpPr>
        <p:sp>
          <p:nvSpPr>
            <p:cNvPr id="6720" name="Google Shape;6720;p5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53"/>
          <p:cNvGrpSpPr/>
          <p:nvPr/>
        </p:nvGrpSpPr>
        <p:grpSpPr>
          <a:xfrm>
            <a:off x="3490531" y="2249009"/>
            <a:ext cx="367261" cy="366364"/>
            <a:chOff x="-62884425" y="4111775"/>
            <a:chExt cx="317425" cy="316650"/>
          </a:xfrm>
        </p:grpSpPr>
        <p:sp>
          <p:nvSpPr>
            <p:cNvPr id="6735" name="Google Shape;6735;p5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53"/>
          <p:cNvGrpSpPr/>
          <p:nvPr/>
        </p:nvGrpSpPr>
        <p:grpSpPr>
          <a:xfrm>
            <a:off x="2163165" y="2745078"/>
            <a:ext cx="365438" cy="360001"/>
            <a:chOff x="-60991775" y="3376900"/>
            <a:chExt cx="315850" cy="311150"/>
          </a:xfrm>
        </p:grpSpPr>
        <p:sp>
          <p:nvSpPr>
            <p:cNvPr id="6738" name="Google Shape;6738;p5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3"/>
          <p:cNvGrpSpPr/>
          <p:nvPr/>
        </p:nvGrpSpPr>
        <p:grpSpPr>
          <a:xfrm>
            <a:off x="2162702" y="3195942"/>
            <a:ext cx="366364" cy="359075"/>
            <a:chOff x="-60988625" y="3740800"/>
            <a:chExt cx="316650" cy="310350"/>
          </a:xfrm>
        </p:grpSpPr>
        <p:sp>
          <p:nvSpPr>
            <p:cNvPr id="6742" name="Google Shape;6742;p5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3"/>
          <p:cNvGrpSpPr/>
          <p:nvPr/>
        </p:nvGrpSpPr>
        <p:grpSpPr>
          <a:xfrm>
            <a:off x="2162702" y="3651393"/>
            <a:ext cx="366364" cy="365207"/>
            <a:chOff x="-60987850" y="4100950"/>
            <a:chExt cx="316650" cy="315650"/>
          </a:xfrm>
        </p:grpSpPr>
        <p:sp>
          <p:nvSpPr>
            <p:cNvPr id="6746" name="Google Shape;6746;p5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53"/>
          <p:cNvGrpSpPr/>
          <p:nvPr/>
        </p:nvGrpSpPr>
        <p:grpSpPr>
          <a:xfrm>
            <a:off x="3932486" y="3196853"/>
            <a:ext cx="369083" cy="357253"/>
            <a:chOff x="-59447250" y="3706150"/>
            <a:chExt cx="319000" cy="308775"/>
          </a:xfrm>
        </p:grpSpPr>
        <p:sp>
          <p:nvSpPr>
            <p:cNvPr id="6752" name="Google Shape;6752;p5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53"/>
          <p:cNvGrpSpPr/>
          <p:nvPr/>
        </p:nvGrpSpPr>
        <p:grpSpPr>
          <a:xfrm>
            <a:off x="1721214" y="1378164"/>
            <a:ext cx="368186" cy="364224"/>
            <a:chOff x="-64406125" y="3362225"/>
            <a:chExt cx="318225" cy="314800"/>
          </a:xfrm>
        </p:grpSpPr>
        <p:sp>
          <p:nvSpPr>
            <p:cNvPr id="6757" name="Google Shape;6757;p5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9" name="Google Shape;6759;p5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0" name="Google Shape;6760;p53"/>
          <p:cNvGrpSpPr/>
          <p:nvPr/>
        </p:nvGrpSpPr>
        <p:grpSpPr>
          <a:xfrm>
            <a:off x="1721677" y="2249009"/>
            <a:ext cx="367261" cy="366364"/>
            <a:chOff x="-64410850" y="4094450"/>
            <a:chExt cx="317425" cy="316650"/>
          </a:xfrm>
        </p:grpSpPr>
        <p:sp>
          <p:nvSpPr>
            <p:cNvPr id="6761" name="Google Shape;6761;p5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4" name="Google Shape;6764;p5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5" name="Google Shape;6765;p53"/>
          <p:cNvGrpSpPr/>
          <p:nvPr/>
        </p:nvGrpSpPr>
        <p:grpSpPr>
          <a:xfrm>
            <a:off x="3943225" y="1819083"/>
            <a:ext cx="365467" cy="368389"/>
            <a:chOff x="-62516625" y="3743175"/>
            <a:chExt cx="315875" cy="318400"/>
          </a:xfrm>
        </p:grpSpPr>
        <p:sp>
          <p:nvSpPr>
            <p:cNvPr id="6766" name="Google Shape;6766;p5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53"/>
          <p:cNvGrpSpPr/>
          <p:nvPr/>
        </p:nvGrpSpPr>
        <p:grpSpPr>
          <a:xfrm>
            <a:off x="3950065" y="2269054"/>
            <a:ext cx="351786" cy="326274"/>
            <a:chOff x="-62511900" y="4129100"/>
            <a:chExt cx="304050" cy="282000"/>
          </a:xfrm>
        </p:grpSpPr>
        <p:sp>
          <p:nvSpPr>
            <p:cNvPr id="6769" name="Google Shape;6769;p5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53"/>
          <p:cNvGrpSpPr/>
          <p:nvPr/>
        </p:nvGrpSpPr>
        <p:grpSpPr>
          <a:xfrm>
            <a:off x="2628187" y="2741448"/>
            <a:ext cx="310770" cy="367261"/>
            <a:chOff x="-60597975" y="3367475"/>
            <a:chExt cx="268600" cy="317425"/>
          </a:xfrm>
        </p:grpSpPr>
        <p:sp>
          <p:nvSpPr>
            <p:cNvPr id="6775" name="Google Shape;6775;p5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0" name="Google Shape;6780;p5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53"/>
          <p:cNvGrpSpPr/>
          <p:nvPr/>
        </p:nvGrpSpPr>
        <p:grpSpPr>
          <a:xfrm>
            <a:off x="2600390" y="3702764"/>
            <a:ext cx="366364" cy="262465"/>
            <a:chOff x="-60621600" y="4145650"/>
            <a:chExt cx="316650" cy="226850"/>
          </a:xfrm>
        </p:grpSpPr>
        <p:sp>
          <p:nvSpPr>
            <p:cNvPr id="6782" name="Google Shape;6782;p5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53"/>
          <p:cNvGrpSpPr/>
          <p:nvPr/>
        </p:nvGrpSpPr>
        <p:grpSpPr>
          <a:xfrm>
            <a:off x="3937042" y="3651263"/>
            <a:ext cx="359972" cy="365467"/>
            <a:chOff x="-59400775" y="4084200"/>
            <a:chExt cx="311125" cy="315875"/>
          </a:xfrm>
        </p:grpSpPr>
        <p:sp>
          <p:nvSpPr>
            <p:cNvPr id="6786" name="Google Shape;6786;p5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53"/>
          <p:cNvGrpSpPr/>
          <p:nvPr/>
        </p:nvGrpSpPr>
        <p:grpSpPr>
          <a:xfrm>
            <a:off x="2161136" y="1377094"/>
            <a:ext cx="365438" cy="366364"/>
            <a:chOff x="-64044600" y="3360375"/>
            <a:chExt cx="315850" cy="316650"/>
          </a:xfrm>
        </p:grpSpPr>
        <p:sp>
          <p:nvSpPr>
            <p:cNvPr id="6793" name="Google Shape;6793;p5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3"/>
          <p:cNvGrpSpPr/>
          <p:nvPr/>
        </p:nvGrpSpPr>
        <p:grpSpPr>
          <a:xfrm>
            <a:off x="2187559" y="1819647"/>
            <a:ext cx="312592" cy="367261"/>
            <a:chOff x="-64022550" y="3727425"/>
            <a:chExt cx="270175" cy="317425"/>
          </a:xfrm>
        </p:grpSpPr>
        <p:sp>
          <p:nvSpPr>
            <p:cNvPr id="6797" name="Google Shape;6797;p5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3"/>
          <p:cNvGrpSpPr/>
          <p:nvPr/>
        </p:nvGrpSpPr>
        <p:grpSpPr>
          <a:xfrm>
            <a:off x="2211697" y="2248547"/>
            <a:ext cx="264317" cy="367290"/>
            <a:chOff x="-64001300" y="4093650"/>
            <a:chExt cx="228450" cy="317450"/>
          </a:xfrm>
        </p:grpSpPr>
        <p:sp>
          <p:nvSpPr>
            <p:cNvPr id="6801" name="Google Shape;6801;p5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53"/>
          <p:cNvGrpSpPr/>
          <p:nvPr/>
        </p:nvGrpSpPr>
        <p:grpSpPr>
          <a:xfrm>
            <a:off x="830701" y="2741838"/>
            <a:ext cx="359972" cy="366480"/>
            <a:chOff x="-62148800" y="3377700"/>
            <a:chExt cx="311125" cy="316750"/>
          </a:xfrm>
        </p:grpSpPr>
        <p:sp>
          <p:nvSpPr>
            <p:cNvPr id="6806" name="Google Shape;6806;p5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53"/>
          <p:cNvGrpSpPr/>
          <p:nvPr/>
        </p:nvGrpSpPr>
        <p:grpSpPr>
          <a:xfrm>
            <a:off x="826608" y="3191835"/>
            <a:ext cx="368157" cy="367290"/>
            <a:chOff x="-62154300" y="3743950"/>
            <a:chExt cx="318200" cy="317450"/>
          </a:xfrm>
        </p:grpSpPr>
        <p:sp>
          <p:nvSpPr>
            <p:cNvPr id="6809" name="Google Shape;6809;p5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53"/>
          <p:cNvGrpSpPr/>
          <p:nvPr/>
        </p:nvGrpSpPr>
        <p:grpSpPr>
          <a:xfrm>
            <a:off x="826594" y="3650815"/>
            <a:ext cx="368186" cy="366364"/>
            <a:chOff x="-62151950" y="4111775"/>
            <a:chExt cx="318225" cy="316650"/>
          </a:xfrm>
        </p:grpSpPr>
        <p:sp>
          <p:nvSpPr>
            <p:cNvPr id="6812" name="Google Shape;6812;p5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53"/>
          <p:cNvGrpSpPr/>
          <p:nvPr/>
        </p:nvGrpSpPr>
        <p:grpSpPr>
          <a:xfrm>
            <a:off x="3045218" y="2741361"/>
            <a:ext cx="368157" cy="367434"/>
            <a:chOff x="-60254550" y="3367325"/>
            <a:chExt cx="318200" cy="317575"/>
          </a:xfrm>
        </p:grpSpPr>
        <p:sp>
          <p:nvSpPr>
            <p:cNvPr id="6817" name="Google Shape;6817;p5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3"/>
          <p:cNvGrpSpPr/>
          <p:nvPr/>
        </p:nvGrpSpPr>
        <p:grpSpPr>
          <a:xfrm>
            <a:off x="3046115" y="3192355"/>
            <a:ext cx="366364" cy="366248"/>
            <a:chOff x="-60255350" y="3733825"/>
            <a:chExt cx="316650" cy="316550"/>
          </a:xfrm>
        </p:grpSpPr>
        <p:sp>
          <p:nvSpPr>
            <p:cNvPr id="6822" name="Google Shape;6822;p5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53"/>
          <p:cNvGrpSpPr/>
          <p:nvPr/>
        </p:nvGrpSpPr>
        <p:grpSpPr>
          <a:xfrm>
            <a:off x="3073912" y="3651263"/>
            <a:ext cx="310770" cy="365467"/>
            <a:chOff x="-60232500" y="4101525"/>
            <a:chExt cx="268600" cy="315875"/>
          </a:xfrm>
        </p:grpSpPr>
        <p:sp>
          <p:nvSpPr>
            <p:cNvPr id="6830" name="Google Shape;6830;p5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5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3" name="Google Shape;6833;p53"/>
          <p:cNvGrpSpPr/>
          <p:nvPr/>
        </p:nvGrpSpPr>
        <p:grpSpPr>
          <a:xfrm>
            <a:off x="2606912" y="1377094"/>
            <a:ext cx="368186" cy="366364"/>
            <a:chOff x="-63679950" y="3360375"/>
            <a:chExt cx="318225" cy="316650"/>
          </a:xfrm>
        </p:grpSpPr>
        <p:sp>
          <p:nvSpPr>
            <p:cNvPr id="6834" name="Google Shape;6834;p5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8" name="Google Shape;6838;p5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53"/>
          <p:cNvGrpSpPr/>
          <p:nvPr/>
        </p:nvGrpSpPr>
        <p:grpSpPr>
          <a:xfrm>
            <a:off x="2605539" y="2248431"/>
            <a:ext cx="370934" cy="367521"/>
            <a:chOff x="-63679950" y="4093450"/>
            <a:chExt cx="320600" cy="317650"/>
          </a:xfrm>
        </p:grpSpPr>
        <p:sp>
          <p:nvSpPr>
            <p:cNvPr id="6840" name="Google Shape;6840;p5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53"/>
          <p:cNvGrpSpPr/>
          <p:nvPr/>
        </p:nvGrpSpPr>
        <p:grpSpPr>
          <a:xfrm>
            <a:off x="1265656" y="2741433"/>
            <a:ext cx="366364" cy="367290"/>
            <a:chOff x="-61784125" y="3377700"/>
            <a:chExt cx="316650" cy="317450"/>
          </a:xfrm>
        </p:grpSpPr>
        <p:sp>
          <p:nvSpPr>
            <p:cNvPr id="6844" name="Google Shape;6844;p5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53"/>
          <p:cNvGrpSpPr/>
          <p:nvPr/>
        </p:nvGrpSpPr>
        <p:grpSpPr>
          <a:xfrm>
            <a:off x="1265656" y="3191835"/>
            <a:ext cx="366364" cy="367290"/>
            <a:chOff x="-61783350" y="3743950"/>
            <a:chExt cx="316650" cy="317450"/>
          </a:xfrm>
        </p:grpSpPr>
        <p:sp>
          <p:nvSpPr>
            <p:cNvPr id="6852" name="Google Shape;6852;p5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4" name="Google Shape;6854;p5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7" name="Google Shape;6857;p53"/>
          <p:cNvGrpSpPr/>
          <p:nvPr/>
        </p:nvGrpSpPr>
        <p:grpSpPr>
          <a:xfrm>
            <a:off x="3487080" y="3651668"/>
            <a:ext cx="369112" cy="364657"/>
            <a:chOff x="-59869425" y="4102225"/>
            <a:chExt cx="319025" cy="315175"/>
          </a:xfrm>
        </p:grpSpPr>
        <p:sp>
          <p:nvSpPr>
            <p:cNvPr id="6858" name="Google Shape;6858;p5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53"/>
          <p:cNvGrpSpPr/>
          <p:nvPr/>
        </p:nvGrpSpPr>
        <p:grpSpPr>
          <a:xfrm>
            <a:off x="2605883" y="4120490"/>
            <a:ext cx="366364" cy="365467"/>
            <a:chOff x="-59029025" y="3711650"/>
            <a:chExt cx="316650" cy="315875"/>
          </a:xfrm>
        </p:grpSpPr>
        <p:sp>
          <p:nvSpPr>
            <p:cNvPr id="6863" name="Google Shape;6863;p5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53"/>
          <p:cNvGrpSpPr/>
          <p:nvPr/>
        </p:nvGrpSpPr>
        <p:grpSpPr>
          <a:xfrm>
            <a:off x="4841373" y="1398014"/>
            <a:ext cx="351940" cy="348188"/>
            <a:chOff x="581525" y="3254850"/>
            <a:chExt cx="297750" cy="294575"/>
          </a:xfrm>
        </p:grpSpPr>
        <p:sp>
          <p:nvSpPr>
            <p:cNvPr id="6871" name="Google Shape;6871;p5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53"/>
          <p:cNvGrpSpPr/>
          <p:nvPr/>
        </p:nvGrpSpPr>
        <p:grpSpPr>
          <a:xfrm>
            <a:off x="4840442" y="1836950"/>
            <a:ext cx="353802" cy="351497"/>
            <a:chOff x="580725" y="3617925"/>
            <a:chExt cx="299325" cy="297375"/>
          </a:xfrm>
        </p:grpSpPr>
        <p:sp>
          <p:nvSpPr>
            <p:cNvPr id="6875" name="Google Shape;6875;p5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53"/>
          <p:cNvGrpSpPr/>
          <p:nvPr/>
        </p:nvGrpSpPr>
        <p:grpSpPr>
          <a:xfrm>
            <a:off x="4842304" y="2284140"/>
            <a:ext cx="350079" cy="350079"/>
            <a:chOff x="583100" y="3982600"/>
            <a:chExt cx="296175" cy="296175"/>
          </a:xfrm>
        </p:grpSpPr>
        <p:sp>
          <p:nvSpPr>
            <p:cNvPr id="6881" name="Google Shape;6881;p5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53"/>
          <p:cNvGrpSpPr/>
          <p:nvPr/>
        </p:nvGrpSpPr>
        <p:grpSpPr>
          <a:xfrm>
            <a:off x="7074918" y="1397764"/>
            <a:ext cx="307231" cy="348690"/>
            <a:chOff x="2423775" y="3226875"/>
            <a:chExt cx="259925" cy="295000"/>
          </a:xfrm>
        </p:grpSpPr>
        <p:sp>
          <p:nvSpPr>
            <p:cNvPr id="6889" name="Google Shape;6889;p5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3"/>
          <p:cNvGrpSpPr/>
          <p:nvPr/>
        </p:nvGrpSpPr>
        <p:grpSpPr>
          <a:xfrm>
            <a:off x="7052106" y="1839049"/>
            <a:ext cx="352857" cy="347301"/>
            <a:chOff x="2404875" y="3592725"/>
            <a:chExt cx="298525" cy="293825"/>
          </a:xfrm>
        </p:grpSpPr>
        <p:sp>
          <p:nvSpPr>
            <p:cNvPr id="6893" name="Google Shape;6893;p5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3"/>
          <p:cNvGrpSpPr/>
          <p:nvPr/>
        </p:nvGrpSpPr>
        <p:grpSpPr>
          <a:xfrm>
            <a:off x="7053036" y="2284614"/>
            <a:ext cx="350995" cy="349133"/>
            <a:chOff x="2404875" y="3955825"/>
            <a:chExt cx="296950" cy="295375"/>
          </a:xfrm>
        </p:grpSpPr>
        <p:sp>
          <p:nvSpPr>
            <p:cNvPr id="6897" name="Google Shape;6897;p5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3"/>
          <p:cNvGrpSpPr/>
          <p:nvPr/>
        </p:nvGrpSpPr>
        <p:grpSpPr>
          <a:xfrm>
            <a:off x="5747016" y="2748808"/>
            <a:ext cx="349163" cy="350079"/>
            <a:chOff x="4263650" y="3235150"/>
            <a:chExt cx="295400" cy="296175"/>
          </a:xfrm>
        </p:grpSpPr>
        <p:sp>
          <p:nvSpPr>
            <p:cNvPr id="6902" name="Google Shape;6902;p5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53"/>
          <p:cNvGrpSpPr/>
          <p:nvPr/>
        </p:nvGrpSpPr>
        <p:grpSpPr>
          <a:xfrm>
            <a:off x="5744696" y="3207969"/>
            <a:ext cx="353802" cy="327739"/>
            <a:chOff x="4266025" y="3609275"/>
            <a:chExt cx="299325" cy="277275"/>
          </a:xfrm>
        </p:grpSpPr>
        <p:sp>
          <p:nvSpPr>
            <p:cNvPr id="6908" name="Google Shape;6908;p5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53"/>
          <p:cNvGrpSpPr/>
          <p:nvPr/>
        </p:nvGrpSpPr>
        <p:grpSpPr>
          <a:xfrm>
            <a:off x="5745154" y="3673356"/>
            <a:ext cx="352886" cy="349133"/>
            <a:chOff x="4263650" y="3963700"/>
            <a:chExt cx="298550" cy="295375"/>
          </a:xfrm>
        </p:grpSpPr>
        <p:sp>
          <p:nvSpPr>
            <p:cNvPr id="6911" name="Google Shape;6911;p5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3"/>
          <p:cNvGrpSpPr/>
          <p:nvPr/>
        </p:nvGrpSpPr>
        <p:grpSpPr>
          <a:xfrm>
            <a:off x="8023491" y="2748809"/>
            <a:ext cx="226264" cy="350079"/>
            <a:chOff x="6164975" y="3211525"/>
            <a:chExt cx="191425" cy="296175"/>
          </a:xfrm>
        </p:grpSpPr>
        <p:sp>
          <p:nvSpPr>
            <p:cNvPr id="6919" name="Google Shape;6919;p5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53"/>
          <p:cNvGrpSpPr/>
          <p:nvPr/>
        </p:nvGrpSpPr>
        <p:grpSpPr>
          <a:xfrm>
            <a:off x="5285528" y="1397084"/>
            <a:ext cx="352886" cy="350049"/>
            <a:chOff x="946175" y="3253275"/>
            <a:chExt cx="298550" cy="296150"/>
          </a:xfrm>
        </p:grpSpPr>
        <p:sp>
          <p:nvSpPr>
            <p:cNvPr id="6927" name="Google Shape;6927;p5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53"/>
          <p:cNvGrpSpPr/>
          <p:nvPr/>
        </p:nvGrpSpPr>
        <p:grpSpPr>
          <a:xfrm>
            <a:off x="5286459" y="1839048"/>
            <a:ext cx="351024" cy="347301"/>
            <a:chOff x="946175" y="3619500"/>
            <a:chExt cx="296975" cy="293825"/>
          </a:xfrm>
        </p:grpSpPr>
        <p:sp>
          <p:nvSpPr>
            <p:cNvPr id="6933" name="Google Shape;6933;p5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53"/>
          <p:cNvGrpSpPr/>
          <p:nvPr/>
        </p:nvGrpSpPr>
        <p:grpSpPr>
          <a:xfrm>
            <a:off x="5286001" y="2283682"/>
            <a:ext cx="351940" cy="350995"/>
            <a:chOff x="944600" y="3981825"/>
            <a:chExt cx="297750" cy="296950"/>
          </a:xfrm>
        </p:grpSpPr>
        <p:sp>
          <p:nvSpPr>
            <p:cNvPr id="6940" name="Google Shape;6940;p5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53"/>
          <p:cNvGrpSpPr/>
          <p:nvPr/>
        </p:nvGrpSpPr>
        <p:grpSpPr>
          <a:xfrm>
            <a:off x="7502937" y="1397542"/>
            <a:ext cx="350079" cy="349133"/>
            <a:chOff x="2768750" y="3227275"/>
            <a:chExt cx="296175" cy="295375"/>
          </a:xfrm>
        </p:grpSpPr>
        <p:sp>
          <p:nvSpPr>
            <p:cNvPr id="6945" name="Google Shape;6945;p5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53"/>
          <p:cNvGrpSpPr/>
          <p:nvPr/>
        </p:nvGrpSpPr>
        <p:grpSpPr>
          <a:xfrm>
            <a:off x="7523888" y="1838414"/>
            <a:ext cx="308177" cy="348572"/>
            <a:chOff x="2786075" y="3591800"/>
            <a:chExt cx="260725" cy="294900"/>
          </a:xfrm>
        </p:grpSpPr>
        <p:sp>
          <p:nvSpPr>
            <p:cNvPr id="6954" name="Google Shape;6954;p5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53"/>
          <p:cNvGrpSpPr/>
          <p:nvPr/>
        </p:nvGrpSpPr>
        <p:grpSpPr>
          <a:xfrm>
            <a:off x="7564387" y="2284141"/>
            <a:ext cx="227180" cy="350079"/>
            <a:chOff x="2819150" y="3955025"/>
            <a:chExt cx="192200" cy="296175"/>
          </a:xfrm>
        </p:grpSpPr>
        <p:sp>
          <p:nvSpPr>
            <p:cNvPr id="6960" name="Google Shape;6960;p5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53"/>
          <p:cNvGrpSpPr/>
          <p:nvPr/>
        </p:nvGrpSpPr>
        <p:grpSpPr>
          <a:xfrm>
            <a:off x="6188160" y="2749739"/>
            <a:ext cx="349133" cy="348217"/>
            <a:chOff x="4629125" y="3235150"/>
            <a:chExt cx="295375" cy="294600"/>
          </a:xfrm>
        </p:grpSpPr>
        <p:sp>
          <p:nvSpPr>
            <p:cNvPr id="6965" name="Google Shape;6965;p5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53"/>
          <p:cNvGrpSpPr/>
          <p:nvPr/>
        </p:nvGrpSpPr>
        <p:grpSpPr>
          <a:xfrm>
            <a:off x="6188145" y="3197272"/>
            <a:ext cx="349163" cy="349133"/>
            <a:chOff x="4628325" y="3599825"/>
            <a:chExt cx="295400" cy="295375"/>
          </a:xfrm>
        </p:grpSpPr>
        <p:sp>
          <p:nvSpPr>
            <p:cNvPr id="6971" name="Google Shape;6971;p5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53"/>
          <p:cNvGrpSpPr/>
          <p:nvPr/>
        </p:nvGrpSpPr>
        <p:grpSpPr>
          <a:xfrm>
            <a:off x="6209096" y="3672883"/>
            <a:ext cx="307261" cy="350079"/>
            <a:chOff x="4645650" y="3962900"/>
            <a:chExt cx="259950" cy="296175"/>
          </a:xfrm>
        </p:grpSpPr>
        <p:sp>
          <p:nvSpPr>
            <p:cNvPr id="6984" name="Google Shape;6984;p5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3"/>
          <p:cNvGrpSpPr/>
          <p:nvPr/>
        </p:nvGrpSpPr>
        <p:grpSpPr>
          <a:xfrm>
            <a:off x="7962056" y="3197745"/>
            <a:ext cx="349133" cy="348188"/>
            <a:chOff x="6143725" y="3582500"/>
            <a:chExt cx="295375" cy="294575"/>
          </a:xfrm>
        </p:grpSpPr>
        <p:sp>
          <p:nvSpPr>
            <p:cNvPr id="6991" name="Google Shape;6991;p5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53"/>
          <p:cNvGrpSpPr/>
          <p:nvPr/>
        </p:nvGrpSpPr>
        <p:grpSpPr>
          <a:xfrm>
            <a:off x="5730883" y="1397084"/>
            <a:ext cx="350995" cy="350049"/>
            <a:chOff x="1310075" y="3253275"/>
            <a:chExt cx="296950" cy="296150"/>
          </a:xfrm>
        </p:grpSpPr>
        <p:sp>
          <p:nvSpPr>
            <p:cNvPr id="6999" name="Google Shape;6999;p5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2" name="Google Shape;7002;p5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3" name="Google Shape;7003;p53"/>
          <p:cNvGrpSpPr/>
          <p:nvPr/>
        </p:nvGrpSpPr>
        <p:grpSpPr>
          <a:xfrm>
            <a:off x="5730410" y="2283343"/>
            <a:ext cx="351941" cy="351675"/>
            <a:chOff x="1310075" y="3980250"/>
            <a:chExt cx="297750" cy="297525"/>
          </a:xfrm>
        </p:grpSpPr>
        <p:sp>
          <p:nvSpPr>
            <p:cNvPr id="7004" name="Google Shape;7004;p5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53"/>
          <p:cNvGrpSpPr/>
          <p:nvPr/>
        </p:nvGrpSpPr>
        <p:grpSpPr>
          <a:xfrm>
            <a:off x="7995198" y="1397542"/>
            <a:ext cx="266305" cy="349133"/>
            <a:chOff x="3167275" y="3227275"/>
            <a:chExt cx="225300" cy="295375"/>
          </a:xfrm>
        </p:grpSpPr>
        <p:sp>
          <p:nvSpPr>
            <p:cNvPr id="7009" name="Google Shape;7009;p5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5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5" name="Google Shape;7015;p53"/>
          <p:cNvGrpSpPr/>
          <p:nvPr/>
        </p:nvGrpSpPr>
        <p:grpSpPr>
          <a:xfrm>
            <a:off x="7952380" y="2284599"/>
            <a:ext cx="351940" cy="349163"/>
            <a:chOff x="3133425" y="3955025"/>
            <a:chExt cx="297750" cy="295400"/>
          </a:xfrm>
        </p:grpSpPr>
        <p:sp>
          <p:nvSpPr>
            <p:cNvPr id="7016" name="Google Shape;7016;p5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3"/>
          <p:cNvGrpSpPr/>
          <p:nvPr/>
        </p:nvGrpSpPr>
        <p:grpSpPr>
          <a:xfrm>
            <a:off x="6632554" y="2748187"/>
            <a:ext cx="350079" cy="351320"/>
            <a:chOff x="4991425" y="3234750"/>
            <a:chExt cx="296175" cy="297225"/>
          </a:xfrm>
        </p:grpSpPr>
        <p:sp>
          <p:nvSpPr>
            <p:cNvPr id="7020" name="Google Shape;7020;p5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53"/>
          <p:cNvGrpSpPr/>
          <p:nvPr/>
        </p:nvGrpSpPr>
        <p:grpSpPr>
          <a:xfrm>
            <a:off x="6632554" y="3217750"/>
            <a:ext cx="350079" cy="308177"/>
            <a:chOff x="4991425" y="3617150"/>
            <a:chExt cx="296175" cy="260725"/>
          </a:xfrm>
        </p:grpSpPr>
        <p:sp>
          <p:nvSpPr>
            <p:cNvPr id="7027" name="Google Shape;7027;p5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3"/>
          <p:cNvGrpSpPr/>
          <p:nvPr/>
        </p:nvGrpSpPr>
        <p:grpSpPr>
          <a:xfrm>
            <a:off x="6709827" y="3673341"/>
            <a:ext cx="195532" cy="349163"/>
            <a:chOff x="5056800" y="3962900"/>
            <a:chExt cx="165425" cy="295400"/>
          </a:xfrm>
        </p:grpSpPr>
        <p:sp>
          <p:nvSpPr>
            <p:cNvPr id="7035" name="Google Shape;7035;p5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53"/>
          <p:cNvGrpSpPr/>
          <p:nvPr/>
        </p:nvGrpSpPr>
        <p:grpSpPr>
          <a:xfrm>
            <a:off x="7961125" y="3673357"/>
            <a:ext cx="350995" cy="349133"/>
            <a:chOff x="6168925" y="3936925"/>
            <a:chExt cx="296950" cy="295375"/>
          </a:xfrm>
        </p:grpSpPr>
        <p:sp>
          <p:nvSpPr>
            <p:cNvPr id="7039" name="Google Shape;7039;p5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53"/>
          <p:cNvGrpSpPr/>
          <p:nvPr/>
        </p:nvGrpSpPr>
        <p:grpSpPr>
          <a:xfrm>
            <a:off x="6174844" y="1390429"/>
            <a:ext cx="348188" cy="349133"/>
            <a:chOff x="1674750" y="3254050"/>
            <a:chExt cx="294575" cy="295375"/>
          </a:xfrm>
        </p:grpSpPr>
        <p:sp>
          <p:nvSpPr>
            <p:cNvPr id="7046" name="Google Shape;7046;p5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3"/>
          <p:cNvGrpSpPr/>
          <p:nvPr/>
        </p:nvGrpSpPr>
        <p:grpSpPr>
          <a:xfrm>
            <a:off x="6189239" y="1838132"/>
            <a:ext cx="319347" cy="349133"/>
            <a:chOff x="1687350" y="3618725"/>
            <a:chExt cx="270175" cy="295375"/>
          </a:xfrm>
        </p:grpSpPr>
        <p:sp>
          <p:nvSpPr>
            <p:cNvPr id="7050" name="Google Shape;7050;p5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3"/>
          <p:cNvGrpSpPr/>
          <p:nvPr/>
        </p:nvGrpSpPr>
        <p:grpSpPr>
          <a:xfrm>
            <a:off x="6172942" y="2284613"/>
            <a:ext cx="351940" cy="349133"/>
            <a:chOff x="1672375" y="3982600"/>
            <a:chExt cx="297750" cy="295375"/>
          </a:xfrm>
        </p:grpSpPr>
        <p:sp>
          <p:nvSpPr>
            <p:cNvPr id="7054" name="Google Shape;7054;p5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3"/>
          <p:cNvGrpSpPr/>
          <p:nvPr/>
        </p:nvGrpSpPr>
        <p:grpSpPr>
          <a:xfrm>
            <a:off x="4864934" y="2748808"/>
            <a:ext cx="350079" cy="350079"/>
            <a:chOff x="3497300" y="3227275"/>
            <a:chExt cx="296175" cy="296175"/>
          </a:xfrm>
        </p:grpSpPr>
        <p:sp>
          <p:nvSpPr>
            <p:cNvPr id="7058" name="Google Shape;7058;p5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53"/>
          <p:cNvGrpSpPr/>
          <p:nvPr/>
        </p:nvGrpSpPr>
        <p:grpSpPr>
          <a:xfrm>
            <a:off x="4865407" y="3198203"/>
            <a:ext cx="349133" cy="347272"/>
            <a:chOff x="3497300" y="3591950"/>
            <a:chExt cx="295375" cy="293800"/>
          </a:xfrm>
        </p:grpSpPr>
        <p:sp>
          <p:nvSpPr>
            <p:cNvPr id="7067" name="Google Shape;7067;p5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53"/>
          <p:cNvGrpSpPr/>
          <p:nvPr/>
        </p:nvGrpSpPr>
        <p:grpSpPr>
          <a:xfrm>
            <a:off x="4865407" y="3673341"/>
            <a:ext cx="349133" cy="349163"/>
            <a:chOff x="3497300" y="3955025"/>
            <a:chExt cx="295375" cy="295400"/>
          </a:xfrm>
        </p:grpSpPr>
        <p:sp>
          <p:nvSpPr>
            <p:cNvPr id="7076" name="Google Shape;7076;p5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53"/>
          <p:cNvGrpSpPr/>
          <p:nvPr/>
        </p:nvGrpSpPr>
        <p:grpSpPr>
          <a:xfrm>
            <a:off x="7089979" y="2749532"/>
            <a:ext cx="327739" cy="348631"/>
            <a:chOff x="5364750" y="3235150"/>
            <a:chExt cx="277275" cy="294950"/>
          </a:xfrm>
        </p:grpSpPr>
        <p:sp>
          <p:nvSpPr>
            <p:cNvPr id="7080" name="Google Shape;7080;p5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3"/>
          <p:cNvGrpSpPr/>
          <p:nvPr/>
        </p:nvGrpSpPr>
        <p:grpSpPr>
          <a:xfrm>
            <a:off x="7078337" y="3195868"/>
            <a:ext cx="351024" cy="351941"/>
            <a:chOff x="5355300" y="3598250"/>
            <a:chExt cx="296975" cy="297750"/>
          </a:xfrm>
        </p:grpSpPr>
        <p:sp>
          <p:nvSpPr>
            <p:cNvPr id="7089" name="Google Shape;7089;p5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3"/>
          <p:cNvGrpSpPr/>
          <p:nvPr/>
        </p:nvGrpSpPr>
        <p:grpSpPr>
          <a:xfrm>
            <a:off x="7082533" y="3734790"/>
            <a:ext cx="342632" cy="226264"/>
            <a:chOff x="5358450" y="4015675"/>
            <a:chExt cx="289875" cy="191425"/>
          </a:xfrm>
        </p:grpSpPr>
        <p:sp>
          <p:nvSpPr>
            <p:cNvPr id="7098" name="Google Shape;7098;p5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3"/>
          <p:cNvGrpSpPr/>
          <p:nvPr/>
        </p:nvGrpSpPr>
        <p:grpSpPr>
          <a:xfrm>
            <a:off x="6209015" y="4117322"/>
            <a:ext cx="351024" cy="325464"/>
            <a:chOff x="6543825" y="3202075"/>
            <a:chExt cx="296975" cy="275350"/>
          </a:xfrm>
        </p:grpSpPr>
        <p:sp>
          <p:nvSpPr>
            <p:cNvPr id="7103" name="Google Shape;7103;p5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3"/>
          <p:cNvGrpSpPr/>
          <p:nvPr/>
        </p:nvGrpSpPr>
        <p:grpSpPr>
          <a:xfrm>
            <a:off x="6615996" y="1397069"/>
            <a:ext cx="350079" cy="350079"/>
            <a:chOff x="2037825" y="3254050"/>
            <a:chExt cx="296175" cy="296175"/>
          </a:xfrm>
        </p:grpSpPr>
        <p:sp>
          <p:nvSpPr>
            <p:cNvPr id="7111" name="Google Shape;7111;p5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53"/>
          <p:cNvGrpSpPr/>
          <p:nvPr/>
        </p:nvGrpSpPr>
        <p:grpSpPr>
          <a:xfrm>
            <a:off x="6614135" y="1838236"/>
            <a:ext cx="353802" cy="348926"/>
            <a:chOff x="2034675" y="3617925"/>
            <a:chExt cx="299325" cy="295200"/>
          </a:xfrm>
        </p:grpSpPr>
        <p:sp>
          <p:nvSpPr>
            <p:cNvPr id="7118" name="Google Shape;7118;p5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53"/>
          <p:cNvGrpSpPr/>
          <p:nvPr/>
        </p:nvGrpSpPr>
        <p:grpSpPr>
          <a:xfrm>
            <a:off x="6615996" y="2284613"/>
            <a:ext cx="350079" cy="349133"/>
            <a:chOff x="2037825" y="3981825"/>
            <a:chExt cx="296175" cy="295375"/>
          </a:xfrm>
        </p:grpSpPr>
        <p:sp>
          <p:nvSpPr>
            <p:cNvPr id="7124" name="Google Shape;7124;p5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53"/>
          <p:cNvGrpSpPr/>
          <p:nvPr/>
        </p:nvGrpSpPr>
        <p:grpSpPr>
          <a:xfrm>
            <a:off x="5301014" y="2780929"/>
            <a:ext cx="350079" cy="285837"/>
            <a:chOff x="3860400" y="3254050"/>
            <a:chExt cx="296175" cy="241825"/>
          </a:xfrm>
        </p:grpSpPr>
        <p:sp>
          <p:nvSpPr>
            <p:cNvPr id="7128" name="Google Shape;7128;p5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53"/>
          <p:cNvGrpSpPr/>
          <p:nvPr/>
        </p:nvGrpSpPr>
        <p:grpSpPr>
          <a:xfrm>
            <a:off x="5300541" y="3196800"/>
            <a:ext cx="351024" cy="350079"/>
            <a:chOff x="3859600" y="3591950"/>
            <a:chExt cx="296975" cy="296175"/>
          </a:xfrm>
        </p:grpSpPr>
        <p:sp>
          <p:nvSpPr>
            <p:cNvPr id="7136" name="Google Shape;7136;p5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3"/>
          <p:cNvGrpSpPr/>
          <p:nvPr/>
        </p:nvGrpSpPr>
        <p:grpSpPr>
          <a:xfrm>
            <a:off x="5301014" y="3672883"/>
            <a:ext cx="350079" cy="350079"/>
            <a:chOff x="3860400" y="3955025"/>
            <a:chExt cx="296175" cy="296175"/>
          </a:xfrm>
        </p:grpSpPr>
        <p:sp>
          <p:nvSpPr>
            <p:cNvPr id="7140" name="Google Shape;7140;p5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3"/>
          <p:cNvGrpSpPr/>
          <p:nvPr/>
        </p:nvGrpSpPr>
        <p:grpSpPr>
          <a:xfrm>
            <a:off x="7516230" y="2749281"/>
            <a:ext cx="355664" cy="349133"/>
            <a:chOff x="5716825" y="3235950"/>
            <a:chExt cx="300900" cy="295375"/>
          </a:xfrm>
        </p:grpSpPr>
        <p:sp>
          <p:nvSpPr>
            <p:cNvPr id="7146" name="Google Shape;7146;p5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53"/>
          <p:cNvGrpSpPr/>
          <p:nvPr/>
        </p:nvGrpSpPr>
        <p:grpSpPr>
          <a:xfrm>
            <a:off x="7529261" y="3207969"/>
            <a:ext cx="329601" cy="327739"/>
            <a:chOff x="5727850" y="3609275"/>
            <a:chExt cx="278850" cy="277275"/>
          </a:xfrm>
        </p:grpSpPr>
        <p:sp>
          <p:nvSpPr>
            <p:cNvPr id="7151" name="Google Shape;7151;p5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3"/>
          <p:cNvGrpSpPr/>
          <p:nvPr/>
        </p:nvGrpSpPr>
        <p:grpSpPr>
          <a:xfrm>
            <a:off x="7540446" y="3673356"/>
            <a:ext cx="307231" cy="349133"/>
            <a:chOff x="5736525" y="3963700"/>
            <a:chExt cx="259925" cy="295375"/>
          </a:xfrm>
        </p:grpSpPr>
        <p:sp>
          <p:nvSpPr>
            <p:cNvPr id="7157" name="Google Shape;7157;p5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3"/>
          <p:cNvGrpSpPr/>
          <p:nvPr/>
        </p:nvGrpSpPr>
        <p:grpSpPr>
          <a:xfrm>
            <a:off x="6632026" y="4122683"/>
            <a:ext cx="351024" cy="350079"/>
            <a:chOff x="6553275" y="3604550"/>
            <a:chExt cx="296975" cy="296175"/>
          </a:xfrm>
        </p:grpSpPr>
        <p:sp>
          <p:nvSpPr>
            <p:cNvPr id="7165" name="Google Shape;7165;p5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1" name="Google Shape;7171;p5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172" name="Google Shape;7172;p5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76" name="Shape 7176"/>
        <p:cNvGrpSpPr/>
        <p:nvPr/>
      </p:nvGrpSpPr>
      <p:grpSpPr>
        <a:xfrm>
          <a:off x="0" y="0"/>
          <a:ext cx="0" cy="0"/>
          <a:chOff x="0" y="0"/>
          <a:chExt cx="0" cy="0"/>
        </a:xfrm>
      </p:grpSpPr>
      <p:grpSp>
        <p:nvGrpSpPr>
          <p:cNvPr id="7177" name="Google Shape;7177;p54"/>
          <p:cNvGrpSpPr/>
          <p:nvPr/>
        </p:nvGrpSpPr>
        <p:grpSpPr>
          <a:xfrm>
            <a:off x="859032" y="1380546"/>
            <a:ext cx="294401" cy="353645"/>
            <a:chOff x="-35814600" y="3202075"/>
            <a:chExt cx="242625" cy="291450"/>
          </a:xfrm>
        </p:grpSpPr>
        <p:sp>
          <p:nvSpPr>
            <p:cNvPr id="7178" name="Google Shape;7178;p5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4"/>
          <p:cNvGrpSpPr/>
          <p:nvPr/>
        </p:nvGrpSpPr>
        <p:grpSpPr>
          <a:xfrm>
            <a:off x="829410" y="1821466"/>
            <a:ext cx="353645" cy="353888"/>
            <a:chOff x="-35839800" y="3561025"/>
            <a:chExt cx="291450" cy="291650"/>
          </a:xfrm>
        </p:grpSpPr>
        <p:sp>
          <p:nvSpPr>
            <p:cNvPr id="7186" name="Google Shape;7186;p5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3" name="Google Shape;7193;p5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4" name="Google Shape;7194;p54"/>
          <p:cNvGrpSpPr/>
          <p:nvPr/>
        </p:nvGrpSpPr>
        <p:grpSpPr>
          <a:xfrm>
            <a:off x="3066955" y="1380546"/>
            <a:ext cx="353645" cy="353645"/>
            <a:chOff x="-34003850" y="3227275"/>
            <a:chExt cx="291450" cy="291450"/>
          </a:xfrm>
        </p:grpSpPr>
        <p:sp>
          <p:nvSpPr>
            <p:cNvPr id="7195" name="Google Shape;7195;p5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4"/>
          <p:cNvGrpSpPr/>
          <p:nvPr/>
        </p:nvGrpSpPr>
        <p:grpSpPr>
          <a:xfrm>
            <a:off x="3066485" y="1821238"/>
            <a:ext cx="354586" cy="354343"/>
            <a:chOff x="-34004625" y="3585850"/>
            <a:chExt cx="292225" cy="292025"/>
          </a:xfrm>
        </p:grpSpPr>
        <p:sp>
          <p:nvSpPr>
            <p:cNvPr id="7201" name="Google Shape;7201;p5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54"/>
          <p:cNvGrpSpPr/>
          <p:nvPr/>
        </p:nvGrpSpPr>
        <p:grpSpPr>
          <a:xfrm>
            <a:off x="3066000" y="2256439"/>
            <a:ext cx="355557" cy="354616"/>
            <a:chOff x="-34005425" y="3945575"/>
            <a:chExt cx="293025" cy="292250"/>
          </a:xfrm>
        </p:grpSpPr>
        <p:sp>
          <p:nvSpPr>
            <p:cNvPr id="7207" name="Google Shape;7207;p5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4"/>
          <p:cNvGrpSpPr/>
          <p:nvPr/>
        </p:nvGrpSpPr>
        <p:grpSpPr>
          <a:xfrm>
            <a:off x="1713099" y="2729615"/>
            <a:ext cx="358408" cy="355557"/>
            <a:chOff x="-32174975" y="3192625"/>
            <a:chExt cx="295375" cy="293025"/>
          </a:xfrm>
        </p:grpSpPr>
        <p:sp>
          <p:nvSpPr>
            <p:cNvPr id="7211" name="Google Shape;7211;p5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5" name="Google Shape;7215;p5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7" name="Google Shape;7217;p54"/>
          <p:cNvGrpSpPr/>
          <p:nvPr/>
        </p:nvGrpSpPr>
        <p:grpSpPr>
          <a:xfrm>
            <a:off x="3952249" y="2730570"/>
            <a:ext cx="354586" cy="353645"/>
            <a:chOff x="-30345325" y="3184750"/>
            <a:chExt cx="292225" cy="291450"/>
          </a:xfrm>
        </p:grpSpPr>
        <p:sp>
          <p:nvSpPr>
            <p:cNvPr id="7218" name="Google Shape;7218;p5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4"/>
          <p:cNvGrpSpPr/>
          <p:nvPr/>
        </p:nvGrpSpPr>
        <p:grpSpPr>
          <a:xfrm>
            <a:off x="1277001" y="1380546"/>
            <a:ext cx="353645" cy="353645"/>
            <a:chOff x="-35481425" y="3202075"/>
            <a:chExt cx="291450" cy="291450"/>
          </a:xfrm>
        </p:grpSpPr>
        <p:sp>
          <p:nvSpPr>
            <p:cNvPr id="7224" name="Google Shape;7224;p5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54"/>
          <p:cNvGrpSpPr/>
          <p:nvPr/>
        </p:nvGrpSpPr>
        <p:grpSpPr>
          <a:xfrm>
            <a:off x="1276531" y="1822072"/>
            <a:ext cx="354586" cy="352675"/>
            <a:chOff x="-35482200" y="3561225"/>
            <a:chExt cx="292225" cy="290650"/>
          </a:xfrm>
        </p:grpSpPr>
        <p:sp>
          <p:nvSpPr>
            <p:cNvPr id="7232" name="Google Shape;7232;p5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54"/>
          <p:cNvGrpSpPr/>
          <p:nvPr/>
        </p:nvGrpSpPr>
        <p:grpSpPr>
          <a:xfrm>
            <a:off x="1277001" y="2256940"/>
            <a:ext cx="353645" cy="353615"/>
            <a:chOff x="-35481425" y="3919600"/>
            <a:chExt cx="291450" cy="291425"/>
          </a:xfrm>
        </p:grpSpPr>
        <p:sp>
          <p:nvSpPr>
            <p:cNvPr id="7236" name="Google Shape;7236;p5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54"/>
          <p:cNvGrpSpPr/>
          <p:nvPr/>
        </p:nvGrpSpPr>
        <p:grpSpPr>
          <a:xfrm>
            <a:off x="3512636" y="1381031"/>
            <a:ext cx="357468" cy="352675"/>
            <a:chOff x="-33645475" y="3228075"/>
            <a:chExt cx="294600" cy="290650"/>
          </a:xfrm>
        </p:grpSpPr>
        <p:sp>
          <p:nvSpPr>
            <p:cNvPr id="7245" name="Google Shape;7245;p5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4"/>
          <p:cNvGrpSpPr/>
          <p:nvPr/>
        </p:nvGrpSpPr>
        <p:grpSpPr>
          <a:xfrm>
            <a:off x="3513606" y="1821116"/>
            <a:ext cx="355526" cy="354586"/>
            <a:chOff x="-33646250" y="3586425"/>
            <a:chExt cx="293000" cy="292225"/>
          </a:xfrm>
        </p:grpSpPr>
        <p:sp>
          <p:nvSpPr>
            <p:cNvPr id="7253" name="Google Shape;7253;p5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54"/>
          <p:cNvGrpSpPr/>
          <p:nvPr/>
        </p:nvGrpSpPr>
        <p:grpSpPr>
          <a:xfrm>
            <a:off x="3514076" y="2255969"/>
            <a:ext cx="354586" cy="355557"/>
            <a:chOff x="-33645475" y="3944800"/>
            <a:chExt cx="292225" cy="293025"/>
          </a:xfrm>
        </p:grpSpPr>
        <p:sp>
          <p:nvSpPr>
            <p:cNvPr id="7256" name="Google Shape;7256;p5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4"/>
          <p:cNvGrpSpPr/>
          <p:nvPr/>
        </p:nvGrpSpPr>
        <p:grpSpPr>
          <a:xfrm>
            <a:off x="2167295" y="2729706"/>
            <a:ext cx="352675" cy="355375"/>
            <a:chOff x="-31809525" y="3192625"/>
            <a:chExt cx="290650" cy="292875"/>
          </a:xfrm>
        </p:grpSpPr>
        <p:sp>
          <p:nvSpPr>
            <p:cNvPr id="7267" name="Google Shape;7267;p5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54"/>
          <p:cNvGrpSpPr/>
          <p:nvPr/>
        </p:nvGrpSpPr>
        <p:grpSpPr>
          <a:xfrm>
            <a:off x="2166810" y="3200258"/>
            <a:ext cx="353645" cy="355557"/>
            <a:chOff x="-31811100" y="3550975"/>
            <a:chExt cx="291450" cy="293025"/>
          </a:xfrm>
        </p:grpSpPr>
        <p:sp>
          <p:nvSpPr>
            <p:cNvPr id="7272" name="Google Shape;7272;p5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4"/>
          <p:cNvGrpSpPr/>
          <p:nvPr/>
        </p:nvGrpSpPr>
        <p:grpSpPr>
          <a:xfrm>
            <a:off x="2160606" y="3664562"/>
            <a:ext cx="366052" cy="356831"/>
            <a:chOff x="-31817400" y="3910025"/>
            <a:chExt cx="301675" cy="294075"/>
          </a:xfrm>
        </p:grpSpPr>
        <p:sp>
          <p:nvSpPr>
            <p:cNvPr id="7280" name="Google Shape;7280;p5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54"/>
          <p:cNvGrpSpPr/>
          <p:nvPr/>
        </p:nvGrpSpPr>
        <p:grpSpPr>
          <a:xfrm>
            <a:off x="3952234" y="3200743"/>
            <a:ext cx="354616" cy="354586"/>
            <a:chOff x="-30354000" y="3569100"/>
            <a:chExt cx="292250" cy="292225"/>
          </a:xfrm>
        </p:grpSpPr>
        <p:sp>
          <p:nvSpPr>
            <p:cNvPr id="7284" name="Google Shape;7284;p5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4"/>
          <p:cNvGrpSpPr/>
          <p:nvPr/>
        </p:nvGrpSpPr>
        <p:grpSpPr>
          <a:xfrm>
            <a:off x="1730812" y="1380546"/>
            <a:ext cx="342148" cy="353645"/>
            <a:chOff x="-35118325" y="3202075"/>
            <a:chExt cx="281975" cy="291450"/>
          </a:xfrm>
        </p:grpSpPr>
        <p:sp>
          <p:nvSpPr>
            <p:cNvPr id="7291" name="Google Shape;7291;p5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54"/>
          <p:cNvGrpSpPr/>
          <p:nvPr/>
        </p:nvGrpSpPr>
        <p:grpSpPr>
          <a:xfrm>
            <a:off x="1724593" y="1821799"/>
            <a:ext cx="354586" cy="353221"/>
            <a:chOff x="-35123050" y="3561225"/>
            <a:chExt cx="292225" cy="291100"/>
          </a:xfrm>
        </p:grpSpPr>
        <p:sp>
          <p:nvSpPr>
            <p:cNvPr id="7296" name="Google Shape;7296;p5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54"/>
          <p:cNvGrpSpPr/>
          <p:nvPr/>
        </p:nvGrpSpPr>
        <p:grpSpPr>
          <a:xfrm>
            <a:off x="1766652" y="2256940"/>
            <a:ext cx="270467" cy="353615"/>
            <a:chOff x="-35089175" y="3919600"/>
            <a:chExt cx="222900" cy="291425"/>
          </a:xfrm>
        </p:grpSpPr>
        <p:sp>
          <p:nvSpPr>
            <p:cNvPr id="7299" name="Google Shape;7299;p5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4"/>
          <p:cNvGrpSpPr/>
          <p:nvPr/>
        </p:nvGrpSpPr>
        <p:grpSpPr>
          <a:xfrm>
            <a:off x="3963648" y="1380303"/>
            <a:ext cx="336445" cy="354131"/>
            <a:chOff x="-33277650" y="3226875"/>
            <a:chExt cx="277275" cy="291850"/>
          </a:xfrm>
        </p:grpSpPr>
        <p:sp>
          <p:nvSpPr>
            <p:cNvPr id="7302" name="Google Shape;7302;p5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4"/>
          <p:cNvGrpSpPr/>
          <p:nvPr/>
        </p:nvGrpSpPr>
        <p:grpSpPr>
          <a:xfrm>
            <a:off x="3955048" y="1821587"/>
            <a:ext cx="353645" cy="353645"/>
            <a:chOff x="-33286325" y="3586425"/>
            <a:chExt cx="291450" cy="291450"/>
          </a:xfrm>
        </p:grpSpPr>
        <p:sp>
          <p:nvSpPr>
            <p:cNvPr id="7310" name="Google Shape;7310;p5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54"/>
          <p:cNvGrpSpPr/>
          <p:nvPr/>
        </p:nvGrpSpPr>
        <p:grpSpPr>
          <a:xfrm>
            <a:off x="3955048" y="2255969"/>
            <a:ext cx="353645" cy="355557"/>
            <a:chOff x="-33286325" y="3944800"/>
            <a:chExt cx="291450" cy="293025"/>
          </a:xfrm>
        </p:grpSpPr>
        <p:sp>
          <p:nvSpPr>
            <p:cNvPr id="7316" name="Google Shape;7316;p5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4"/>
          <p:cNvGrpSpPr/>
          <p:nvPr/>
        </p:nvGrpSpPr>
        <p:grpSpPr>
          <a:xfrm>
            <a:off x="2613445" y="2729129"/>
            <a:ext cx="353645" cy="356527"/>
            <a:chOff x="-31452725" y="3191825"/>
            <a:chExt cx="291450" cy="293825"/>
          </a:xfrm>
        </p:grpSpPr>
        <p:sp>
          <p:nvSpPr>
            <p:cNvPr id="7321" name="Google Shape;7321;p5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54"/>
          <p:cNvGrpSpPr/>
          <p:nvPr/>
        </p:nvGrpSpPr>
        <p:grpSpPr>
          <a:xfrm>
            <a:off x="2612975" y="3200744"/>
            <a:ext cx="354586" cy="354586"/>
            <a:chOff x="-31452725" y="3551775"/>
            <a:chExt cx="292225" cy="292225"/>
          </a:xfrm>
        </p:grpSpPr>
        <p:sp>
          <p:nvSpPr>
            <p:cNvPr id="7326" name="Google Shape;7326;p5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54"/>
          <p:cNvGrpSpPr/>
          <p:nvPr/>
        </p:nvGrpSpPr>
        <p:grpSpPr>
          <a:xfrm>
            <a:off x="2611534" y="3664729"/>
            <a:ext cx="357468" cy="356497"/>
            <a:chOff x="-31455100" y="3909350"/>
            <a:chExt cx="294600" cy="293800"/>
          </a:xfrm>
        </p:grpSpPr>
        <p:sp>
          <p:nvSpPr>
            <p:cNvPr id="7331" name="Google Shape;7331;p5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4"/>
          <p:cNvGrpSpPr/>
          <p:nvPr/>
        </p:nvGrpSpPr>
        <p:grpSpPr>
          <a:xfrm>
            <a:off x="3952719" y="3665684"/>
            <a:ext cx="353645" cy="354586"/>
            <a:chOff x="-30345325" y="3918800"/>
            <a:chExt cx="291450" cy="292225"/>
          </a:xfrm>
        </p:grpSpPr>
        <p:sp>
          <p:nvSpPr>
            <p:cNvPr id="7334" name="Google Shape;7334;p5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4"/>
          <p:cNvGrpSpPr/>
          <p:nvPr/>
        </p:nvGrpSpPr>
        <p:grpSpPr>
          <a:xfrm>
            <a:off x="2172184" y="1821587"/>
            <a:ext cx="353645" cy="353645"/>
            <a:chOff x="-34763900" y="3561225"/>
            <a:chExt cx="291450" cy="291450"/>
          </a:xfrm>
        </p:grpSpPr>
        <p:sp>
          <p:nvSpPr>
            <p:cNvPr id="7340" name="Google Shape;7340;p5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3" name="Google Shape;7343;p5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4" name="Google Shape;7344;p54"/>
          <p:cNvGrpSpPr/>
          <p:nvPr/>
        </p:nvGrpSpPr>
        <p:grpSpPr>
          <a:xfrm>
            <a:off x="827081" y="2730099"/>
            <a:ext cx="354586" cy="354586"/>
            <a:chOff x="-32927950" y="3227275"/>
            <a:chExt cx="292225" cy="292225"/>
          </a:xfrm>
        </p:grpSpPr>
        <p:sp>
          <p:nvSpPr>
            <p:cNvPr id="7345" name="Google Shape;7345;p5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4"/>
          <p:cNvGrpSpPr/>
          <p:nvPr/>
        </p:nvGrpSpPr>
        <p:grpSpPr>
          <a:xfrm>
            <a:off x="826596" y="3201213"/>
            <a:ext cx="355557" cy="353645"/>
            <a:chOff x="-32927950" y="3586425"/>
            <a:chExt cx="293025" cy="291450"/>
          </a:xfrm>
        </p:grpSpPr>
        <p:sp>
          <p:nvSpPr>
            <p:cNvPr id="7351" name="Google Shape;7351;p5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4"/>
          <p:cNvGrpSpPr/>
          <p:nvPr/>
        </p:nvGrpSpPr>
        <p:grpSpPr>
          <a:xfrm>
            <a:off x="827081" y="3665198"/>
            <a:ext cx="354586" cy="355557"/>
            <a:chOff x="-32927950" y="3944800"/>
            <a:chExt cx="292225" cy="293025"/>
          </a:xfrm>
        </p:grpSpPr>
        <p:sp>
          <p:nvSpPr>
            <p:cNvPr id="7357" name="Google Shape;7357;p5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54"/>
          <p:cNvGrpSpPr/>
          <p:nvPr/>
        </p:nvGrpSpPr>
        <p:grpSpPr>
          <a:xfrm>
            <a:off x="3055873" y="2730449"/>
            <a:ext cx="354586" cy="353888"/>
            <a:chOff x="-31094350" y="3194000"/>
            <a:chExt cx="292225" cy="291650"/>
          </a:xfrm>
        </p:grpSpPr>
        <p:sp>
          <p:nvSpPr>
            <p:cNvPr id="7367" name="Google Shape;7367;p5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4"/>
          <p:cNvGrpSpPr/>
          <p:nvPr/>
        </p:nvGrpSpPr>
        <p:grpSpPr>
          <a:xfrm>
            <a:off x="3056343" y="3200941"/>
            <a:ext cx="353645" cy="354191"/>
            <a:chOff x="-31093575" y="3552550"/>
            <a:chExt cx="291450" cy="291900"/>
          </a:xfrm>
        </p:grpSpPr>
        <p:sp>
          <p:nvSpPr>
            <p:cNvPr id="7376" name="Google Shape;7376;p5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4"/>
          <p:cNvGrpSpPr/>
          <p:nvPr/>
        </p:nvGrpSpPr>
        <p:grpSpPr>
          <a:xfrm>
            <a:off x="2182711" y="1380546"/>
            <a:ext cx="332593" cy="353645"/>
            <a:chOff x="-34755225" y="3202075"/>
            <a:chExt cx="274100" cy="291450"/>
          </a:xfrm>
        </p:grpSpPr>
        <p:sp>
          <p:nvSpPr>
            <p:cNvPr id="7381" name="Google Shape;7381;p5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4"/>
          <p:cNvGrpSpPr/>
          <p:nvPr/>
        </p:nvGrpSpPr>
        <p:grpSpPr>
          <a:xfrm>
            <a:off x="3056343" y="3666169"/>
            <a:ext cx="353645" cy="353615"/>
            <a:chOff x="-31093575" y="3911725"/>
            <a:chExt cx="291450" cy="291425"/>
          </a:xfrm>
        </p:grpSpPr>
        <p:sp>
          <p:nvSpPr>
            <p:cNvPr id="7389" name="Google Shape;7389;p5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4"/>
          <p:cNvGrpSpPr/>
          <p:nvPr/>
        </p:nvGrpSpPr>
        <p:grpSpPr>
          <a:xfrm>
            <a:off x="2165773" y="4123136"/>
            <a:ext cx="356497" cy="354586"/>
            <a:chOff x="-29946000" y="3183175"/>
            <a:chExt cx="293800" cy="292225"/>
          </a:xfrm>
        </p:grpSpPr>
        <p:sp>
          <p:nvSpPr>
            <p:cNvPr id="7392" name="Google Shape;7392;p5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54"/>
          <p:cNvGrpSpPr/>
          <p:nvPr/>
        </p:nvGrpSpPr>
        <p:grpSpPr>
          <a:xfrm>
            <a:off x="2610305" y="1380289"/>
            <a:ext cx="358408" cy="354161"/>
            <a:chOff x="-34408675" y="3202075"/>
            <a:chExt cx="295375" cy="291875"/>
          </a:xfrm>
        </p:grpSpPr>
        <p:sp>
          <p:nvSpPr>
            <p:cNvPr id="7399" name="Google Shape;7399;p5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4"/>
          <p:cNvGrpSpPr/>
          <p:nvPr/>
        </p:nvGrpSpPr>
        <p:grpSpPr>
          <a:xfrm>
            <a:off x="2612216" y="1820283"/>
            <a:ext cx="354586" cy="356254"/>
            <a:chOff x="-34405525" y="3558075"/>
            <a:chExt cx="292225" cy="293600"/>
          </a:xfrm>
        </p:grpSpPr>
        <p:sp>
          <p:nvSpPr>
            <p:cNvPr id="7404" name="Google Shape;7404;p5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4"/>
          <p:cNvGrpSpPr/>
          <p:nvPr/>
        </p:nvGrpSpPr>
        <p:grpSpPr>
          <a:xfrm>
            <a:off x="2611730" y="2256940"/>
            <a:ext cx="355557" cy="353615"/>
            <a:chOff x="-34406325" y="3919600"/>
            <a:chExt cx="293025" cy="291425"/>
          </a:xfrm>
        </p:grpSpPr>
        <p:sp>
          <p:nvSpPr>
            <p:cNvPr id="7408" name="Google Shape;7408;p5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4"/>
          <p:cNvGrpSpPr/>
          <p:nvPr/>
        </p:nvGrpSpPr>
        <p:grpSpPr>
          <a:xfrm>
            <a:off x="1275628" y="2736303"/>
            <a:ext cx="353645" cy="342179"/>
            <a:chOff x="-32568800" y="3232000"/>
            <a:chExt cx="291450" cy="282000"/>
          </a:xfrm>
        </p:grpSpPr>
        <p:sp>
          <p:nvSpPr>
            <p:cNvPr id="7416" name="Google Shape;7416;p5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54"/>
          <p:cNvGrpSpPr/>
          <p:nvPr/>
        </p:nvGrpSpPr>
        <p:grpSpPr>
          <a:xfrm>
            <a:off x="1275158" y="3201213"/>
            <a:ext cx="354586" cy="353645"/>
            <a:chOff x="-32569575" y="3586425"/>
            <a:chExt cx="292225" cy="291450"/>
          </a:xfrm>
        </p:grpSpPr>
        <p:sp>
          <p:nvSpPr>
            <p:cNvPr id="7419" name="Google Shape;7419;p5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54"/>
          <p:cNvGrpSpPr/>
          <p:nvPr/>
        </p:nvGrpSpPr>
        <p:grpSpPr>
          <a:xfrm>
            <a:off x="1266073" y="3665805"/>
            <a:ext cx="372756" cy="354343"/>
            <a:chOff x="-32576675" y="3944600"/>
            <a:chExt cx="307200" cy="292025"/>
          </a:xfrm>
        </p:grpSpPr>
        <p:sp>
          <p:nvSpPr>
            <p:cNvPr id="7422" name="Google Shape;7422;p5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4"/>
          <p:cNvGrpSpPr/>
          <p:nvPr/>
        </p:nvGrpSpPr>
        <p:grpSpPr>
          <a:xfrm>
            <a:off x="3511040" y="2730100"/>
            <a:ext cx="354586" cy="354586"/>
            <a:chOff x="-30735200" y="3192625"/>
            <a:chExt cx="292225" cy="292225"/>
          </a:xfrm>
        </p:grpSpPr>
        <p:sp>
          <p:nvSpPr>
            <p:cNvPr id="7425" name="Google Shape;7425;p5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4"/>
          <p:cNvGrpSpPr/>
          <p:nvPr/>
        </p:nvGrpSpPr>
        <p:grpSpPr>
          <a:xfrm>
            <a:off x="3511040" y="3201532"/>
            <a:ext cx="354586" cy="353008"/>
            <a:chOff x="-30735200" y="3552550"/>
            <a:chExt cx="292225" cy="290925"/>
          </a:xfrm>
        </p:grpSpPr>
        <p:sp>
          <p:nvSpPr>
            <p:cNvPr id="7433" name="Google Shape;7433;p5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54"/>
          <p:cNvGrpSpPr/>
          <p:nvPr/>
        </p:nvGrpSpPr>
        <p:grpSpPr>
          <a:xfrm>
            <a:off x="3511040" y="3666154"/>
            <a:ext cx="354586" cy="353645"/>
            <a:chOff x="-30735200" y="3910925"/>
            <a:chExt cx="292225" cy="291450"/>
          </a:xfrm>
        </p:grpSpPr>
        <p:sp>
          <p:nvSpPr>
            <p:cNvPr id="7436" name="Google Shape;7436;p5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8" name="Google Shape;7438;p5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9" name="Google Shape;7439;p54"/>
          <p:cNvGrpSpPr/>
          <p:nvPr/>
        </p:nvGrpSpPr>
        <p:grpSpPr>
          <a:xfrm>
            <a:off x="4864547" y="1375808"/>
            <a:ext cx="358971" cy="359224"/>
            <a:chOff x="-57956275" y="3197925"/>
            <a:chExt cx="319000" cy="319225"/>
          </a:xfrm>
        </p:grpSpPr>
        <p:sp>
          <p:nvSpPr>
            <p:cNvPr id="7440" name="Google Shape;7440;p5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54"/>
          <p:cNvGrpSpPr/>
          <p:nvPr/>
        </p:nvGrpSpPr>
        <p:grpSpPr>
          <a:xfrm>
            <a:off x="4886701" y="1832234"/>
            <a:ext cx="314662" cy="358971"/>
            <a:chOff x="-57940525" y="3590375"/>
            <a:chExt cx="279625" cy="319000"/>
          </a:xfrm>
        </p:grpSpPr>
        <p:sp>
          <p:nvSpPr>
            <p:cNvPr id="7448" name="Google Shape;7448;p5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54"/>
          <p:cNvGrpSpPr/>
          <p:nvPr/>
        </p:nvGrpSpPr>
        <p:grpSpPr>
          <a:xfrm>
            <a:off x="4857582" y="2273605"/>
            <a:ext cx="358099" cy="358999"/>
            <a:chOff x="-57959425" y="3982600"/>
            <a:chExt cx="318225" cy="319025"/>
          </a:xfrm>
        </p:grpSpPr>
        <p:sp>
          <p:nvSpPr>
            <p:cNvPr id="7454" name="Google Shape;7454;p5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4"/>
          <p:cNvGrpSpPr/>
          <p:nvPr/>
        </p:nvGrpSpPr>
        <p:grpSpPr>
          <a:xfrm>
            <a:off x="7057749" y="1376934"/>
            <a:ext cx="357226" cy="357226"/>
            <a:chOff x="-55987225" y="3198925"/>
            <a:chExt cx="317450" cy="317450"/>
          </a:xfrm>
        </p:grpSpPr>
        <p:sp>
          <p:nvSpPr>
            <p:cNvPr id="7459" name="Google Shape;7459;p5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4"/>
          <p:cNvGrpSpPr/>
          <p:nvPr/>
        </p:nvGrpSpPr>
        <p:grpSpPr>
          <a:xfrm>
            <a:off x="7057749" y="1832965"/>
            <a:ext cx="357226" cy="357367"/>
            <a:chOff x="-55987225" y="3591025"/>
            <a:chExt cx="317450" cy="317575"/>
          </a:xfrm>
        </p:grpSpPr>
        <p:sp>
          <p:nvSpPr>
            <p:cNvPr id="7464" name="Google Shape;7464;p5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54"/>
          <p:cNvGrpSpPr/>
          <p:nvPr/>
        </p:nvGrpSpPr>
        <p:grpSpPr>
          <a:xfrm>
            <a:off x="7071665" y="2273605"/>
            <a:ext cx="358999" cy="358999"/>
            <a:chOff x="-55988800" y="3982600"/>
            <a:chExt cx="319025" cy="319025"/>
          </a:xfrm>
        </p:grpSpPr>
        <p:sp>
          <p:nvSpPr>
            <p:cNvPr id="7470" name="Google Shape;7470;p5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4"/>
          <p:cNvGrpSpPr/>
          <p:nvPr/>
        </p:nvGrpSpPr>
        <p:grpSpPr>
          <a:xfrm>
            <a:off x="5730184" y="2731562"/>
            <a:ext cx="356326" cy="358971"/>
            <a:chOff x="-54026025" y="3192625"/>
            <a:chExt cx="316650" cy="319000"/>
          </a:xfrm>
        </p:grpSpPr>
        <p:sp>
          <p:nvSpPr>
            <p:cNvPr id="7476" name="Google Shape;7476;p5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54"/>
          <p:cNvGrpSpPr/>
          <p:nvPr/>
        </p:nvGrpSpPr>
        <p:grpSpPr>
          <a:xfrm>
            <a:off x="5750130" y="3202536"/>
            <a:ext cx="316434" cy="358099"/>
            <a:chOff x="-54007925" y="3584850"/>
            <a:chExt cx="281200" cy="318225"/>
          </a:xfrm>
        </p:grpSpPr>
        <p:sp>
          <p:nvSpPr>
            <p:cNvPr id="7485" name="Google Shape;7485;p5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54"/>
          <p:cNvGrpSpPr/>
          <p:nvPr/>
        </p:nvGrpSpPr>
        <p:grpSpPr>
          <a:xfrm>
            <a:off x="5750130" y="3664421"/>
            <a:ext cx="316434" cy="358914"/>
            <a:chOff x="-54007925" y="3975575"/>
            <a:chExt cx="281200" cy="318950"/>
          </a:xfrm>
        </p:grpSpPr>
        <p:sp>
          <p:nvSpPr>
            <p:cNvPr id="7492" name="Google Shape;7492;p5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54"/>
          <p:cNvGrpSpPr/>
          <p:nvPr/>
        </p:nvGrpSpPr>
        <p:grpSpPr>
          <a:xfrm>
            <a:off x="7984996" y="2748891"/>
            <a:ext cx="274770" cy="358492"/>
            <a:chOff x="-52005775" y="3208025"/>
            <a:chExt cx="244175" cy="318575"/>
          </a:xfrm>
        </p:grpSpPr>
        <p:sp>
          <p:nvSpPr>
            <p:cNvPr id="7497" name="Google Shape;7497;p5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4"/>
          <p:cNvGrpSpPr/>
          <p:nvPr/>
        </p:nvGrpSpPr>
        <p:grpSpPr>
          <a:xfrm>
            <a:off x="5291462" y="1376934"/>
            <a:ext cx="358099" cy="358099"/>
            <a:chOff x="-57568775" y="3198925"/>
            <a:chExt cx="318225" cy="318225"/>
          </a:xfrm>
        </p:grpSpPr>
        <p:sp>
          <p:nvSpPr>
            <p:cNvPr id="7509" name="Google Shape;7509;p5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4"/>
          <p:cNvGrpSpPr/>
          <p:nvPr/>
        </p:nvGrpSpPr>
        <p:grpSpPr>
          <a:xfrm>
            <a:off x="5313181" y="1832234"/>
            <a:ext cx="314662" cy="358099"/>
            <a:chOff x="-57549075" y="3590375"/>
            <a:chExt cx="279625" cy="318225"/>
          </a:xfrm>
        </p:grpSpPr>
        <p:sp>
          <p:nvSpPr>
            <p:cNvPr id="7516" name="Google Shape;7516;p5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4"/>
          <p:cNvGrpSpPr/>
          <p:nvPr/>
        </p:nvGrpSpPr>
        <p:grpSpPr>
          <a:xfrm>
            <a:off x="5305378" y="2273605"/>
            <a:ext cx="359871" cy="359871"/>
            <a:chOff x="-57570350" y="3982600"/>
            <a:chExt cx="319800" cy="319800"/>
          </a:xfrm>
        </p:grpSpPr>
        <p:sp>
          <p:nvSpPr>
            <p:cNvPr id="7521" name="Google Shape;7521;p5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4"/>
          <p:cNvGrpSpPr/>
          <p:nvPr/>
        </p:nvGrpSpPr>
        <p:grpSpPr>
          <a:xfrm>
            <a:off x="7520416" y="1376033"/>
            <a:ext cx="314662" cy="358999"/>
            <a:chOff x="-55576850" y="3198125"/>
            <a:chExt cx="279625" cy="319025"/>
          </a:xfrm>
        </p:grpSpPr>
        <p:sp>
          <p:nvSpPr>
            <p:cNvPr id="7526" name="Google Shape;7526;p5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54"/>
          <p:cNvGrpSpPr/>
          <p:nvPr/>
        </p:nvGrpSpPr>
        <p:grpSpPr>
          <a:xfrm>
            <a:off x="7497812" y="1832009"/>
            <a:ext cx="359871" cy="358324"/>
            <a:chOff x="-55596550" y="3590175"/>
            <a:chExt cx="319800" cy="318425"/>
          </a:xfrm>
        </p:grpSpPr>
        <p:sp>
          <p:nvSpPr>
            <p:cNvPr id="7531" name="Google Shape;7531;p5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54"/>
          <p:cNvGrpSpPr/>
          <p:nvPr/>
        </p:nvGrpSpPr>
        <p:grpSpPr>
          <a:xfrm>
            <a:off x="7513049" y="2273351"/>
            <a:ext cx="358999" cy="359252"/>
            <a:chOff x="-55595775" y="3982375"/>
            <a:chExt cx="319025" cy="319250"/>
          </a:xfrm>
        </p:grpSpPr>
        <p:sp>
          <p:nvSpPr>
            <p:cNvPr id="7536" name="Google Shape;7536;p5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54"/>
          <p:cNvGrpSpPr/>
          <p:nvPr/>
        </p:nvGrpSpPr>
        <p:grpSpPr>
          <a:xfrm>
            <a:off x="6170232" y="2731562"/>
            <a:ext cx="358999" cy="358099"/>
            <a:chOff x="-53635375" y="3192625"/>
            <a:chExt cx="319025" cy="318225"/>
          </a:xfrm>
        </p:grpSpPr>
        <p:sp>
          <p:nvSpPr>
            <p:cNvPr id="7543" name="Google Shape;7543;p5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54"/>
          <p:cNvGrpSpPr/>
          <p:nvPr/>
        </p:nvGrpSpPr>
        <p:grpSpPr>
          <a:xfrm>
            <a:off x="6192401" y="3202536"/>
            <a:ext cx="314662" cy="358999"/>
            <a:chOff x="-53615675" y="3584850"/>
            <a:chExt cx="279625" cy="319025"/>
          </a:xfrm>
        </p:grpSpPr>
        <p:sp>
          <p:nvSpPr>
            <p:cNvPr id="7547" name="Google Shape;7547;p5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54"/>
          <p:cNvGrpSpPr/>
          <p:nvPr/>
        </p:nvGrpSpPr>
        <p:grpSpPr>
          <a:xfrm>
            <a:off x="6170246" y="3665461"/>
            <a:ext cx="358971" cy="357874"/>
            <a:chOff x="-53634575" y="3976500"/>
            <a:chExt cx="319000" cy="318025"/>
          </a:xfrm>
        </p:grpSpPr>
        <p:sp>
          <p:nvSpPr>
            <p:cNvPr id="7551" name="Google Shape;7551;p5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4"/>
          <p:cNvGrpSpPr/>
          <p:nvPr/>
        </p:nvGrpSpPr>
        <p:grpSpPr>
          <a:xfrm>
            <a:off x="7965050" y="3208415"/>
            <a:ext cx="314662" cy="358436"/>
            <a:chOff x="-52023900" y="3590075"/>
            <a:chExt cx="279625" cy="318525"/>
          </a:xfrm>
        </p:grpSpPr>
        <p:sp>
          <p:nvSpPr>
            <p:cNvPr id="7560" name="Google Shape;7560;p5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54"/>
          <p:cNvGrpSpPr/>
          <p:nvPr/>
        </p:nvGrpSpPr>
        <p:grpSpPr>
          <a:xfrm>
            <a:off x="5728292" y="1376934"/>
            <a:ext cx="358971" cy="358971"/>
            <a:chOff x="-57173375" y="3198925"/>
            <a:chExt cx="319000" cy="319000"/>
          </a:xfrm>
        </p:grpSpPr>
        <p:sp>
          <p:nvSpPr>
            <p:cNvPr id="7568" name="Google Shape;7568;p5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54"/>
          <p:cNvGrpSpPr/>
          <p:nvPr/>
        </p:nvGrpSpPr>
        <p:grpSpPr>
          <a:xfrm>
            <a:off x="5729178" y="1854374"/>
            <a:ext cx="357198" cy="314690"/>
            <a:chOff x="-57176525" y="3610050"/>
            <a:chExt cx="317425" cy="279650"/>
          </a:xfrm>
        </p:grpSpPr>
        <p:sp>
          <p:nvSpPr>
            <p:cNvPr id="7573" name="Google Shape;7573;p5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4"/>
          <p:cNvGrpSpPr/>
          <p:nvPr/>
        </p:nvGrpSpPr>
        <p:grpSpPr>
          <a:xfrm>
            <a:off x="7939633" y="1376934"/>
            <a:ext cx="358099" cy="356326"/>
            <a:chOff x="-55202750" y="3198925"/>
            <a:chExt cx="318225" cy="316650"/>
          </a:xfrm>
        </p:grpSpPr>
        <p:sp>
          <p:nvSpPr>
            <p:cNvPr id="7579" name="Google Shape;7579;p5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4"/>
          <p:cNvGrpSpPr/>
          <p:nvPr/>
        </p:nvGrpSpPr>
        <p:grpSpPr>
          <a:xfrm>
            <a:off x="7950267" y="1832234"/>
            <a:ext cx="336830" cy="358099"/>
            <a:chOff x="-55194875" y="3590375"/>
            <a:chExt cx="299325" cy="318225"/>
          </a:xfrm>
        </p:grpSpPr>
        <p:sp>
          <p:nvSpPr>
            <p:cNvPr id="7582" name="Google Shape;7582;p5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54"/>
          <p:cNvGrpSpPr/>
          <p:nvPr/>
        </p:nvGrpSpPr>
        <p:grpSpPr>
          <a:xfrm>
            <a:off x="7954884" y="2274505"/>
            <a:ext cx="357198" cy="357198"/>
            <a:chOff x="-55203525" y="3983400"/>
            <a:chExt cx="317425" cy="317425"/>
          </a:xfrm>
        </p:grpSpPr>
        <p:sp>
          <p:nvSpPr>
            <p:cNvPr id="7588" name="Google Shape;7588;p5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54"/>
          <p:cNvGrpSpPr/>
          <p:nvPr/>
        </p:nvGrpSpPr>
        <p:grpSpPr>
          <a:xfrm>
            <a:off x="6621365" y="2731562"/>
            <a:ext cx="335930" cy="358971"/>
            <a:chOff x="-53232900" y="3192625"/>
            <a:chExt cx="298525" cy="319000"/>
          </a:xfrm>
        </p:grpSpPr>
        <p:sp>
          <p:nvSpPr>
            <p:cNvPr id="7592" name="Google Shape;7592;p5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54"/>
          <p:cNvGrpSpPr/>
          <p:nvPr/>
        </p:nvGrpSpPr>
        <p:grpSpPr>
          <a:xfrm>
            <a:off x="6610731" y="3202536"/>
            <a:ext cx="357198" cy="356326"/>
            <a:chOff x="-53242350" y="3584850"/>
            <a:chExt cx="317425" cy="316650"/>
          </a:xfrm>
        </p:grpSpPr>
        <p:sp>
          <p:nvSpPr>
            <p:cNvPr id="7601" name="Google Shape;7601;p5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4"/>
          <p:cNvGrpSpPr/>
          <p:nvPr/>
        </p:nvGrpSpPr>
        <p:grpSpPr>
          <a:xfrm>
            <a:off x="6631999" y="3665236"/>
            <a:ext cx="314662" cy="358999"/>
            <a:chOff x="-53224225" y="3976300"/>
            <a:chExt cx="279625" cy="319025"/>
          </a:xfrm>
        </p:grpSpPr>
        <p:sp>
          <p:nvSpPr>
            <p:cNvPr id="7607" name="Google Shape;7607;p5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54"/>
          <p:cNvGrpSpPr/>
          <p:nvPr/>
        </p:nvGrpSpPr>
        <p:grpSpPr>
          <a:xfrm>
            <a:off x="7942896" y="3672917"/>
            <a:ext cx="358971" cy="358408"/>
            <a:chOff x="-52043575" y="3983125"/>
            <a:chExt cx="319000" cy="318500"/>
          </a:xfrm>
        </p:grpSpPr>
        <p:sp>
          <p:nvSpPr>
            <p:cNvPr id="7615" name="Google Shape;7615;p5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4"/>
          <p:cNvGrpSpPr/>
          <p:nvPr/>
        </p:nvGrpSpPr>
        <p:grpSpPr>
          <a:xfrm>
            <a:off x="6196836" y="1376934"/>
            <a:ext cx="314662" cy="358971"/>
            <a:chOff x="-56766175" y="3198925"/>
            <a:chExt cx="279625" cy="319000"/>
          </a:xfrm>
        </p:grpSpPr>
        <p:sp>
          <p:nvSpPr>
            <p:cNvPr id="7625" name="Google Shape;7625;p5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4"/>
          <p:cNvGrpSpPr/>
          <p:nvPr/>
        </p:nvGrpSpPr>
        <p:grpSpPr>
          <a:xfrm>
            <a:off x="6195950" y="1832234"/>
            <a:ext cx="316434" cy="358099"/>
            <a:chOff x="-56766175" y="3590375"/>
            <a:chExt cx="281200" cy="318225"/>
          </a:xfrm>
        </p:grpSpPr>
        <p:sp>
          <p:nvSpPr>
            <p:cNvPr id="7633" name="Google Shape;7633;p5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54"/>
          <p:cNvGrpSpPr/>
          <p:nvPr/>
        </p:nvGrpSpPr>
        <p:grpSpPr>
          <a:xfrm>
            <a:off x="6232906" y="2273605"/>
            <a:ext cx="272126" cy="358099"/>
            <a:chOff x="-56747275" y="3982600"/>
            <a:chExt cx="241825" cy="318225"/>
          </a:xfrm>
        </p:grpSpPr>
        <p:sp>
          <p:nvSpPr>
            <p:cNvPr id="7638" name="Google Shape;7638;p5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4"/>
          <p:cNvGrpSpPr/>
          <p:nvPr/>
        </p:nvGrpSpPr>
        <p:grpSpPr>
          <a:xfrm>
            <a:off x="4840657" y="3215842"/>
            <a:ext cx="358999" cy="342991"/>
            <a:chOff x="-54812875" y="3596675"/>
            <a:chExt cx="319025" cy="304800"/>
          </a:xfrm>
        </p:grpSpPr>
        <p:sp>
          <p:nvSpPr>
            <p:cNvPr id="7646" name="Google Shape;7646;p5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3" name="Google Shape;7653;p5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5" name="Google Shape;7655;p54"/>
          <p:cNvGrpSpPr/>
          <p:nvPr/>
        </p:nvGrpSpPr>
        <p:grpSpPr>
          <a:xfrm>
            <a:off x="4862826" y="3672326"/>
            <a:ext cx="314662" cy="358099"/>
            <a:chOff x="-54793175" y="3982600"/>
            <a:chExt cx="279625" cy="318225"/>
          </a:xfrm>
        </p:grpSpPr>
        <p:sp>
          <p:nvSpPr>
            <p:cNvPr id="7656" name="Google Shape;7656;p5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54"/>
          <p:cNvGrpSpPr/>
          <p:nvPr/>
        </p:nvGrpSpPr>
        <p:grpSpPr>
          <a:xfrm>
            <a:off x="7074284" y="2731562"/>
            <a:ext cx="314662" cy="358099"/>
            <a:chOff x="-52832000" y="3192625"/>
            <a:chExt cx="279625" cy="318225"/>
          </a:xfrm>
        </p:grpSpPr>
        <p:sp>
          <p:nvSpPr>
            <p:cNvPr id="7664" name="Google Shape;7664;p5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54"/>
          <p:cNvGrpSpPr/>
          <p:nvPr/>
        </p:nvGrpSpPr>
        <p:grpSpPr>
          <a:xfrm>
            <a:off x="5760817" y="2272929"/>
            <a:ext cx="323524" cy="358774"/>
            <a:chOff x="-57162350" y="3982000"/>
            <a:chExt cx="287500" cy="318825"/>
          </a:xfrm>
        </p:grpSpPr>
        <p:sp>
          <p:nvSpPr>
            <p:cNvPr id="7673" name="Google Shape;7673;p5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54"/>
          <p:cNvGrpSpPr/>
          <p:nvPr/>
        </p:nvGrpSpPr>
        <p:grpSpPr>
          <a:xfrm>
            <a:off x="7052130" y="3203436"/>
            <a:ext cx="358971" cy="357198"/>
            <a:chOff x="-52851675" y="3585650"/>
            <a:chExt cx="319000" cy="317425"/>
          </a:xfrm>
        </p:grpSpPr>
        <p:sp>
          <p:nvSpPr>
            <p:cNvPr id="7682" name="Google Shape;7682;p5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54"/>
          <p:cNvGrpSpPr/>
          <p:nvPr/>
        </p:nvGrpSpPr>
        <p:grpSpPr>
          <a:xfrm>
            <a:off x="7074284" y="3665236"/>
            <a:ext cx="314662" cy="358999"/>
            <a:chOff x="-52832000" y="3976300"/>
            <a:chExt cx="279625" cy="319025"/>
          </a:xfrm>
        </p:grpSpPr>
        <p:sp>
          <p:nvSpPr>
            <p:cNvPr id="7689" name="Google Shape;7689;p5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54"/>
          <p:cNvGrpSpPr/>
          <p:nvPr/>
        </p:nvGrpSpPr>
        <p:grpSpPr>
          <a:xfrm>
            <a:off x="6191490" y="4119884"/>
            <a:ext cx="316434" cy="358099"/>
            <a:chOff x="-51633225" y="3198925"/>
            <a:chExt cx="281200" cy="318225"/>
          </a:xfrm>
        </p:grpSpPr>
        <p:sp>
          <p:nvSpPr>
            <p:cNvPr id="7695" name="Google Shape;7695;p5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4"/>
          <p:cNvGrpSpPr/>
          <p:nvPr/>
        </p:nvGrpSpPr>
        <p:grpSpPr>
          <a:xfrm>
            <a:off x="6610314" y="1377806"/>
            <a:ext cx="365188" cy="357226"/>
            <a:chOff x="-56396775" y="3199700"/>
            <a:chExt cx="324525" cy="317450"/>
          </a:xfrm>
        </p:grpSpPr>
        <p:sp>
          <p:nvSpPr>
            <p:cNvPr id="7703" name="Google Shape;7703;p5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4"/>
          <p:cNvGrpSpPr/>
          <p:nvPr/>
        </p:nvGrpSpPr>
        <p:grpSpPr>
          <a:xfrm>
            <a:off x="6613408" y="1843740"/>
            <a:ext cx="358999" cy="335958"/>
            <a:chOff x="-56394425" y="3600600"/>
            <a:chExt cx="319025" cy="298550"/>
          </a:xfrm>
        </p:grpSpPr>
        <p:sp>
          <p:nvSpPr>
            <p:cNvPr id="7710" name="Google Shape;7710;p5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4"/>
          <p:cNvGrpSpPr/>
          <p:nvPr/>
        </p:nvGrpSpPr>
        <p:grpSpPr>
          <a:xfrm>
            <a:off x="6644175" y="2274505"/>
            <a:ext cx="327068" cy="357198"/>
            <a:chOff x="-56379450" y="3983400"/>
            <a:chExt cx="290650" cy="317425"/>
          </a:xfrm>
        </p:grpSpPr>
        <p:sp>
          <p:nvSpPr>
            <p:cNvPr id="7714" name="Google Shape;7714;p5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4"/>
          <p:cNvGrpSpPr/>
          <p:nvPr/>
        </p:nvGrpSpPr>
        <p:grpSpPr>
          <a:xfrm>
            <a:off x="5307879" y="2738651"/>
            <a:ext cx="316434" cy="358971"/>
            <a:chOff x="-54401725" y="3198925"/>
            <a:chExt cx="281200" cy="319000"/>
          </a:xfrm>
        </p:grpSpPr>
        <p:sp>
          <p:nvSpPr>
            <p:cNvPr id="7723" name="Google Shape;7723;p5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4"/>
          <p:cNvGrpSpPr/>
          <p:nvPr/>
        </p:nvGrpSpPr>
        <p:grpSpPr>
          <a:xfrm>
            <a:off x="5308766" y="3208753"/>
            <a:ext cx="314662" cy="358099"/>
            <a:chOff x="-54401725" y="3590375"/>
            <a:chExt cx="279625" cy="318225"/>
          </a:xfrm>
        </p:grpSpPr>
        <p:sp>
          <p:nvSpPr>
            <p:cNvPr id="7735" name="Google Shape;7735;p5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4"/>
          <p:cNvGrpSpPr/>
          <p:nvPr/>
        </p:nvGrpSpPr>
        <p:grpSpPr>
          <a:xfrm>
            <a:off x="5306557" y="3672326"/>
            <a:ext cx="319079" cy="358099"/>
            <a:chOff x="-54403300" y="3982600"/>
            <a:chExt cx="283550" cy="318225"/>
          </a:xfrm>
        </p:grpSpPr>
        <p:sp>
          <p:nvSpPr>
            <p:cNvPr id="7742" name="Google Shape;7742;p5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54"/>
          <p:cNvGrpSpPr/>
          <p:nvPr/>
        </p:nvGrpSpPr>
        <p:grpSpPr>
          <a:xfrm>
            <a:off x="7493951" y="2733559"/>
            <a:ext cx="356298" cy="356973"/>
            <a:chOff x="-52458650" y="3194400"/>
            <a:chExt cx="316625" cy="317225"/>
          </a:xfrm>
        </p:grpSpPr>
        <p:sp>
          <p:nvSpPr>
            <p:cNvPr id="7748" name="Google Shape;7748;p5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4"/>
          <p:cNvGrpSpPr/>
          <p:nvPr/>
        </p:nvGrpSpPr>
        <p:grpSpPr>
          <a:xfrm>
            <a:off x="4862826" y="2738651"/>
            <a:ext cx="314662" cy="358971"/>
            <a:chOff x="-54793175" y="3198925"/>
            <a:chExt cx="279625" cy="319000"/>
          </a:xfrm>
        </p:grpSpPr>
        <p:sp>
          <p:nvSpPr>
            <p:cNvPr id="7757" name="Google Shape;7757;p5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4"/>
          <p:cNvGrpSpPr/>
          <p:nvPr/>
        </p:nvGrpSpPr>
        <p:grpSpPr>
          <a:xfrm>
            <a:off x="7503249" y="3202536"/>
            <a:ext cx="337703" cy="357845"/>
            <a:chOff x="-52450000" y="3584850"/>
            <a:chExt cx="300100" cy="318000"/>
          </a:xfrm>
        </p:grpSpPr>
        <p:sp>
          <p:nvSpPr>
            <p:cNvPr id="7765" name="Google Shape;7765;p5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54"/>
          <p:cNvGrpSpPr/>
          <p:nvPr/>
        </p:nvGrpSpPr>
        <p:grpSpPr>
          <a:xfrm>
            <a:off x="7514769" y="3667009"/>
            <a:ext cx="314662" cy="357226"/>
            <a:chOff x="-52440550" y="3977875"/>
            <a:chExt cx="279625" cy="317450"/>
          </a:xfrm>
        </p:grpSpPr>
        <p:sp>
          <p:nvSpPr>
            <p:cNvPr id="7773" name="Google Shape;7773;p5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4"/>
          <p:cNvGrpSpPr/>
          <p:nvPr/>
        </p:nvGrpSpPr>
        <p:grpSpPr>
          <a:xfrm>
            <a:off x="6626703" y="4123215"/>
            <a:ext cx="314662" cy="358999"/>
            <a:chOff x="-51623775" y="3584850"/>
            <a:chExt cx="279625" cy="319025"/>
          </a:xfrm>
        </p:grpSpPr>
        <p:sp>
          <p:nvSpPr>
            <p:cNvPr id="7782" name="Google Shape;7782;p5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5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792" name="Google Shape;7792;p5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96" name="Shape 7796"/>
        <p:cNvGrpSpPr/>
        <p:nvPr/>
      </p:nvGrpSpPr>
      <p:grpSpPr>
        <a:xfrm>
          <a:off x="0" y="0"/>
          <a:ext cx="0" cy="0"/>
          <a:chOff x="0" y="0"/>
          <a:chExt cx="0" cy="0"/>
        </a:xfrm>
      </p:grpSpPr>
      <p:grpSp>
        <p:nvGrpSpPr>
          <p:cNvPr id="7797" name="Google Shape;7797;p55"/>
          <p:cNvGrpSpPr/>
          <p:nvPr/>
        </p:nvGrpSpPr>
        <p:grpSpPr>
          <a:xfrm>
            <a:off x="866775" y="1386849"/>
            <a:ext cx="276003" cy="357300"/>
            <a:chOff x="-50469125" y="3183175"/>
            <a:chExt cx="233150" cy="301825"/>
          </a:xfrm>
        </p:grpSpPr>
        <p:sp>
          <p:nvSpPr>
            <p:cNvPr id="7798" name="Google Shape;7798;p5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55"/>
          <p:cNvGrpSpPr/>
          <p:nvPr/>
        </p:nvGrpSpPr>
        <p:grpSpPr>
          <a:xfrm>
            <a:off x="826674" y="1822251"/>
            <a:ext cx="356205" cy="355288"/>
            <a:chOff x="-50504575" y="3550975"/>
            <a:chExt cx="300900" cy="300125"/>
          </a:xfrm>
        </p:grpSpPr>
        <p:sp>
          <p:nvSpPr>
            <p:cNvPr id="7802" name="Google Shape;7802;p5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5"/>
          <p:cNvGrpSpPr/>
          <p:nvPr/>
        </p:nvGrpSpPr>
        <p:grpSpPr>
          <a:xfrm>
            <a:off x="826674" y="2260493"/>
            <a:ext cx="356205" cy="354341"/>
            <a:chOff x="-50503000" y="3921175"/>
            <a:chExt cx="300900" cy="299325"/>
          </a:xfrm>
        </p:grpSpPr>
        <p:sp>
          <p:nvSpPr>
            <p:cNvPr id="7807" name="Google Shape;7807;p5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5"/>
          <p:cNvGrpSpPr/>
          <p:nvPr/>
        </p:nvGrpSpPr>
        <p:grpSpPr>
          <a:xfrm>
            <a:off x="3030727" y="1406411"/>
            <a:ext cx="355258" cy="356205"/>
            <a:chOff x="-48630025" y="3199700"/>
            <a:chExt cx="300100" cy="300900"/>
          </a:xfrm>
        </p:grpSpPr>
        <p:sp>
          <p:nvSpPr>
            <p:cNvPr id="7813" name="Google Shape;7813;p5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5"/>
          <p:cNvGrpSpPr/>
          <p:nvPr/>
        </p:nvGrpSpPr>
        <p:grpSpPr>
          <a:xfrm>
            <a:off x="3030727" y="1843707"/>
            <a:ext cx="355258" cy="355258"/>
            <a:chOff x="-48630025" y="3569100"/>
            <a:chExt cx="300100" cy="300100"/>
          </a:xfrm>
        </p:grpSpPr>
        <p:sp>
          <p:nvSpPr>
            <p:cNvPr id="7817" name="Google Shape;7817;p5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5"/>
          <p:cNvGrpSpPr/>
          <p:nvPr/>
        </p:nvGrpSpPr>
        <p:grpSpPr>
          <a:xfrm>
            <a:off x="3031201" y="2281003"/>
            <a:ext cx="354311" cy="353394"/>
            <a:chOff x="-48629225" y="3938500"/>
            <a:chExt cx="299300" cy="298525"/>
          </a:xfrm>
        </p:grpSpPr>
        <p:sp>
          <p:nvSpPr>
            <p:cNvPr id="7828" name="Google Shape;7828;p5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5"/>
          <p:cNvGrpSpPr/>
          <p:nvPr/>
        </p:nvGrpSpPr>
        <p:grpSpPr>
          <a:xfrm>
            <a:off x="1766604" y="2752344"/>
            <a:ext cx="311458" cy="354341"/>
            <a:chOff x="-46762575" y="3200500"/>
            <a:chExt cx="263100" cy="299325"/>
          </a:xfrm>
        </p:grpSpPr>
        <p:sp>
          <p:nvSpPr>
            <p:cNvPr id="7833" name="Google Shape;7833;p5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5"/>
          <p:cNvGrpSpPr/>
          <p:nvPr/>
        </p:nvGrpSpPr>
        <p:grpSpPr>
          <a:xfrm>
            <a:off x="1744689" y="3211066"/>
            <a:ext cx="355288" cy="312375"/>
            <a:chOff x="-46779900" y="3588000"/>
            <a:chExt cx="300125" cy="263875"/>
          </a:xfrm>
        </p:grpSpPr>
        <p:sp>
          <p:nvSpPr>
            <p:cNvPr id="7839" name="Google Shape;7839;p5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5"/>
          <p:cNvGrpSpPr/>
          <p:nvPr/>
        </p:nvGrpSpPr>
        <p:grpSpPr>
          <a:xfrm>
            <a:off x="1745162" y="3625988"/>
            <a:ext cx="354341" cy="353394"/>
            <a:chOff x="-46779100" y="3938500"/>
            <a:chExt cx="299325" cy="298525"/>
          </a:xfrm>
        </p:grpSpPr>
        <p:sp>
          <p:nvSpPr>
            <p:cNvPr id="7844" name="Google Shape;7844;p5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55"/>
          <p:cNvGrpSpPr/>
          <p:nvPr/>
        </p:nvGrpSpPr>
        <p:grpSpPr>
          <a:xfrm>
            <a:off x="3952900" y="2758855"/>
            <a:ext cx="355258" cy="355288"/>
            <a:chOff x="-44924250" y="3206000"/>
            <a:chExt cx="300100" cy="300125"/>
          </a:xfrm>
        </p:grpSpPr>
        <p:sp>
          <p:nvSpPr>
            <p:cNvPr id="7847" name="Google Shape;7847;p5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5"/>
          <p:cNvGrpSpPr/>
          <p:nvPr/>
        </p:nvGrpSpPr>
        <p:grpSpPr>
          <a:xfrm>
            <a:off x="1267386" y="1386849"/>
            <a:ext cx="355258" cy="355258"/>
            <a:chOff x="-50134375" y="3183175"/>
            <a:chExt cx="300100" cy="300100"/>
          </a:xfrm>
        </p:grpSpPr>
        <p:sp>
          <p:nvSpPr>
            <p:cNvPr id="7853" name="Google Shape;7853;p5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5"/>
          <p:cNvGrpSpPr/>
          <p:nvPr/>
        </p:nvGrpSpPr>
        <p:grpSpPr>
          <a:xfrm>
            <a:off x="1267386" y="1822251"/>
            <a:ext cx="355258" cy="355288"/>
            <a:chOff x="-50134375" y="3550975"/>
            <a:chExt cx="300100" cy="300125"/>
          </a:xfrm>
        </p:grpSpPr>
        <p:sp>
          <p:nvSpPr>
            <p:cNvPr id="7864" name="Google Shape;7864;p5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5"/>
          <p:cNvGrpSpPr/>
          <p:nvPr/>
        </p:nvGrpSpPr>
        <p:grpSpPr>
          <a:xfrm>
            <a:off x="1267386" y="2259783"/>
            <a:ext cx="355258" cy="355051"/>
            <a:chOff x="-50134375" y="3920575"/>
            <a:chExt cx="300100" cy="299925"/>
          </a:xfrm>
        </p:grpSpPr>
        <p:sp>
          <p:nvSpPr>
            <p:cNvPr id="7867" name="Google Shape;7867;p5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55"/>
          <p:cNvGrpSpPr/>
          <p:nvPr/>
        </p:nvGrpSpPr>
        <p:grpSpPr>
          <a:xfrm>
            <a:off x="3478110" y="1407358"/>
            <a:ext cx="357123" cy="355258"/>
            <a:chOff x="-48262200" y="3200500"/>
            <a:chExt cx="301675" cy="300100"/>
          </a:xfrm>
        </p:grpSpPr>
        <p:sp>
          <p:nvSpPr>
            <p:cNvPr id="7871" name="Google Shape;7871;p5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5"/>
          <p:cNvGrpSpPr/>
          <p:nvPr/>
        </p:nvGrpSpPr>
        <p:grpSpPr>
          <a:xfrm>
            <a:off x="3507483" y="1844447"/>
            <a:ext cx="298377" cy="354519"/>
            <a:chOff x="-48233050" y="3569725"/>
            <a:chExt cx="252050" cy="299475"/>
          </a:xfrm>
        </p:grpSpPr>
        <p:sp>
          <p:nvSpPr>
            <p:cNvPr id="7881" name="Google Shape;7881;p5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5"/>
          <p:cNvGrpSpPr/>
          <p:nvPr/>
        </p:nvGrpSpPr>
        <p:grpSpPr>
          <a:xfrm>
            <a:off x="3531248" y="2278191"/>
            <a:ext cx="250847" cy="358070"/>
            <a:chOff x="-48216525" y="3936125"/>
            <a:chExt cx="211900" cy="302475"/>
          </a:xfrm>
        </p:grpSpPr>
        <p:sp>
          <p:nvSpPr>
            <p:cNvPr id="7885" name="Google Shape;7885;p5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5"/>
          <p:cNvGrpSpPr/>
          <p:nvPr/>
        </p:nvGrpSpPr>
        <p:grpSpPr>
          <a:xfrm>
            <a:off x="2186966" y="2753261"/>
            <a:ext cx="355258" cy="355288"/>
            <a:chOff x="-46410500" y="3201275"/>
            <a:chExt cx="300100" cy="300125"/>
          </a:xfrm>
        </p:grpSpPr>
        <p:sp>
          <p:nvSpPr>
            <p:cNvPr id="7890" name="Google Shape;7890;p5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5"/>
          <p:cNvGrpSpPr/>
          <p:nvPr/>
        </p:nvGrpSpPr>
        <p:grpSpPr>
          <a:xfrm>
            <a:off x="2186966" y="3188692"/>
            <a:ext cx="355258" cy="356205"/>
            <a:chOff x="-46409700" y="3569100"/>
            <a:chExt cx="300100" cy="300900"/>
          </a:xfrm>
        </p:grpSpPr>
        <p:sp>
          <p:nvSpPr>
            <p:cNvPr id="7896" name="Google Shape;7896;p5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55"/>
          <p:cNvGrpSpPr/>
          <p:nvPr/>
        </p:nvGrpSpPr>
        <p:grpSpPr>
          <a:xfrm>
            <a:off x="2174847" y="3624124"/>
            <a:ext cx="379497" cy="358070"/>
            <a:chOff x="-46422300" y="3936925"/>
            <a:chExt cx="320575" cy="302475"/>
          </a:xfrm>
        </p:grpSpPr>
        <p:sp>
          <p:nvSpPr>
            <p:cNvPr id="7902" name="Google Shape;7902;p5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55"/>
          <p:cNvGrpSpPr/>
          <p:nvPr/>
        </p:nvGrpSpPr>
        <p:grpSpPr>
          <a:xfrm>
            <a:off x="3952426" y="3178452"/>
            <a:ext cx="356205" cy="355258"/>
            <a:chOff x="-44914800" y="3560450"/>
            <a:chExt cx="300900" cy="300100"/>
          </a:xfrm>
        </p:grpSpPr>
        <p:sp>
          <p:nvSpPr>
            <p:cNvPr id="7905" name="Google Shape;7905;p5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55"/>
          <p:cNvGrpSpPr/>
          <p:nvPr/>
        </p:nvGrpSpPr>
        <p:grpSpPr>
          <a:xfrm>
            <a:off x="1707478" y="1387086"/>
            <a:ext cx="354311" cy="354104"/>
            <a:chOff x="-49764975" y="3183375"/>
            <a:chExt cx="299300" cy="299125"/>
          </a:xfrm>
        </p:grpSpPr>
        <p:sp>
          <p:nvSpPr>
            <p:cNvPr id="7911" name="Google Shape;7911;p5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5"/>
          <p:cNvGrpSpPr/>
          <p:nvPr/>
        </p:nvGrpSpPr>
        <p:grpSpPr>
          <a:xfrm>
            <a:off x="1707478" y="1822547"/>
            <a:ext cx="354311" cy="355909"/>
            <a:chOff x="-49764975" y="3551225"/>
            <a:chExt cx="299300" cy="300650"/>
          </a:xfrm>
        </p:grpSpPr>
        <p:sp>
          <p:nvSpPr>
            <p:cNvPr id="7921" name="Google Shape;7921;p5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5"/>
          <p:cNvGrpSpPr/>
          <p:nvPr/>
        </p:nvGrpSpPr>
        <p:grpSpPr>
          <a:xfrm>
            <a:off x="1705140" y="2259310"/>
            <a:ext cx="358987" cy="355525"/>
            <a:chOff x="-49766550" y="3920175"/>
            <a:chExt cx="303250" cy="300325"/>
          </a:xfrm>
        </p:grpSpPr>
        <p:sp>
          <p:nvSpPr>
            <p:cNvPr id="7933" name="Google Shape;7933;p5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5"/>
          <p:cNvGrpSpPr/>
          <p:nvPr/>
        </p:nvGrpSpPr>
        <p:grpSpPr>
          <a:xfrm>
            <a:off x="3920671" y="1407358"/>
            <a:ext cx="357123" cy="354341"/>
            <a:chOff x="-47892800" y="3200500"/>
            <a:chExt cx="301675" cy="299325"/>
          </a:xfrm>
        </p:grpSpPr>
        <p:sp>
          <p:nvSpPr>
            <p:cNvPr id="7938" name="Google Shape;7938;p5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55"/>
          <p:cNvGrpSpPr/>
          <p:nvPr/>
        </p:nvGrpSpPr>
        <p:grpSpPr>
          <a:xfrm>
            <a:off x="3984537" y="1843707"/>
            <a:ext cx="229391" cy="355258"/>
            <a:chOff x="-47839250" y="3569100"/>
            <a:chExt cx="193775" cy="300100"/>
          </a:xfrm>
        </p:grpSpPr>
        <p:sp>
          <p:nvSpPr>
            <p:cNvPr id="7945" name="Google Shape;7945;p5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5"/>
          <p:cNvGrpSpPr/>
          <p:nvPr/>
        </p:nvGrpSpPr>
        <p:grpSpPr>
          <a:xfrm>
            <a:off x="3921603" y="2280056"/>
            <a:ext cx="355258" cy="356205"/>
            <a:chOff x="-47892800" y="3937700"/>
            <a:chExt cx="300100" cy="300900"/>
          </a:xfrm>
        </p:grpSpPr>
        <p:sp>
          <p:nvSpPr>
            <p:cNvPr id="7952" name="Google Shape;7952;p5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55"/>
          <p:cNvGrpSpPr/>
          <p:nvPr/>
        </p:nvGrpSpPr>
        <p:grpSpPr>
          <a:xfrm>
            <a:off x="2626898" y="2773770"/>
            <a:ext cx="355258" cy="311458"/>
            <a:chOff x="-46042675" y="3218600"/>
            <a:chExt cx="300100" cy="263100"/>
          </a:xfrm>
        </p:grpSpPr>
        <p:sp>
          <p:nvSpPr>
            <p:cNvPr id="7961" name="Google Shape;7961;p5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55"/>
          <p:cNvGrpSpPr/>
          <p:nvPr/>
        </p:nvGrpSpPr>
        <p:grpSpPr>
          <a:xfrm>
            <a:off x="2626898" y="3188219"/>
            <a:ext cx="355258" cy="323118"/>
            <a:chOff x="-46042675" y="3568700"/>
            <a:chExt cx="300100" cy="272950"/>
          </a:xfrm>
        </p:grpSpPr>
        <p:sp>
          <p:nvSpPr>
            <p:cNvPr id="7968" name="Google Shape;7968;p5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55"/>
          <p:cNvGrpSpPr/>
          <p:nvPr/>
        </p:nvGrpSpPr>
        <p:grpSpPr>
          <a:xfrm>
            <a:off x="2668849" y="3625189"/>
            <a:ext cx="271357" cy="356057"/>
            <a:chOff x="-46007225" y="3937825"/>
            <a:chExt cx="229225" cy="300775"/>
          </a:xfrm>
        </p:grpSpPr>
        <p:sp>
          <p:nvSpPr>
            <p:cNvPr id="7973" name="Google Shape;7973;p5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5"/>
          <p:cNvGrpSpPr/>
          <p:nvPr/>
        </p:nvGrpSpPr>
        <p:grpSpPr>
          <a:xfrm>
            <a:off x="3974341" y="3615275"/>
            <a:ext cx="312375" cy="357596"/>
            <a:chOff x="-44895900" y="3929450"/>
            <a:chExt cx="263875" cy="302075"/>
          </a:xfrm>
        </p:grpSpPr>
        <p:sp>
          <p:nvSpPr>
            <p:cNvPr id="7984" name="Google Shape;7984;p5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55"/>
          <p:cNvGrpSpPr/>
          <p:nvPr/>
        </p:nvGrpSpPr>
        <p:grpSpPr>
          <a:xfrm>
            <a:off x="2148160" y="1398036"/>
            <a:ext cx="356205" cy="332885"/>
            <a:chOff x="-49397175" y="3192625"/>
            <a:chExt cx="300900" cy="281200"/>
          </a:xfrm>
        </p:grpSpPr>
        <p:sp>
          <p:nvSpPr>
            <p:cNvPr id="7991" name="Google Shape;7991;p5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5"/>
          <p:cNvGrpSpPr/>
          <p:nvPr/>
        </p:nvGrpSpPr>
        <p:grpSpPr>
          <a:xfrm>
            <a:off x="2174263" y="1822251"/>
            <a:ext cx="304000" cy="356205"/>
            <a:chOff x="-49375900" y="3550975"/>
            <a:chExt cx="256800" cy="300900"/>
          </a:xfrm>
        </p:grpSpPr>
        <p:sp>
          <p:nvSpPr>
            <p:cNvPr id="7999" name="Google Shape;7999;p5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55"/>
          <p:cNvGrpSpPr/>
          <p:nvPr/>
        </p:nvGrpSpPr>
        <p:grpSpPr>
          <a:xfrm>
            <a:off x="2169616" y="2259546"/>
            <a:ext cx="313293" cy="356205"/>
            <a:chOff x="-49378250" y="3920375"/>
            <a:chExt cx="264650" cy="300900"/>
          </a:xfrm>
        </p:grpSpPr>
        <p:sp>
          <p:nvSpPr>
            <p:cNvPr id="8011" name="Google Shape;8011;p5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55"/>
          <p:cNvGrpSpPr/>
          <p:nvPr/>
        </p:nvGrpSpPr>
        <p:grpSpPr>
          <a:xfrm>
            <a:off x="888604" y="2752344"/>
            <a:ext cx="312375" cy="357123"/>
            <a:chOff x="-47505300" y="3200500"/>
            <a:chExt cx="263875" cy="301675"/>
          </a:xfrm>
        </p:grpSpPr>
        <p:sp>
          <p:nvSpPr>
            <p:cNvPr id="8019" name="Google Shape;8019;p5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55"/>
          <p:cNvGrpSpPr/>
          <p:nvPr/>
        </p:nvGrpSpPr>
        <p:grpSpPr>
          <a:xfrm>
            <a:off x="866704" y="3188692"/>
            <a:ext cx="356176" cy="355051"/>
            <a:chOff x="-47524975" y="3569100"/>
            <a:chExt cx="300875" cy="299925"/>
          </a:xfrm>
        </p:grpSpPr>
        <p:sp>
          <p:nvSpPr>
            <p:cNvPr id="8033" name="Google Shape;8033;p5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55"/>
          <p:cNvGrpSpPr/>
          <p:nvPr/>
        </p:nvGrpSpPr>
        <p:grpSpPr>
          <a:xfrm>
            <a:off x="867162" y="3667954"/>
            <a:ext cx="355258" cy="270410"/>
            <a:chOff x="-47523400" y="3973950"/>
            <a:chExt cx="300100" cy="228425"/>
          </a:xfrm>
        </p:grpSpPr>
        <p:sp>
          <p:nvSpPr>
            <p:cNvPr id="8039" name="Google Shape;8039;p5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5"/>
          <p:cNvGrpSpPr/>
          <p:nvPr/>
        </p:nvGrpSpPr>
        <p:grpSpPr>
          <a:xfrm>
            <a:off x="3072283" y="2750953"/>
            <a:ext cx="354341" cy="357596"/>
            <a:chOff x="-45673275" y="3199325"/>
            <a:chExt cx="299325" cy="302075"/>
          </a:xfrm>
        </p:grpSpPr>
        <p:sp>
          <p:nvSpPr>
            <p:cNvPr id="8045" name="Google Shape;8045;p5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5"/>
          <p:cNvGrpSpPr/>
          <p:nvPr/>
        </p:nvGrpSpPr>
        <p:grpSpPr>
          <a:xfrm>
            <a:off x="3071351" y="3209202"/>
            <a:ext cx="356205" cy="314240"/>
            <a:chOff x="-45674075" y="3586425"/>
            <a:chExt cx="300900" cy="265450"/>
          </a:xfrm>
        </p:grpSpPr>
        <p:sp>
          <p:nvSpPr>
            <p:cNvPr id="8049" name="Google Shape;8049;p5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5"/>
          <p:cNvGrpSpPr/>
          <p:nvPr/>
        </p:nvGrpSpPr>
        <p:grpSpPr>
          <a:xfrm>
            <a:off x="3072283" y="3625041"/>
            <a:ext cx="354341" cy="356205"/>
            <a:chOff x="-45673275" y="3937700"/>
            <a:chExt cx="299325" cy="300900"/>
          </a:xfrm>
        </p:grpSpPr>
        <p:sp>
          <p:nvSpPr>
            <p:cNvPr id="8052" name="Google Shape;8052;p5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5"/>
          <p:cNvGrpSpPr/>
          <p:nvPr/>
        </p:nvGrpSpPr>
        <p:grpSpPr>
          <a:xfrm>
            <a:off x="2186449" y="4117825"/>
            <a:ext cx="356205" cy="356205"/>
            <a:chOff x="-44512325" y="3176075"/>
            <a:chExt cx="300900" cy="300900"/>
          </a:xfrm>
        </p:grpSpPr>
        <p:sp>
          <p:nvSpPr>
            <p:cNvPr id="8059" name="Google Shape;8059;p5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55"/>
          <p:cNvGrpSpPr/>
          <p:nvPr/>
        </p:nvGrpSpPr>
        <p:grpSpPr>
          <a:xfrm>
            <a:off x="2589789" y="1386849"/>
            <a:ext cx="354341" cy="354341"/>
            <a:chOff x="-49027775" y="3183175"/>
            <a:chExt cx="299325" cy="299325"/>
          </a:xfrm>
        </p:grpSpPr>
        <p:sp>
          <p:nvSpPr>
            <p:cNvPr id="8063" name="Google Shape;8063;p5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55"/>
          <p:cNvGrpSpPr/>
          <p:nvPr/>
        </p:nvGrpSpPr>
        <p:grpSpPr>
          <a:xfrm>
            <a:off x="2589330" y="1822251"/>
            <a:ext cx="355258" cy="357152"/>
            <a:chOff x="-49027775" y="3550975"/>
            <a:chExt cx="300100" cy="301700"/>
          </a:xfrm>
        </p:grpSpPr>
        <p:sp>
          <p:nvSpPr>
            <p:cNvPr id="8068" name="Google Shape;8068;p5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5"/>
          <p:cNvGrpSpPr/>
          <p:nvPr/>
        </p:nvGrpSpPr>
        <p:grpSpPr>
          <a:xfrm>
            <a:off x="2587406" y="2259310"/>
            <a:ext cx="359106" cy="355525"/>
            <a:chOff x="-49031025" y="3920175"/>
            <a:chExt cx="303350" cy="300325"/>
          </a:xfrm>
        </p:grpSpPr>
        <p:sp>
          <p:nvSpPr>
            <p:cNvPr id="8079" name="Google Shape;8079;p5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55"/>
          <p:cNvGrpSpPr/>
          <p:nvPr/>
        </p:nvGrpSpPr>
        <p:grpSpPr>
          <a:xfrm>
            <a:off x="1303511" y="2752344"/>
            <a:ext cx="356176" cy="354341"/>
            <a:chOff x="-47155575" y="3200500"/>
            <a:chExt cx="300875" cy="299325"/>
          </a:xfrm>
        </p:grpSpPr>
        <p:sp>
          <p:nvSpPr>
            <p:cNvPr id="8086" name="Google Shape;8086;p5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5"/>
          <p:cNvGrpSpPr/>
          <p:nvPr/>
        </p:nvGrpSpPr>
        <p:grpSpPr>
          <a:xfrm>
            <a:off x="1303970" y="3188692"/>
            <a:ext cx="355258" cy="355258"/>
            <a:chOff x="-47154800" y="3569100"/>
            <a:chExt cx="300100" cy="300100"/>
          </a:xfrm>
        </p:grpSpPr>
        <p:sp>
          <p:nvSpPr>
            <p:cNvPr id="8093" name="Google Shape;8093;p5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55"/>
          <p:cNvGrpSpPr/>
          <p:nvPr/>
        </p:nvGrpSpPr>
        <p:grpSpPr>
          <a:xfrm>
            <a:off x="1304443" y="3626905"/>
            <a:ext cx="354311" cy="353423"/>
            <a:chOff x="-47154000" y="3939275"/>
            <a:chExt cx="299300" cy="298550"/>
          </a:xfrm>
        </p:grpSpPr>
        <p:sp>
          <p:nvSpPr>
            <p:cNvPr id="8100" name="Google Shape;8100;p5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5"/>
          <p:cNvGrpSpPr/>
          <p:nvPr/>
        </p:nvGrpSpPr>
        <p:grpSpPr>
          <a:xfrm>
            <a:off x="3529733" y="2752344"/>
            <a:ext cx="312375" cy="354341"/>
            <a:chOff x="-45286550" y="3200500"/>
            <a:chExt cx="263875" cy="299325"/>
          </a:xfrm>
        </p:grpSpPr>
        <p:sp>
          <p:nvSpPr>
            <p:cNvPr id="8105" name="Google Shape;8105;p5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5"/>
          <p:cNvGrpSpPr/>
          <p:nvPr/>
        </p:nvGrpSpPr>
        <p:grpSpPr>
          <a:xfrm>
            <a:off x="3529733" y="3189639"/>
            <a:ext cx="312375" cy="354311"/>
            <a:chOff x="-45286550" y="3569900"/>
            <a:chExt cx="263875" cy="299300"/>
          </a:xfrm>
        </p:grpSpPr>
        <p:sp>
          <p:nvSpPr>
            <p:cNvPr id="8109" name="Google Shape;8109;p5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55"/>
          <p:cNvGrpSpPr/>
          <p:nvPr/>
        </p:nvGrpSpPr>
        <p:grpSpPr>
          <a:xfrm>
            <a:off x="3540920" y="3625988"/>
            <a:ext cx="290001" cy="355258"/>
            <a:chOff x="-45277900" y="3938500"/>
            <a:chExt cx="244975" cy="300100"/>
          </a:xfrm>
        </p:grpSpPr>
        <p:sp>
          <p:nvSpPr>
            <p:cNvPr id="8116" name="Google Shape;8116;p5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5"/>
          <p:cNvGrpSpPr/>
          <p:nvPr/>
        </p:nvGrpSpPr>
        <p:grpSpPr>
          <a:xfrm>
            <a:off x="2626869" y="4095090"/>
            <a:ext cx="355258" cy="355258"/>
            <a:chOff x="-44502875" y="3576975"/>
            <a:chExt cx="300100" cy="300100"/>
          </a:xfrm>
        </p:grpSpPr>
        <p:sp>
          <p:nvSpPr>
            <p:cNvPr id="8121" name="Google Shape;8121;p5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5"/>
          <p:cNvGrpSpPr/>
          <p:nvPr/>
        </p:nvGrpSpPr>
        <p:grpSpPr>
          <a:xfrm>
            <a:off x="4835456" y="1828361"/>
            <a:ext cx="356196" cy="354670"/>
            <a:chOff x="-13946200" y="3647075"/>
            <a:chExt cx="353650" cy="352100"/>
          </a:xfrm>
        </p:grpSpPr>
        <p:sp>
          <p:nvSpPr>
            <p:cNvPr id="8125" name="Google Shape;8125;p5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5"/>
          <p:cNvGrpSpPr/>
          <p:nvPr/>
        </p:nvGrpSpPr>
        <p:grpSpPr>
          <a:xfrm>
            <a:off x="6618849" y="1387844"/>
            <a:ext cx="357002" cy="354267"/>
            <a:chOff x="-12163025" y="3214275"/>
            <a:chExt cx="354450" cy="351700"/>
          </a:xfrm>
        </p:grpSpPr>
        <p:sp>
          <p:nvSpPr>
            <p:cNvPr id="8132" name="Google Shape;8132;p5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5"/>
          <p:cNvGrpSpPr/>
          <p:nvPr/>
        </p:nvGrpSpPr>
        <p:grpSpPr>
          <a:xfrm>
            <a:off x="6619629" y="1827581"/>
            <a:ext cx="355441" cy="356232"/>
            <a:chOff x="-12160675" y="3647875"/>
            <a:chExt cx="352900" cy="353650"/>
          </a:xfrm>
        </p:grpSpPr>
        <p:sp>
          <p:nvSpPr>
            <p:cNvPr id="8136" name="Google Shape;8136;p5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5"/>
          <p:cNvGrpSpPr/>
          <p:nvPr/>
        </p:nvGrpSpPr>
        <p:grpSpPr>
          <a:xfrm>
            <a:off x="6630345" y="2272036"/>
            <a:ext cx="354635" cy="356232"/>
            <a:chOff x="-12160675" y="4081850"/>
            <a:chExt cx="352100" cy="353650"/>
          </a:xfrm>
        </p:grpSpPr>
        <p:sp>
          <p:nvSpPr>
            <p:cNvPr id="8144" name="Google Shape;8144;p5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5"/>
          <p:cNvGrpSpPr/>
          <p:nvPr/>
        </p:nvGrpSpPr>
        <p:grpSpPr>
          <a:xfrm>
            <a:off x="4835311" y="2746480"/>
            <a:ext cx="355416" cy="355652"/>
            <a:chOff x="-10391650" y="3180600"/>
            <a:chExt cx="352875" cy="353075"/>
          </a:xfrm>
        </p:grpSpPr>
        <p:sp>
          <p:nvSpPr>
            <p:cNvPr id="8151" name="Google Shape;8151;p5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5"/>
          <p:cNvGrpSpPr/>
          <p:nvPr/>
        </p:nvGrpSpPr>
        <p:grpSpPr>
          <a:xfrm>
            <a:off x="4835310" y="3223278"/>
            <a:ext cx="354635" cy="353890"/>
            <a:chOff x="-10390875" y="3616350"/>
            <a:chExt cx="352100" cy="351325"/>
          </a:xfrm>
        </p:grpSpPr>
        <p:sp>
          <p:nvSpPr>
            <p:cNvPr id="8158" name="Google Shape;8158;p5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5"/>
          <p:cNvGrpSpPr/>
          <p:nvPr/>
        </p:nvGrpSpPr>
        <p:grpSpPr>
          <a:xfrm>
            <a:off x="7502285" y="2747943"/>
            <a:ext cx="312585" cy="354670"/>
            <a:chOff x="-10370400" y="4049550"/>
            <a:chExt cx="310350" cy="352100"/>
          </a:xfrm>
        </p:grpSpPr>
        <p:sp>
          <p:nvSpPr>
            <p:cNvPr id="8162" name="Google Shape;8162;p5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55"/>
          <p:cNvGrpSpPr/>
          <p:nvPr/>
        </p:nvGrpSpPr>
        <p:grpSpPr>
          <a:xfrm>
            <a:off x="6606541" y="2746884"/>
            <a:ext cx="379236" cy="354847"/>
            <a:chOff x="-8674650" y="3210975"/>
            <a:chExt cx="376525" cy="352275"/>
          </a:xfrm>
        </p:grpSpPr>
        <p:sp>
          <p:nvSpPr>
            <p:cNvPr id="8168" name="Google Shape;8168;p5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5"/>
          <p:cNvGrpSpPr/>
          <p:nvPr/>
        </p:nvGrpSpPr>
        <p:grpSpPr>
          <a:xfrm>
            <a:off x="5278038" y="1828361"/>
            <a:ext cx="356221" cy="354670"/>
            <a:chOff x="-13512225" y="3647075"/>
            <a:chExt cx="353675" cy="352100"/>
          </a:xfrm>
        </p:grpSpPr>
        <p:sp>
          <p:nvSpPr>
            <p:cNvPr id="8175" name="Google Shape;8175;p5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5"/>
          <p:cNvGrpSpPr/>
          <p:nvPr/>
        </p:nvGrpSpPr>
        <p:grpSpPr>
          <a:xfrm>
            <a:off x="5288351" y="2272427"/>
            <a:ext cx="356221" cy="355451"/>
            <a:chOff x="-13512225" y="4080275"/>
            <a:chExt cx="353675" cy="352875"/>
          </a:xfrm>
        </p:grpSpPr>
        <p:sp>
          <p:nvSpPr>
            <p:cNvPr id="8186" name="Google Shape;8186;p5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55"/>
          <p:cNvGrpSpPr/>
          <p:nvPr/>
        </p:nvGrpSpPr>
        <p:grpSpPr>
          <a:xfrm>
            <a:off x="7061431" y="1419788"/>
            <a:ext cx="356196" cy="290379"/>
            <a:chOff x="-11728250" y="3245400"/>
            <a:chExt cx="353650" cy="288275"/>
          </a:xfrm>
        </p:grpSpPr>
        <p:sp>
          <p:nvSpPr>
            <p:cNvPr id="8198" name="Google Shape;8198;p5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5"/>
          <p:cNvGrpSpPr/>
          <p:nvPr/>
        </p:nvGrpSpPr>
        <p:grpSpPr>
          <a:xfrm>
            <a:off x="7093939" y="2272427"/>
            <a:ext cx="311804" cy="355451"/>
            <a:chOff x="-11703850" y="4081850"/>
            <a:chExt cx="309575" cy="352875"/>
          </a:xfrm>
        </p:grpSpPr>
        <p:sp>
          <p:nvSpPr>
            <p:cNvPr id="8204" name="Google Shape;8204;p5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5"/>
          <p:cNvGrpSpPr/>
          <p:nvPr/>
        </p:nvGrpSpPr>
        <p:grpSpPr>
          <a:xfrm>
            <a:off x="5282595" y="2746580"/>
            <a:ext cx="357002" cy="355451"/>
            <a:chOff x="-9958475" y="3180025"/>
            <a:chExt cx="354450" cy="352875"/>
          </a:xfrm>
        </p:grpSpPr>
        <p:sp>
          <p:nvSpPr>
            <p:cNvPr id="8213" name="Google Shape;8213;p5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55"/>
          <p:cNvGrpSpPr/>
          <p:nvPr/>
        </p:nvGrpSpPr>
        <p:grpSpPr>
          <a:xfrm>
            <a:off x="5291722" y="3222561"/>
            <a:ext cx="337966" cy="355325"/>
            <a:chOff x="-9949025" y="3615575"/>
            <a:chExt cx="335550" cy="352750"/>
          </a:xfrm>
        </p:grpSpPr>
        <p:sp>
          <p:nvSpPr>
            <p:cNvPr id="8217" name="Google Shape;8217;p5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5"/>
          <p:cNvGrpSpPr/>
          <p:nvPr/>
        </p:nvGrpSpPr>
        <p:grpSpPr>
          <a:xfrm>
            <a:off x="7926568" y="2746067"/>
            <a:ext cx="360175" cy="358423"/>
            <a:chOff x="-9961625" y="4048175"/>
            <a:chExt cx="357600" cy="355825"/>
          </a:xfrm>
        </p:grpSpPr>
        <p:sp>
          <p:nvSpPr>
            <p:cNvPr id="8221" name="Google Shape;8221;p5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5"/>
          <p:cNvGrpSpPr/>
          <p:nvPr/>
        </p:nvGrpSpPr>
        <p:grpSpPr>
          <a:xfrm>
            <a:off x="6613289" y="3221579"/>
            <a:ext cx="364959" cy="357289"/>
            <a:chOff x="-8680950" y="3624225"/>
            <a:chExt cx="362350" cy="354700"/>
          </a:xfrm>
        </p:grpSpPr>
        <p:sp>
          <p:nvSpPr>
            <p:cNvPr id="8228" name="Google Shape;8228;p5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55"/>
          <p:cNvGrpSpPr/>
          <p:nvPr/>
        </p:nvGrpSpPr>
        <p:grpSpPr>
          <a:xfrm>
            <a:off x="5749533" y="1387239"/>
            <a:ext cx="313365" cy="355476"/>
            <a:chOff x="-13056975" y="3212300"/>
            <a:chExt cx="311125" cy="352900"/>
          </a:xfrm>
        </p:grpSpPr>
        <p:sp>
          <p:nvSpPr>
            <p:cNvPr id="8235" name="Google Shape;8235;p5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5"/>
          <p:cNvGrpSpPr/>
          <p:nvPr/>
        </p:nvGrpSpPr>
        <p:grpSpPr>
          <a:xfrm>
            <a:off x="5726921" y="1828034"/>
            <a:ext cx="358588" cy="355325"/>
            <a:chOff x="-13077450" y="3647075"/>
            <a:chExt cx="356025" cy="352750"/>
          </a:xfrm>
        </p:grpSpPr>
        <p:sp>
          <p:nvSpPr>
            <p:cNvPr id="8240" name="Google Shape;8240;p5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5"/>
          <p:cNvGrpSpPr/>
          <p:nvPr/>
        </p:nvGrpSpPr>
        <p:grpSpPr>
          <a:xfrm>
            <a:off x="5738027" y="2271633"/>
            <a:ext cx="357002" cy="357037"/>
            <a:chOff x="-13079025" y="4079475"/>
            <a:chExt cx="354450" cy="354450"/>
          </a:xfrm>
        </p:grpSpPr>
        <p:sp>
          <p:nvSpPr>
            <p:cNvPr id="8244" name="Google Shape;8244;p5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55"/>
          <p:cNvGrpSpPr/>
          <p:nvPr/>
        </p:nvGrpSpPr>
        <p:grpSpPr>
          <a:xfrm>
            <a:off x="7511094" y="1387642"/>
            <a:ext cx="356221" cy="354670"/>
            <a:chOff x="-11292700" y="3213875"/>
            <a:chExt cx="353675" cy="352100"/>
          </a:xfrm>
        </p:grpSpPr>
        <p:sp>
          <p:nvSpPr>
            <p:cNvPr id="8249" name="Google Shape;8249;p5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5"/>
          <p:cNvGrpSpPr/>
          <p:nvPr/>
        </p:nvGrpSpPr>
        <p:grpSpPr>
          <a:xfrm>
            <a:off x="7505152" y="1827581"/>
            <a:ext cx="368106" cy="356232"/>
            <a:chOff x="-11299000" y="3647875"/>
            <a:chExt cx="365475" cy="353650"/>
          </a:xfrm>
        </p:grpSpPr>
        <p:sp>
          <p:nvSpPr>
            <p:cNvPr id="8257" name="Google Shape;8257;p5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5"/>
          <p:cNvGrpSpPr/>
          <p:nvPr/>
        </p:nvGrpSpPr>
        <p:grpSpPr>
          <a:xfrm>
            <a:off x="7520614" y="2283532"/>
            <a:ext cx="357808" cy="333240"/>
            <a:chOff x="-11295075" y="4092875"/>
            <a:chExt cx="355250" cy="330825"/>
          </a:xfrm>
        </p:grpSpPr>
        <p:sp>
          <p:nvSpPr>
            <p:cNvPr id="8264" name="Google Shape;8264;p5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55"/>
          <p:cNvGrpSpPr/>
          <p:nvPr/>
        </p:nvGrpSpPr>
        <p:grpSpPr>
          <a:xfrm>
            <a:off x="5746214" y="2746580"/>
            <a:ext cx="312585" cy="355451"/>
            <a:chOff x="-9500075" y="3180800"/>
            <a:chExt cx="310350" cy="352875"/>
          </a:xfrm>
        </p:grpSpPr>
        <p:sp>
          <p:nvSpPr>
            <p:cNvPr id="8270" name="Google Shape;8270;p5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5"/>
          <p:cNvGrpSpPr/>
          <p:nvPr/>
        </p:nvGrpSpPr>
        <p:grpSpPr>
          <a:xfrm>
            <a:off x="5724005" y="3222095"/>
            <a:ext cx="356221" cy="356257"/>
            <a:chOff x="-9523700" y="3614000"/>
            <a:chExt cx="353675" cy="353675"/>
          </a:xfrm>
        </p:grpSpPr>
        <p:sp>
          <p:nvSpPr>
            <p:cNvPr id="8280" name="Google Shape;8280;p5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5"/>
          <p:cNvGrpSpPr/>
          <p:nvPr/>
        </p:nvGrpSpPr>
        <p:grpSpPr>
          <a:xfrm>
            <a:off x="7508956" y="3244737"/>
            <a:ext cx="356221" cy="354670"/>
            <a:chOff x="-9523700" y="4049550"/>
            <a:chExt cx="353675" cy="352100"/>
          </a:xfrm>
        </p:grpSpPr>
        <p:sp>
          <p:nvSpPr>
            <p:cNvPr id="8290" name="Google Shape;8290;p5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55"/>
          <p:cNvGrpSpPr/>
          <p:nvPr/>
        </p:nvGrpSpPr>
        <p:grpSpPr>
          <a:xfrm>
            <a:off x="7065071" y="3244710"/>
            <a:ext cx="357002" cy="311029"/>
            <a:chOff x="-8209150" y="3659675"/>
            <a:chExt cx="354450" cy="308775"/>
          </a:xfrm>
        </p:grpSpPr>
        <p:sp>
          <p:nvSpPr>
            <p:cNvPr id="8298" name="Google Shape;8298;p5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5"/>
          <p:cNvGrpSpPr/>
          <p:nvPr/>
        </p:nvGrpSpPr>
        <p:grpSpPr>
          <a:xfrm>
            <a:off x="6178632" y="2273623"/>
            <a:ext cx="356221" cy="353059"/>
            <a:chOff x="-12643475" y="4081850"/>
            <a:chExt cx="353675" cy="350500"/>
          </a:xfrm>
        </p:grpSpPr>
        <p:sp>
          <p:nvSpPr>
            <p:cNvPr id="8305" name="Google Shape;8305;p5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9" name="Google Shape;8309;p5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55"/>
          <p:cNvGrpSpPr/>
          <p:nvPr/>
        </p:nvGrpSpPr>
        <p:grpSpPr>
          <a:xfrm>
            <a:off x="7961232" y="2283532"/>
            <a:ext cx="356221" cy="333240"/>
            <a:chOff x="-10858725" y="4092875"/>
            <a:chExt cx="353675" cy="330825"/>
          </a:xfrm>
        </p:grpSpPr>
        <p:sp>
          <p:nvSpPr>
            <p:cNvPr id="8311" name="Google Shape;8311;p5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55"/>
          <p:cNvGrpSpPr/>
          <p:nvPr/>
        </p:nvGrpSpPr>
        <p:grpSpPr>
          <a:xfrm>
            <a:off x="6219755" y="3222498"/>
            <a:ext cx="252278" cy="355451"/>
            <a:chOff x="-9039300" y="3614000"/>
            <a:chExt cx="250475" cy="352875"/>
          </a:xfrm>
        </p:grpSpPr>
        <p:sp>
          <p:nvSpPr>
            <p:cNvPr id="8318" name="Google Shape;8318;p5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55"/>
          <p:cNvGrpSpPr/>
          <p:nvPr/>
        </p:nvGrpSpPr>
        <p:grpSpPr>
          <a:xfrm>
            <a:off x="7951721" y="3244737"/>
            <a:ext cx="354635" cy="354670"/>
            <a:chOff x="-9088150" y="4049550"/>
            <a:chExt cx="352100" cy="352100"/>
          </a:xfrm>
        </p:grpSpPr>
        <p:sp>
          <p:nvSpPr>
            <p:cNvPr id="8321" name="Google Shape;8321;p5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5"/>
          <p:cNvGrpSpPr/>
          <p:nvPr/>
        </p:nvGrpSpPr>
        <p:grpSpPr>
          <a:xfrm>
            <a:off x="7086085" y="2746970"/>
            <a:ext cx="315757" cy="354670"/>
            <a:chOff x="-8191825" y="3174500"/>
            <a:chExt cx="313500" cy="352100"/>
          </a:xfrm>
        </p:grpSpPr>
        <p:sp>
          <p:nvSpPr>
            <p:cNvPr id="8328" name="Google Shape;8328;p5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5"/>
          <p:cNvGrpSpPr/>
          <p:nvPr/>
        </p:nvGrpSpPr>
        <p:grpSpPr>
          <a:xfrm>
            <a:off x="4835443" y="1387491"/>
            <a:ext cx="356221" cy="354973"/>
            <a:chOff x="-13947000" y="3212800"/>
            <a:chExt cx="353675" cy="352400"/>
          </a:xfrm>
        </p:grpSpPr>
        <p:sp>
          <p:nvSpPr>
            <p:cNvPr id="8332" name="Google Shape;8332;p5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4" name="Google Shape;8334;p5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5" name="Google Shape;8335;p55"/>
          <p:cNvGrpSpPr/>
          <p:nvPr/>
        </p:nvGrpSpPr>
        <p:grpSpPr>
          <a:xfrm>
            <a:off x="5278038" y="1386849"/>
            <a:ext cx="356221" cy="356257"/>
            <a:chOff x="-13512225" y="3211525"/>
            <a:chExt cx="353675" cy="353675"/>
          </a:xfrm>
        </p:grpSpPr>
        <p:sp>
          <p:nvSpPr>
            <p:cNvPr id="8336" name="Google Shape;8336;p5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55"/>
          <p:cNvGrpSpPr/>
          <p:nvPr/>
        </p:nvGrpSpPr>
        <p:grpSpPr>
          <a:xfrm>
            <a:off x="6168320" y="1387239"/>
            <a:ext cx="356221" cy="355476"/>
            <a:chOff x="-12643475" y="3212300"/>
            <a:chExt cx="353675" cy="352900"/>
          </a:xfrm>
        </p:grpSpPr>
        <p:sp>
          <p:nvSpPr>
            <p:cNvPr id="8342" name="Google Shape;8342;p5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5"/>
          <p:cNvGrpSpPr/>
          <p:nvPr/>
        </p:nvGrpSpPr>
        <p:grpSpPr>
          <a:xfrm>
            <a:off x="6168320" y="1839013"/>
            <a:ext cx="356221" cy="333366"/>
            <a:chOff x="-12643475" y="3657325"/>
            <a:chExt cx="353675" cy="330950"/>
          </a:xfrm>
        </p:grpSpPr>
        <p:sp>
          <p:nvSpPr>
            <p:cNvPr id="8352" name="Google Shape;8352;p5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5"/>
          <p:cNvGrpSpPr/>
          <p:nvPr/>
        </p:nvGrpSpPr>
        <p:grpSpPr>
          <a:xfrm>
            <a:off x="7951322" y="1387642"/>
            <a:ext cx="355416" cy="354670"/>
            <a:chOff x="-10857925" y="3213875"/>
            <a:chExt cx="352875" cy="352100"/>
          </a:xfrm>
        </p:grpSpPr>
        <p:sp>
          <p:nvSpPr>
            <p:cNvPr id="8359" name="Google Shape;8359;p5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55"/>
          <p:cNvGrpSpPr/>
          <p:nvPr/>
        </p:nvGrpSpPr>
        <p:grpSpPr>
          <a:xfrm>
            <a:off x="6168237" y="2747071"/>
            <a:ext cx="356096" cy="354469"/>
            <a:chOff x="-9089725" y="3180200"/>
            <a:chExt cx="353550" cy="351900"/>
          </a:xfrm>
        </p:grpSpPr>
        <p:sp>
          <p:nvSpPr>
            <p:cNvPr id="8370" name="Google Shape;8370;p5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5"/>
          <p:cNvGrpSpPr/>
          <p:nvPr/>
        </p:nvGrpSpPr>
        <p:grpSpPr>
          <a:xfrm>
            <a:off x="7060235" y="1826875"/>
            <a:ext cx="358588" cy="357642"/>
            <a:chOff x="7083760" y="1971660"/>
            <a:chExt cx="358588" cy="357642"/>
          </a:xfrm>
        </p:grpSpPr>
        <p:sp>
          <p:nvSpPr>
            <p:cNvPr id="8373" name="Google Shape;8373;p5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5" name="Google Shape;8385;p5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386" name="Google Shape;8386;p5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90" name="Shape 8390"/>
        <p:cNvGrpSpPr/>
        <p:nvPr/>
      </p:nvGrpSpPr>
      <p:grpSpPr>
        <a:xfrm>
          <a:off x="0" y="0"/>
          <a:ext cx="0" cy="0"/>
          <a:chOff x="0" y="0"/>
          <a:chExt cx="0" cy="0"/>
        </a:xfrm>
      </p:grpSpPr>
      <p:sp>
        <p:nvSpPr>
          <p:cNvPr id="8391" name="Google Shape;8391;p5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2" name="Google Shape;8392;p56"/>
          <p:cNvGrpSpPr/>
          <p:nvPr/>
        </p:nvGrpSpPr>
        <p:grpSpPr>
          <a:xfrm>
            <a:off x="719610" y="2243507"/>
            <a:ext cx="452798" cy="449473"/>
            <a:chOff x="-21322300" y="3693325"/>
            <a:chExt cx="306400" cy="304150"/>
          </a:xfrm>
        </p:grpSpPr>
        <p:sp>
          <p:nvSpPr>
            <p:cNvPr id="8393" name="Google Shape;8393;p5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56"/>
          <p:cNvGrpSpPr/>
          <p:nvPr/>
        </p:nvGrpSpPr>
        <p:grpSpPr>
          <a:xfrm>
            <a:off x="719019" y="2810244"/>
            <a:ext cx="453980" cy="422540"/>
            <a:chOff x="-21322300" y="4077125"/>
            <a:chExt cx="307200" cy="285925"/>
          </a:xfrm>
        </p:grpSpPr>
        <p:sp>
          <p:nvSpPr>
            <p:cNvPr id="8398" name="Google Shape;8398;p5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6"/>
          <p:cNvGrpSpPr/>
          <p:nvPr/>
        </p:nvGrpSpPr>
        <p:grpSpPr>
          <a:xfrm>
            <a:off x="3496195" y="1689128"/>
            <a:ext cx="451653" cy="450212"/>
            <a:chOff x="-19394200" y="3333800"/>
            <a:chExt cx="305625" cy="304650"/>
          </a:xfrm>
        </p:grpSpPr>
        <p:sp>
          <p:nvSpPr>
            <p:cNvPr id="8411" name="Google Shape;8411;p5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6"/>
          <p:cNvGrpSpPr/>
          <p:nvPr/>
        </p:nvGrpSpPr>
        <p:grpSpPr>
          <a:xfrm>
            <a:off x="3495032" y="2243580"/>
            <a:ext cx="453980" cy="449325"/>
            <a:chOff x="-19396575" y="3708500"/>
            <a:chExt cx="307200" cy="304050"/>
          </a:xfrm>
        </p:grpSpPr>
        <p:sp>
          <p:nvSpPr>
            <p:cNvPr id="8421" name="Google Shape;8421;p5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56"/>
          <p:cNvGrpSpPr/>
          <p:nvPr/>
        </p:nvGrpSpPr>
        <p:grpSpPr>
          <a:xfrm>
            <a:off x="3489212" y="2796461"/>
            <a:ext cx="465618" cy="450101"/>
            <a:chOff x="-19394200" y="4084200"/>
            <a:chExt cx="315075" cy="304575"/>
          </a:xfrm>
        </p:grpSpPr>
        <p:sp>
          <p:nvSpPr>
            <p:cNvPr id="8425" name="Google Shape;8425;p5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6"/>
          <p:cNvGrpSpPr/>
          <p:nvPr/>
        </p:nvGrpSpPr>
        <p:grpSpPr>
          <a:xfrm>
            <a:off x="6294923" y="1689001"/>
            <a:ext cx="400447" cy="450470"/>
            <a:chOff x="-17526750" y="3309200"/>
            <a:chExt cx="270975" cy="304825"/>
          </a:xfrm>
        </p:grpSpPr>
        <p:sp>
          <p:nvSpPr>
            <p:cNvPr id="8432" name="Google Shape;8432;p5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56"/>
          <p:cNvGrpSpPr/>
          <p:nvPr/>
        </p:nvGrpSpPr>
        <p:grpSpPr>
          <a:xfrm>
            <a:off x="6271075" y="2244173"/>
            <a:ext cx="448143" cy="448143"/>
            <a:chOff x="-17542500" y="3684100"/>
            <a:chExt cx="303250" cy="303250"/>
          </a:xfrm>
        </p:grpSpPr>
        <p:sp>
          <p:nvSpPr>
            <p:cNvPr id="8438" name="Google Shape;8438;p5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56"/>
          <p:cNvGrpSpPr/>
          <p:nvPr/>
        </p:nvGrpSpPr>
        <p:grpSpPr>
          <a:xfrm>
            <a:off x="6270484" y="2810817"/>
            <a:ext cx="449325" cy="421395"/>
            <a:chOff x="-17542500" y="4068450"/>
            <a:chExt cx="304050" cy="285150"/>
          </a:xfrm>
        </p:grpSpPr>
        <p:sp>
          <p:nvSpPr>
            <p:cNvPr id="8446" name="Google Shape;8446;p5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6"/>
          <p:cNvGrpSpPr/>
          <p:nvPr/>
        </p:nvGrpSpPr>
        <p:grpSpPr>
          <a:xfrm>
            <a:off x="3500906" y="3342211"/>
            <a:ext cx="343404" cy="449325"/>
            <a:chOff x="-15652200" y="3335975"/>
            <a:chExt cx="232375" cy="304050"/>
          </a:xfrm>
        </p:grpSpPr>
        <p:sp>
          <p:nvSpPr>
            <p:cNvPr id="8453" name="Google Shape;8453;p5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6"/>
          <p:cNvGrpSpPr/>
          <p:nvPr/>
        </p:nvGrpSpPr>
        <p:grpSpPr>
          <a:xfrm>
            <a:off x="1274819" y="2243729"/>
            <a:ext cx="449325" cy="449030"/>
            <a:chOff x="-20945825" y="3692175"/>
            <a:chExt cx="304050" cy="303850"/>
          </a:xfrm>
        </p:grpSpPr>
        <p:sp>
          <p:nvSpPr>
            <p:cNvPr id="8463" name="Google Shape;8463;p5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6"/>
          <p:cNvGrpSpPr/>
          <p:nvPr/>
        </p:nvGrpSpPr>
        <p:grpSpPr>
          <a:xfrm>
            <a:off x="4081644" y="1689848"/>
            <a:ext cx="372516" cy="448771"/>
            <a:chOff x="-18994100" y="3334775"/>
            <a:chExt cx="252075" cy="303675"/>
          </a:xfrm>
        </p:grpSpPr>
        <p:sp>
          <p:nvSpPr>
            <p:cNvPr id="8468" name="Google Shape;8468;p5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56"/>
          <p:cNvGrpSpPr/>
          <p:nvPr/>
        </p:nvGrpSpPr>
        <p:grpSpPr>
          <a:xfrm>
            <a:off x="4096200" y="2244743"/>
            <a:ext cx="343404" cy="446998"/>
            <a:chOff x="-18983850" y="3710075"/>
            <a:chExt cx="232375" cy="302475"/>
          </a:xfrm>
        </p:grpSpPr>
        <p:sp>
          <p:nvSpPr>
            <p:cNvPr id="8473" name="Google Shape;8473;p5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6"/>
          <p:cNvGrpSpPr/>
          <p:nvPr/>
        </p:nvGrpSpPr>
        <p:grpSpPr>
          <a:xfrm>
            <a:off x="1274247" y="1689573"/>
            <a:ext cx="450470" cy="449325"/>
            <a:chOff x="-20946600" y="3317850"/>
            <a:chExt cx="304825" cy="304050"/>
          </a:xfrm>
        </p:grpSpPr>
        <p:sp>
          <p:nvSpPr>
            <p:cNvPr id="8478" name="Google Shape;8478;p5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6"/>
          <p:cNvGrpSpPr/>
          <p:nvPr/>
        </p:nvGrpSpPr>
        <p:grpSpPr>
          <a:xfrm>
            <a:off x="1300422" y="2797442"/>
            <a:ext cx="398119" cy="448143"/>
            <a:chOff x="-20930075" y="4066100"/>
            <a:chExt cx="269400" cy="303250"/>
          </a:xfrm>
        </p:grpSpPr>
        <p:sp>
          <p:nvSpPr>
            <p:cNvPr id="8482" name="Google Shape;8482;p5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56"/>
          <p:cNvGrpSpPr/>
          <p:nvPr/>
        </p:nvGrpSpPr>
        <p:grpSpPr>
          <a:xfrm>
            <a:off x="4042667" y="2797422"/>
            <a:ext cx="450470" cy="448180"/>
            <a:chOff x="-19020075" y="4084200"/>
            <a:chExt cx="304825" cy="303275"/>
          </a:xfrm>
        </p:grpSpPr>
        <p:sp>
          <p:nvSpPr>
            <p:cNvPr id="8485" name="Google Shape;8485;p5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6"/>
          <p:cNvGrpSpPr/>
          <p:nvPr/>
        </p:nvGrpSpPr>
        <p:grpSpPr>
          <a:xfrm>
            <a:off x="6859931" y="1689001"/>
            <a:ext cx="396937" cy="450470"/>
            <a:chOff x="-17149475" y="3309200"/>
            <a:chExt cx="268600" cy="304825"/>
          </a:xfrm>
        </p:grpSpPr>
        <p:sp>
          <p:nvSpPr>
            <p:cNvPr id="8495" name="Google Shape;8495;p5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6"/>
          <p:cNvGrpSpPr/>
          <p:nvPr/>
        </p:nvGrpSpPr>
        <p:grpSpPr>
          <a:xfrm>
            <a:off x="6833737" y="2258120"/>
            <a:ext cx="449325" cy="420249"/>
            <a:chOff x="-17168375" y="3692750"/>
            <a:chExt cx="304050" cy="284375"/>
          </a:xfrm>
        </p:grpSpPr>
        <p:sp>
          <p:nvSpPr>
            <p:cNvPr id="8498" name="Google Shape;8498;p5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6"/>
          <p:cNvGrpSpPr/>
          <p:nvPr/>
        </p:nvGrpSpPr>
        <p:grpSpPr>
          <a:xfrm>
            <a:off x="6830246" y="2796852"/>
            <a:ext cx="456308" cy="449325"/>
            <a:chOff x="-17170750" y="4058800"/>
            <a:chExt cx="308775" cy="304050"/>
          </a:xfrm>
        </p:grpSpPr>
        <p:sp>
          <p:nvSpPr>
            <p:cNvPr id="8506" name="Google Shape;8506;p5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6"/>
          <p:cNvGrpSpPr/>
          <p:nvPr/>
        </p:nvGrpSpPr>
        <p:grpSpPr>
          <a:xfrm>
            <a:off x="5692143" y="3343358"/>
            <a:ext cx="450470" cy="446998"/>
            <a:chOff x="-15688425" y="3707725"/>
            <a:chExt cx="304825" cy="302475"/>
          </a:xfrm>
        </p:grpSpPr>
        <p:sp>
          <p:nvSpPr>
            <p:cNvPr id="8524" name="Google Shape;8524;p5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56"/>
          <p:cNvGrpSpPr/>
          <p:nvPr/>
        </p:nvGrpSpPr>
        <p:grpSpPr>
          <a:xfrm>
            <a:off x="1836300" y="1690441"/>
            <a:ext cx="451653" cy="447589"/>
            <a:chOff x="-20572500" y="3319025"/>
            <a:chExt cx="305625" cy="302875"/>
          </a:xfrm>
        </p:grpSpPr>
        <p:sp>
          <p:nvSpPr>
            <p:cNvPr id="8531" name="Google Shape;8531;p5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6"/>
          <p:cNvGrpSpPr/>
          <p:nvPr/>
        </p:nvGrpSpPr>
        <p:grpSpPr>
          <a:xfrm>
            <a:off x="1837463" y="2305410"/>
            <a:ext cx="449325" cy="325670"/>
            <a:chOff x="-20571700" y="3722875"/>
            <a:chExt cx="304050" cy="220375"/>
          </a:xfrm>
        </p:grpSpPr>
        <p:sp>
          <p:nvSpPr>
            <p:cNvPr id="8534" name="Google Shape;8534;p5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6"/>
          <p:cNvGrpSpPr/>
          <p:nvPr/>
        </p:nvGrpSpPr>
        <p:grpSpPr>
          <a:xfrm>
            <a:off x="1836891" y="2796278"/>
            <a:ext cx="450470" cy="450470"/>
            <a:chOff x="-20571700" y="4066875"/>
            <a:chExt cx="304825" cy="304825"/>
          </a:xfrm>
        </p:grpSpPr>
        <p:sp>
          <p:nvSpPr>
            <p:cNvPr id="8542" name="Google Shape;8542;p5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56"/>
          <p:cNvGrpSpPr/>
          <p:nvPr/>
        </p:nvGrpSpPr>
        <p:grpSpPr>
          <a:xfrm>
            <a:off x="4603593" y="1688259"/>
            <a:ext cx="453980" cy="451948"/>
            <a:chOff x="-18645175" y="3334200"/>
            <a:chExt cx="307200" cy="305825"/>
          </a:xfrm>
        </p:grpSpPr>
        <p:sp>
          <p:nvSpPr>
            <p:cNvPr id="8549" name="Google Shape;8549;p5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56"/>
          <p:cNvGrpSpPr/>
          <p:nvPr/>
        </p:nvGrpSpPr>
        <p:grpSpPr>
          <a:xfrm>
            <a:off x="4604184" y="2242989"/>
            <a:ext cx="452798" cy="450507"/>
            <a:chOff x="-18645175" y="3708500"/>
            <a:chExt cx="306400" cy="304850"/>
          </a:xfrm>
        </p:grpSpPr>
        <p:sp>
          <p:nvSpPr>
            <p:cNvPr id="8555" name="Google Shape;8555;p5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56"/>
          <p:cNvGrpSpPr/>
          <p:nvPr/>
        </p:nvGrpSpPr>
        <p:grpSpPr>
          <a:xfrm>
            <a:off x="4601857" y="2795630"/>
            <a:ext cx="457453" cy="451763"/>
            <a:chOff x="-18647525" y="4082625"/>
            <a:chExt cx="309550" cy="305700"/>
          </a:xfrm>
        </p:grpSpPr>
        <p:sp>
          <p:nvSpPr>
            <p:cNvPr id="8563" name="Google Shape;8563;p5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6"/>
          <p:cNvGrpSpPr/>
          <p:nvPr/>
        </p:nvGrpSpPr>
        <p:grpSpPr>
          <a:xfrm>
            <a:off x="7412241" y="1689592"/>
            <a:ext cx="395755" cy="449288"/>
            <a:chOff x="-16775350" y="3309200"/>
            <a:chExt cx="267800" cy="304025"/>
          </a:xfrm>
        </p:grpSpPr>
        <p:sp>
          <p:nvSpPr>
            <p:cNvPr id="8568" name="Google Shape;8568;p5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6"/>
          <p:cNvGrpSpPr/>
          <p:nvPr/>
        </p:nvGrpSpPr>
        <p:grpSpPr>
          <a:xfrm>
            <a:off x="7412241" y="2241827"/>
            <a:ext cx="395755" cy="452835"/>
            <a:chOff x="-16775350" y="3683300"/>
            <a:chExt cx="267800" cy="306425"/>
          </a:xfrm>
        </p:grpSpPr>
        <p:sp>
          <p:nvSpPr>
            <p:cNvPr id="8572" name="Google Shape;8572;p5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56"/>
          <p:cNvGrpSpPr/>
          <p:nvPr/>
        </p:nvGrpSpPr>
        <p:grpSpPr>
          <a:xfrm>
            <a:off x="7384292" y="2796870"/>
            <a:ext cx="451653" cy="449288"/>
            <a:chOff x="-16794250" y="4058225"/>
            <a:chExt cx="305625" cy="304025"/>
          </a:xfrm>
        </p:grpSpPr>
        <p:sp>
          <p:nvSpPr>
            <p:cNvPr id="8576" name="Google Shape;8576;p5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5" name="Google Shape;8585;p5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56"/>
          <p:cNvGrpSpPr/>
          <p:nvPr/>
        </p:nvGrpSpPr>
        <p:grpSpPr>
          <a:xfrm>
            <a:off x="2385709" y="1689573"/>
            <a:ext cx="457453" cy="449325"/>
            <a:chOff x="-20199150" y="3317850"/>
            <a:chExt cx="309550" cy="304050"/>
          </a:xfrm>
        </p:grpSpPr>
        <p:sp>
          <p:nvSpPr>
            <p:cNvPr id="8587" name="Google Shape;8587;p5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6"/>
          <p:cNvGrpSpPr/>
          <p:nvPr/>
        </p:nvGrpSpPr>
        <p:grpSpPr>
          <a:xfrm>
            <a:off x="2388036" y="2242861"/>
            <a:ext cx="452798" cy="450766"/>
            <a:chOff x="-20199150" y="3693150"/>
            <a:chExt cx="306400" cy="305025"/>
          </a:xfrm>
        </p:grpSpPr>
        <p:sp>
          <p:nvSpPr>
            <p:cNvPr id="8595" name="Google Shape;8595;p5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56"/>
          <p:cNvGrpSpPr/>
          <p:nvPr/>
        </p:nvGrpSpPr>
        <p:grpSpPr>
          <a:xfrm>
            <a:off x="2388609" y="2795687"/>
            <a:ext cx="451653" cy="451653"/>
            <a:chOff x="-20197575" y="4066875"/>
            <a:chExt cx="305625" cy="305625"/>
          </a:xfrm>
        </p:grpSpPr>
        <p:sp>
          <p:nvSpPr>
            <p:cNvPr id="8602" name="Google Shape;8602;p5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6"/>
          <p:cNvGrpSpPr/>
          <p:nvPr/>
        </p:nvGrpSpPr>
        <p:grpSpPr>
          <a:xfrm>
            <a:off x="5170827" y="1687520"/>
            <a:ext cx="449325" cy="453426"/>
            <a:chOff x="-18271050" y="3333200"/>
            <a:chExt cx="304050" cy="306825"/>
          </a:xfrm>
        </p:grpSpPr>
        <p:sp>
          <p:nvSpPr>
            <p:cNvPr id="8611" name="Google Shape;8611;p5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56"/>
          <p:cNvGrpSpPr/>
          <p:nvPr/>
        </p:nvGrpSpPr>
        <p:grpSpPr>
          <a:xfrm>
            <a:off x="5171399" y="2244171"/>
            <a:ext cx="448180" cy="448143"/>
            <a:chOff x="-18270275" y="3710875"/>
            <a:chExt cx="303275" cy="303250"/>
          </a:xfrm>
        </p:grpSpPr>
        <p:sp>
          <p:nvSpPr>
            <p:cNvPr id="8617" name="Google Shape;8617;p5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56"/>
          <p:cNvGrpSpPr/>
          <p:nvPr/>
        </p:nvGrpSpPr>
        <p:grpSpPr>
          <a:xfrm>
            <a:off x="5224951" y="2797422"/>
            <a:ext cx="341076" cy="448180"/>
            <a:chOff x="-18234025" y="4084200"/>
            <a:chExt cx="230800" cy="303275"/>
          </a:xfrm>
        </p:grpSpPr>
        <p:sp>
          <p:nvSpPr>
            <p:cNvPr id="8624" name="Google Shape;8624;p5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6"/>
          <p:cNvGrpSpPr/>
          <p:nvPr/>
        </p:nvGrpSpPr>
        <p:grpSpPr>
          <a:xfrm>
            <a:off x="2337506" y="3341641"/>
            <a:ext cx="449325" cy="450470"/>
            <a:chOff x="-16419350" y="3308400"/>
            <a:chExt cx="304050" cy="304825"/>
          </a:xfrm>
        </p:grpSpPr>
        <p:sp>
          <p:nvSpPr>
            <p:cNvPr id="8628" name="Google Shape;8628;p5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56"/>
          <p:cNvGrpSpPr/>
          <p:nvPr/>
        </p:nvGrpSpPr>
        <p:grpSpPr>
          <a:xfrm>
            <a:off x="4609062" y="3340423"/>
            <a:ext cx="395755" cy="452872"/>
            <a:chOff x="-16401225" y="3683275"/>
            <a:chExt cx="267800" cy="306450"/>
          </a:xfrm>
        </p:grpSpPr>
        <p:sp>
          <p:nvSpPr>
            <p:cNvPr id="8636" name="Google Shape;8636;p5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6"/>
          <p:cNvGrpSpPr/>
          <p:nvPr/>
        </p:nvGrpSpPr>
        <p:grpSpPr>
          <a:xfrm>
            <a:off x="7974511" y="2797062"/>
            <a:ext cx="450470" cy="448180"/>
            <a:chOff x="-16419350" y="4058200"/>
            <a:chExt cx="304825" cy="303275"/>
          </a:xfrm>
        </p:grpSpPr>
        <p:sp>
          <p:nvSpPr>
            <p:cNvPr id="8644" name="Google Shape;8644;p5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6"/>
          <p:cNvGrpSpPr/>
          <p:nvPr/>
        </p:nvGrpSpPr>
        <p:grpSpPr>
          <a:xfrm>
            <a:off x="4001398" y="3343080"/>
            <a:ext cx="450507" cy="447589"/>
            <a:chOff x="-15296200" y="3326900"/>
            <a:chExt cx="304850" cy="302875"/>
          </a:xfrm>
        </p:grpSpPr>
        <p:sp>
          <p:nvSpPr>
            <p:cNvPr id="8652" name="Google Shape;8652;p5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6"/>
          <p:cNvGrpSpPr/>
          <p:nvPr/>
        </p:nvGrpSpPr>
        <p:grpSpPr>
          <a:xfrm>
            <a:off x="2917051" y="1706881"/>
            <a:ext cx="486566" cy="414708"/>
            <a:chOff x="-19835275" y="3330250"/>
            <a:chExt cx="329250" cy="280625"/>
          </a:xfrm>
        </p:grpSpPr>
        <p:sp>
          <p:nvSpPr>
            <p:cNvPr id="8658" name="Google Shape;8658;p5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6"/>
          <p:cNvGrpSpPr/>
          <p:nvPr/>
        </p:nvGrpSpPr>
        <p:grpSpPr>
          <a:xfrm>
            <a:off x="2935080" y="2243470"/>
            <a:ext cx="450507" cy="449547"/>
            <a:chOff x="-19822675" y="3692750"/>
            <a:chExt cx="304850" cy="304200"/>
          </a:xfrm>
        </p:grpSpPr>
        <p:sp>
          <p:nvSpPr>
            <p:cNvPr id="8662" name="Google Shape;8662;p5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56"/>
          <p:cNvGrpSpPr/>
          <p:nvPr/>
        </p:nvGrpSpPr>
        <p:grpSpPr>
          <a:xfrm>
            <a:off x="2935672" y="2796278"/>
            <a:ext cx="449325" cy="450470"/>
            <a:chOff x="-19822675" y="4066875"/>
            <a:chExt cx="304050" cy="304825"/>
          </a:xfrm>
        </p:grpSpPr>
        <p:sp>
          <p:nvSpPr>
            <p:cNvPr id="8668" name="Google Shape;8668;p5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6"/>
          <p:cNvGrpSpPr/>
          <p:nvPr/>
        </p:nvGrpSpPr>
        <p:grpSpPr>
          <a:xfrm>
            <a:off x="5744740" y="1689571"/>
            <a:ext cx="399302" cy="449325"/>
            <a:chOff x="-17878825" y="3334400"/>
            <a:chExt cx="270200" cy="304050"/>
          </a:xfrm>
        </p:grpSpPr>
        <p:sp>
          <p:nvSpPr>
            <p:cNvPr id="8675" name="Google Shape;8675;p5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6"/>
          <p:cNvGrpSpPr/>
          <p:nvPr/>
        </p:nvGrpSpPr>
        <p:grpSpPr>
          <a:xfrm>
            <a:off x="5718565" y="2242416"/>
            <a:ext cx="451653" cy="451653"/>
            <a:chOff x="-17896150" y="3709300"/>
            <a:chExt cx="305625" cy="305625"/>
          </a:xfrm>
        </p:grpSpPr>
        <p:sp>
          <p:nvSpPr>
            <p:cNvPr id="8683" name="Google Shape;8683;p5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56"/>
          <p:cNvGrpSpPr/>
          <p:nvPr/>
        </p:nvGrpSpPr>
        <p:grpSpPr>
          <a:xfrm>
            <a:off x="5746495" y="2795686"/>
            <a:ext cx="395792" cy="451653"/>
            <a:chOff x="-17878025" y="4082625"/>
            <a:chExt cx="267825" cy="305625"/>
          </a:xfrm>
        </p:grpSpPr>
        <p:sp>
          <p:nvSpPr>
            <p:cNvPr id="8688" name="Google Shape;8688;p5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6"/>
          <p:cNvGrpSpPr/>
          <p:nvPr/>
        </p:nvGrpSpPr>
        <p:grpSpPr>
          <a:xfrm>
            <a:off x="2890388" y="3355015"/>
            <a:ext cx="450507" cy="423722"/>
            <a:chOff x="-16044450" y="3317850"/>
            <a:chExt cx="304850" cy="286725"/>
          </a:xfrm>
        </p:grpSpPr>
        <p:sp>
          <p:nvSpPr>
            <p:cNvPr id="8696" name="Google Shape;8696;p5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0" name="Google Shape;8700;p5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56"/>
          <p:cNvGrpSpPr/>
          <p:nvPr/>
        </p:nvGrpSpPr>
        <p:grpSpPr>
          <a:xfrm>
            <a:off x="8012905" y="2243724"/>
            <a:ext cx="373662" cy="449030"/>
            <a:chOff x="-16018450" y="4058400"/>
            <a:chExt cx="252850" cy="303850"/>
          </a:xfrm>
        </p:grpSpPr>
        <p:sp>
          <p:nvSpPr>
            <p:cNvPr id="8702" name="Google Shape;8702;p5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6" name="Google Shape;8706;p5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11" name="Shape 8711"/>
        <p:cNvGrpSpPr/>
        <p:nvPr/>
      </p:nvGrpSpPr>
      <p:grpSpPr>
        <a:xfrm>
          <a:off x="0" y="0"/>
          <a:ext cx="0" cy="0"/>
          <a:chOff x="0" y="0"/>
          <a:chExt cx="0" cy="0"/>
        </a:xfrm>
      </p:grpSpPr>
      <p:grpSp>
        <p:nvGrpSpPr>
          <p:cNvPr id="8712" name="Google Shape;8712;p57"/>
          <p:cNvGrpSpPr/>
          <p:nvPr/>
        </p:nvGrpSpPr>
        <p:grpSpPr>
          <a:xfrm>
            <a:off x="829817" y="1689241"/>
            <a:ext cx="442337" cy="419623"/>
            <a:chOff x="-6696925" y="3272575"/>
            <a:chExt cx="307200" cy="291425"/>
          </a:xfrm>
        </p:grpSpPr>
        <p:sp>
          <p:nvSpPr>
            <p:cNvPr id="8713" name="Google Shape;8713;p5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7"/>
          <p:cNvGrpSpPr/>
          <p:nvPr/>
        </p:nvGrpSpPr>
        <p:grpSpPr>
          <a:xfrm>
            <a:off x="829799" y="2204636"/>
            <a:ext cx="442373" cy="420775"/>
            <a:chOff x="-6690625" y="3631325"/>
            <a:chExt cx="307225" cy="292225"/>
          </a:xfrm>
        </p:grpSpPr>
        <p:sp>
          <p:nvSpPr>
            <p:cNvPr id="8716" name="Google Shape;8716;p5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7"/>
          <p:cNvGrpSpPr/>
          <p:nvPr/>
        </p:nvGrpSpPr>
        <p:grpSpPr>
          <a:xfrm>
            <a:off x="851921" y="2756972"/>
            <a:ext cx="421927" cy="419371"/>
            <a:chOff x="-6689825" y="3992050"/>
            <a:chExt cx="293025" cy="291250"/>
          </a:xfrm>
        </p:grpSpPr>
        <p:sp>
          <p:nvSpPr>
            <p:cNvPr id="8722" name="Google Shape;8722;p5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4" name="Google Shape;8734;p5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57"/>
          <p:cNvGrpSpPr/>
          <p:nvPr/>
        </p:nvGrpSpPr>
        <p:grpSpPr>
          <a:xfrm>
            <a:off x="3535232" y="2205192"/>
            <a:ext cx="423043" cy="419659"/>
            <a:chOff x="-4837325" y="3612425"/>
            <a:chExt cx="293800" cy="291450"/>
          </a:xfrm>
        </p:grpSpPr>
        <p:sp>
          <p:nvSpPr>
            <p:cNvPr id="8736" name="Google Shape;8736;p5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57"/>
          <p:cNvGrpSpPr/>
          <p:nvPr/>
        </p:nvGrpSpPr>
        <p:grpSpPr>
          <a:xfrm>
            <a:off x="3548265" y="2756826"/>
            <a:ext cx="420775" cy="419659"/>
            <a:chOff x="-4837325" y="3971575"/>
            <a:chExt cx="292225" cy="291450"/>
          </a:xfrm>
        </p:grpSpPr>
        <p:sp>
          <p:nvSpPr>
            <p:cNvPr id="8740" name="Google Shape;8740;p5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7"/>
          <p:cNvGrpSpPr/>
          <p:nvPr/>
        </p:nvGrpSpPr>
        <p:grpSpPr>
          <a:xfrm>
            <a:off x="6240279" y="1714185"/>
            <a:ext cx="430998" cy="369730"/>
            <a:chOff x="-3037625" y="3254850"/>
            <a:chExt cx="299325" cy="256775"/>
          </a:xfrm>
        </p:grpSpPr>
        <p:sp>
          <p:nvSpPr>
            <p:cNvPr id="8747" name="Google Shape;8747;p5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57"/>
          <p:cNvGrpSpPr/>
          <p:nvPr/>
        </p:nvGrpSpPr>
        <p:grpSpPr>
          <a:xfrm>
            <a:off x="6244239" y="2204615"/>
            <a:ext cx="423079" cy="420811"/>
            <a:chOff x="-3031325" y="3597450"/>
            <a:chExt cx="293825" cy="292250"/>
          </a:xfrm>
        </p:grpSpPr>
        <p:sp>
          <p:nvSpPr>
            <p:cNvPr id="8752" name="Google Shape;8752;p5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7"/>
          <p:cNvGrpSpPr/>
          <p:nvPr/>
        </p:nvGrpSpPr>
        <p:grpSpPr>
          <a:xfrm>
            <a:off x="6256714" y="2781214"/>
            <a:ext cx="421927" cy="370882"/>
            <a:chOff x="-3030525" y="3973150"/>
            <a:chExt cx="293025" cy="257575"/>
          </a:xfrm>
        </p:grpSpPr>
        <p:sp>
          <p:nvSpPr>
            <p:cNvPr id="8757" name="Google Shape;8757;p5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7"/>
          <p:cNvGrpSpPr/>
          <p:nvPr/>
        </p:nvGrpSpPr>
        <p:grpSpPr>
          <a:xfrm>
            <a:off x="1358307" y="3369426"/>
            <a:ext cx="421927" cy="297195"/>
            <a:chOff x="-1199300" y="3279250"/>
            <a:chExt cx="293025" cy="206400"/>
          </a:xfrm>
        </p:grpSpPr>
        <p:sp>
          <p:nvSpPr>
            <p:cNvPr id="8760" name="Google Shape;8760;p5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57"/>
          <p:cNvGrpSpPr/>
          <p:nvPr/>
        </p:nvGrpSpPr>
        <p:grpSpPr>
          <a:xfrm>
            <a:off x="1365393" y="1688773"/>
            <a:ext cx="444605" cy="420559"/>
            <a:chOff x="-6338550" y="3272950"/>
            <a:chExt cx="308775" cy="292075"/>
          </a:xfrm>
        </p:grpSpPr>
        <p:sp>
          <p:nvSpPr>
            <p:cNvPr id="8765" name="Google Shape;8765;p5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7"/>
          <p:cNvGrpSpPr/>
          <p:nvPr/>
        </p:nvGrpSpPr>
        <p:grpSpPr>
          <a:xfrm>
            <a:off x="1376732" y="2205194"/>
            <a:ext cx="421927" cy="419659"/>
            <a:chOff x="-6329100" y="3632100"/>
            <a:chExt cx="293025" cy="291450"/>
          </a:xfrm>
        </p:grpSpPr>
        <p:sp>
          <p:nvSpPr>
            <p:cNvPr id="8769" name="Google Shape;8769;p5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57"/>
          <p:cNvGrpSpPr/>
          <p:nvPr/>
        </p:nvGrpSpPr>
        <p:grpSpPr>
          <a:xfrm>
            <a:off x="1389783" y="2756828"/>
            <a:ext cx="419623" cy="419659"/>
            <a:chOff x="-6329875" y="3992050"/>
            <a:chExt cx="291425" cy="291450"/>
          </a:xfrm>
        </p:grpSpPr>
        <p:sp>
          <p:nvSpPr>
            <p:cNvPr id="8773" name="Google Shape;8773;p5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7"/>
          <p:cNvGrpSpPr/>
          <p:nvPr/>
        </p:nvGrpSpPr>
        <p:grpSpPr>
          <a:xfrm>
            <a:off x="4075920" y="1687530"/>
            <a:ext cx="423079" cy="423043"/>
            <a:chOff x="-4478975" y="3251700"/>
            <a:chExt cx="293825" cy="293800"/>
          </a:xfrm>
        </p:grpSpPr>
        <p:sp>
          <p:nvSpPr>
            <p:cNvPr id="8778" name="Google Shape;8778;p5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7"/>
          <p:cNvGrpSpPr/>
          <p:nvPr/>
        </p:nvGrpSpPr>
        <p:grpSpPr>
          <a:xfrm>
            <a:off x="4075920" y="2205192"/>
            <a:ext cx="423079" cy="419659"/>
            <a:chOff x="-4475825" y="3612425"/>
            <a:chExt cx="293825" cy="291450"/>
          </a:xfrm>
        </p:grpSpPr>
        <p:sp>
          <p:nvSpPr>
            <p:cNvPr id="8782" name="Google Shape;8782;p5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57"/>
          <p:cNvGrpSpPr/>
          <p:nvPr/>
        </p:nvGrpSpPr>
        <p:grpSpPr>
          <a:xfrm>
            <a:off x="4084992" y="2756844"/>
            <a:ext cx="428730" cy="419623"/>
            <a:chOff x="-4480550" y="3970800"/>
            <a:chExt cx="297750" cy="291425"/>
          </a:xfrm>
        </p:grpSpPr>
        <p:sp>
          <p:nvSpPr>
            <p:cNvPr id="8786" name="Google Shape;8786;p5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7"/>
          <p:cNvGrpSpPr/>
          <p:nvPr/>
        </p:nvGrpSpPr>
        <p:grpSpPr>
          <a:xfrm>
            <a:off x="6788826" y="1689221"/>
            <a:ext cx="415123" cy="419659"/>
            <a:chOff x="-2668225" y="3239075"/>
            <a:chExt cx="288300" cy="291450"/>
          </a:xfrm>
        </p:grpSpPr>
        <p:sp>
          <p:nvSpPr>
            <p:cNvPr id="8789" name="Google Shape;8789;p5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7"/>
          <p:cNvGrpSpPr/>
          <p:nvPr/>
        </p:nvGrpSpPr>
        <p:grpSpPr>
          <a:xfrm>
            <a:off x="6785982" y="2205191"/>
            <a:ext cx="420811" cy="419659"/>
            <a:chOff x="-2671375" y="3597450"/>
            <a:chExt cx="292250" cy="291450"/>
          </a:xfrm>
        </p:grpSpPr>
        <p:sp>
          <p:nvSpPr>
            <p:cNvPr id="8795" name="Google Shape;8795;p5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57"/>
          <p:cNvGrpSpPr/>
          <p:nvPr/>
        </p:nvGrpSpPr>
        <p:grpSpPr>
          <a:xfrm>
            <a:off x="6796765" y="2755691"/>
            <a:ext cx="423043" cy="421927"/>
            <a:chOff x="-2670575" y="3956600"/>
            <a:chExt cx="293800" cy="293025"/>
          </a:xfrm>
        </p:grpSpPr>
        <p:sp>
          <p:nvSpPr>
            <p:cNvPr id="8798" name="Google Shape;8798;p5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7"/>
          <p:cNvGrpSpPr/>
          <p:nvPr/>
        </p:nvGrpSpPr>
        <p:grpSpPr>
          <a:xfrm>
            <a:off x="3054285" y="3311947"/>
            <a:ext cx="426462" cy="418363"/>
            <a:chOff x="-1183550" y="3586525"/>
            <a:chExt cx="296175" cy="290550"/>
          </a:xfrm>
        </p:grpSpPr>
        <p:sp>
          <p:nvSpPr>
            <p:cNvPr id="8803" name="Google Shape;8803;p5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7"/>
          <p:cNvGrpSpPr/>
          <p:nvPr/>
        </p:nvGrpSpPr>
        <p:grpSpPr>
          <a:xfrm>
            <a:off x="1917896" y="1689799"/>
            <a:ext cx="420811" cy="418507"/>
            <a:chOff x="-5971525" y="3273750"/>
            <a:chExt cx="292250" cy="290650"/>
          </a:xfrm>
        </p:grpSpPr>
        <p:sp>
          <p:nvSpPr>
            <p:cNvPr id="8813" name="Google Shape;8813;p5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7"/>
          <p:cNvGrpSpPr/>
          <p:nvPr/>
        </p:nvGrpSpPr>
        <p:grpSpPr>
          <a:xfrm>
            <a:off x="1912226" y="2203826"/>
            <a:ext cx="432150" cy="422395"/>
            <a:chOff x="-5974675" y="3632100"/>
            <a:chExt cx="300125" cy="293350"/>
          </a:xfrm>
        </p:grpSpPr>
        <p:sp>
          <p:nvSpPr>
            <p:cNvPr id="8816" name="Google Shape;8816;p5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57"/>
          <p:cNvGrpSpPr/>
          <p:nvPr/>
        </p:nvGrpSpPr>
        <p:grpSpPr>
          <a:xfrm>
            <a:off x="1942267" y="2755694"/>
            <a:ext cx="395865" cy="421927"/>
            <a:chOff x="-5971525" y="3990475"/>
            <a:chExt cx="274925" cy="293025"/>
          </a:xfrm>
        </p:grpSpPr>
        <p:sp>
          <p:nvSpPr>
            <p:cNvPr id="8820" name="Google Shape;8820;p5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57"/>
          <p:cNvGrpSpPr/>
          <p:nvPr/>
        </p:nvGrpSpPr>
        <p:grpSpPr>
          <a:xfrm>
            <a:off x="4615473" y="1689798"/>
            <a:ext cx="420775" cy="418507"/>
            <a:chOff x="-4118225" y="3253275"/>
            <a:chExt cx="292225" cy="290650"/>
          </a:xfrm>
        </p:grpSpPr>
        <p:sp>
          <p:nvSpPr>
            <p:cNvPr id="8825" name="Google Shape;8825;p5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57"/>
          <p:cNvGrpSpPr/>
          <p:nvPr/>
        </p:nvGrpSpPr>
        <p:grpSpPr>
          <a:xfrm>
            <a:off x="4665924" y="2204922"/>
            <a:ext cx="319874" cy="420199"/>
            <a:chOff x="-4082800" y="3612425"/>
            <a:chExt cx="222150" cy="291825"/>
          </a:xfrm>
        </p:grpSpPr>
        <p:sp>
          <p:nvSpPr>
            <p:cNvPr id="8828" name="Google Shape;8828;p5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57"/>
          <p:cNvGrpSpPr/>
          <p:nvPr/>
        </p:nvGrpSpPr>
        <p:grpSpPr>
          <a:xfrm>
            <a:off x="4627372" y="2769876"/>
            <a:ext cx="420775" cy="393561"/>
            <a:chOff x="-4118225" y="3990475"/>
            <a:chExt cx="292225" cy="273325"/>
          </a:xfrm>
        </p:grpSpPr>
        <p:sp>
          <p:nvSpPr>
            <p:cNvPr id="8832" name="Google Shape;8832;p5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7"/>
          <p:cNvGrpSpPr/>
          <p:nvPr/>
        </p:nvGrpSpPr>
        <p:grpSpPr>
          <a:xfrm>
            <a:off x="7338026" y="1688087"/>
            <a:ext cx="394713" cy="421927"/>
            <a:chOff x="-2312225" y="3238300"/>
            <a:chExt cx="274125" cy="293025"/>
          </a:xfrm>
        </p:grpSpPr>
        <p:sp>
          <p:nvSpPr>
            <p:cNvPr id="8837" name="Google Shape;8837;p5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57"/>
          <p:cNvGrpSpPr/>
          <p:nvPr/>
        </p:nvGrpSpPr>
        <p:grpSpPr>
          <a:xfrm>
            <a:off x="7335742" y="2756825"/>
            <a:ext cx="423079" cy="419659"/>
            <a:chOff x="-2310650" y="3958175"/>
            <a:chExt cx="293825" cy="291450"/>
          </a:xfrm>
        </p:grpSpPr>
        <p:sp>
          <p:nvSpPr>
            <p:cNvPr id="8840" name="Google Shape;8840;p5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7"/>
          <p:cNvGrpSpPr/>
          <p:nvPr/>
        </p:nvGrpSpPr>
        <p:grpSpPr>
          <a:xfrm>
            <a:off x="4702603" y="3308459"/>
            <a:ext cx="424159" cy="419659"/>
            <a:chOff x="-1182750" y="3962900"/>
            <a:chExt cx="294575" cy="291450"/>
          </a:xfrm>
        </p:grpSpPr>
        <p:sp>
          <p:nvSpPr>
            <p:cNvPr id="8843" name="Google Shape;8843;p5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57"/>
          <p:cNvGrpSpPr/>
          <p:nvPr/>
        </p:nvGrpSpPr>
        <p:grpSpPr>
          <a:xfrm>
            <a:off x="2455739" y="1689223"/>
            <a:ext cx="424195" cy="419659"/>
            <a:chOff x="-5611575" y="3272950"/>
            <a:chExt cx="294600" cy="291450"/>
          </a:xfrm>
        </p:grpSpPr>
        <p:sp>
          <p:nvSpPr>
            <p:cNvPr id="8851" name="Google Shape;8851;p5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7"/>
          <p:cNvGrpSpPr/>
          <p:nvPr/>
        </p:nvGrpSpPr>
        <p:grpSpPr>
          <a:xfrm>
            <a:off x="2455739" y="2205770"/>
            <a:ext cx="424195" cy="418507"/>
            <a:chOff x="-5613150" y="3632900"/>
            <a:chExt cx="294600" cy="290650"/>
          </a:xfrm>
        </p:grpSpPr>
        <p:sp>
          <p:nvSpPr>
            <p:cNvPr id="8857" name="Google Shape;8857;p5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7"/>
          <p:cNvGrpSpPr/>
          <p:nvPr/>
        </p:nvGrpSpPr>
        <p:grpSpPr>
          <a:xfrm>
            <a:off x="7324977" y="2153586"/>
            <a:ext cx="420811" cy="522864"/>
            <a:chOff x="-2310650" y="3525775"/>
            <a:chExt cx="292250" cy="363125"/>
          </a:xfrm>
        </p:grpSpPr>
        <p:sp>
          <p:nvSpPr>
            <p:cNvPr id="8860" name="Google Shape;8860;p5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7"/>
          <p:cNvGrpSpPr/>
          <p:nvPr/>
        </p:nvGrpSpPr>
        <p:grpSpPr>
          <a:xfrm>
            <a:off x="2467638" y="2756270"/>
            <a:ext cx="424195" cy="420775"/>
            <a:chOff x="-5613150" y="3991275"/>
            <a:chExt cx="294600" cy="292225"/>
          </a:xfrm>
        </p:grpSpPr>
        <p:sp>
          <p:nvSpPr>
            <p:cNvPr id="8865" name="Google Shape;8865;p5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57"/>
          <p:cNvGrpSpPr/>
          <p:nvPr/>
        </p:nvGrpSpPr>
        <p:grpSpPr>
          <a:xfrm>
            <a:off x="5139126" y="1689438"/>
            <a:ext cx="434634" cy="419227"/>
            <a:chOff x="-3768700" y="3253275"/>
            <a:chExt cx="301850" cy="291150"/>
          </a:xfrm>
        </p:grpSpPr>
        <p:sp>
          <p:nvSpPr>
            <p:cNvPr id="8875" name="Google Shape;8875;p5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7"/>
          <p:cNvGrpSpPr/>
          <p:nvPr/>
        </p:nvGrpSpPr>
        <p:grpSpPr>
          <a:xfrm>
            <a:off x="5143209" y="2217090"/>
            <a:ext cx="426462" cy="395865"/>
            <a:chOff x="-3808700" y="3628950"/>
            <a:chExt cx="296175" cy="274925"/>
          </a:xfrm>
        </p:grpSpPr>
        <p:sp>
          <p:nvSpPr>
            <p:cNvPr id="8879" name="Google Shape;8879;p5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57"/>
          <p:cNvGrpSpPr/>
          <p:nvPr/>
        </p:nvGrpSpPr>
        <p:grpSpPr>
          <a:xfrm>
            <a:off x="5208420" y="2756412"/>
            <a:ext cx="419443" cy="420487"/>
            <a:chOff x="-3771675" y="3971775"/>
            <a:chExt cx="291300" cy="292025"/>
          </a:xfrm>
        </p:grpSpPr>
        <p:sp>
          <p:nvSpPr>
            <p:cNvPr id="8883" name="Google Shape;8883;p5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57"/>
          <p:cNvGrpSpPr/>
          <p:nvPr/>
        </p:nvGrpSpPr>
        <p:grpSpPr>
          <a:xfrm>
            <a:off x="7869864" y="1716461"/>
            <a:ext cx="420271" cy="320774"/>
            <a:chOff x="-1951475" y="3273100"/>
            <a:chExt cx="291875" cy="222775"/>
          </a:xfrm>
        </p:grpSpPr>
        <p:sp>
          <p:nvSpPr>
            <p:cNvPr id="8889" name="Google Shape;8889;p5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7"/>
          <p:cNvGrpSpPr/>
          <p:nvPr/>
        </p:nvGrpSpPr>
        <p:grpSpPr>
          <a:xfrm>
            <a:off x="7867344" y="2205191"/>
            <a:ext cx="425310" cy="419659"/>
            <a:chOff x="-1951475" y="3597450"/>
            <a:chExt cx="295375" cy="291450"/>
          </a:xfrm>
        </p:grpSpPr>
        <p:sp>
          <p:nvSpPr>
            <p:cNvPr id="8893" name="Google Shape;8893;p5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7"/>
          <p:cNvGrpSpPr/>
          <p:nvPr/>
        </p:nvGrpSpPr>
        <p:grpSpPr>
          <a:xfrm>
            <a:off x="7869595" y="2756825"/>
            <a:ext cx="444605" cy="419659"/>
            <a:chOff x="-1960150" y="3956600"/>
            <a:chExt cx="308775" cy="291450"/>
          </a:xfrm>
        </p:grpSpPr>
        <p:sp>
          <p:nvSpPr>
            <p:cNvPr id="8898" name="Google Shape;8898;p5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7"/>
          <p:cNvGrpSpPr/>
          <p:nvPr/>
        </p:nvGrpSpPr>
        <p:grpSpPr>
          <a:xfrm>
            <a:off x="1923633" y="3307636"/>
            <a:ext cx="420775" cy="420775"/>
            <a:chOff x="-804700" y="3226500"/>
            <a:chExt cx="292225" cy="292225"/>
          </a:xfrm>
        </p:grpSpPr>
        <p:sp>
          <p:nvSpPr>
            <p:cNvPr id="8901" name="Google Shape;8901;p5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7"/>
          <p:cNvGrpSpPr/>
          <p:nvPr/>
        </p:nvGrpSpPr>
        <p:grpSpPr>
          <a:xfrm>
            <a:off x="3003724" y="1688647"/>
            <a:ext cx="420775" cy="420811"/>
            <a:chOff x="-5251625" y="3272950"/>
            <a:chExt cx="292225" cy="292250"/>
          </a:xfrm>
        </p:grpSpPr>
        <p:sp>
          <p:nvSpPr>
            <p:cNvPr id="8909" name="Google Shape;8909;p5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57"/>
          <p:cNvGrpSpPr/>
          <p:nvPr/>
        </p:nvGrpSpPr>
        <p:grpSpPr>
          <a:xfrm>
            <a:off x="3000322" y="2204348"/>
            <a:ext cx="427578" cy="421351"/>
            <a:chOff x="-5254775" y="3631325"/>
            <a:chExt cx="296950" cy="292625"/>
          </a:xfrm>
        </p:grpSpPr>
        <p:sp>
          <p:nvSpPr>
            <p:cNvPr id="8913" name="Google Shape;8913;p5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7"/>
          <p:cNvGrpSpPr/>
          <p:nvPr/>
        </p:nvGrpSpPr>
        <p:grpSpPr>
          <a:xfrm>
            <a:off x="3016181" y="2756270"/>
            <a:ext cx="419659" cy="420775"/>
            <a:chOff x="-5251625" y="3991275"/>
            <a:chExt cx="291450" cy="292225"/>
          </a:xfrm>
        </p:grpSpPr>
        <p:sp>
          <p:nvSpPr>
            <p:cNvPr id="8921" name="Google Shape;8921;p5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7"/>
          <p:cNvGrpSpPr/>
          <p:nvPr/>
        </p:nvGrpSpPr>
        <p:grpSpPr>
          <a:xfrm>
            <a:off x="5756763" y="1689240"/>
            <a:ext cx="319874" cy="419623"/>
            <a:chOff x="-3365275" y="3253275"/>
            <a:chExt cx="222150" cy="291425"/>
          </a:xfrm>
        </p:grpSpPr>
        <p:sp>
          <p:nvSpPr>
            <p:cNvPr id="8927" name="Google Shape;8927;p5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7"/>
          <p:cNvGrpSpPr/>
          <p:nvPr/>
        </p:nvGrpSpPr>
        <p:grpSpPr>
          <a:xfrm>
            <a:off x="5730701" y="2204058"/>
            <a:ext cx="371998" cy="421927"/>
            <a:chOff x="-3383375" y="3611625"/>
            <a:chExt cx="258350" cy="293025"/>
          </a:xfrm>
        </p:grpSpPr>
        <p:sp>
          <p:nvSpPr>
            <p:cNvPr id="8930" name="Google Shape;8930;p5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57"/>
          <p:cNvGrpSpPr/>
          <p:nvPr/>
        </p:nvGrpSpPr>
        <p:grpSpPr>
          <a:xfrm>
            <a:off x="5793050" y="2756826"/>
            <a:ext cx="271097" cy="419659"/>
            <a:chOff x="-3347950" y="3971575"/>
            <a:chExt cx="188275" cy="291450"/>
          </a:xfrm>
        </p:grpSpPr>
        <p:sp>
          <p:nvSpPr>
            <p:cNvPr id="8933" name="Google Shape;8933;p5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7"/>
          <p:cNvGrpSpPr/>
          <p:nvPr/>
        </p:nvGrpSpPr>
        <p:grpSpPr>
          <a:xfrm>
            <a:off x="842909" y="3307061"/>
            <a:ext cx="371998" cy="421927"/>
            <a:chOff x="-1575775" y="3238300"/>
            <a:chExt cx="258350" cy="293025"/>
          </a:xfrm>
        </p:grpSpPr>
        <p:sp>
          <p:nvSpPr>
            <p:cNvPr id="8937" name="Google Shape;8937;p5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7"/>
          <p:cNvGrpSpPr/>
          <p:nvPr/>
        </p:nvGrpSpPr>
        <p:grpSpPr>
          <a:xfrm>
            <a:off x="2487807" y="3309051"/>
            <a:ext cx="423079" cy="424159"/>
            <a:chOff x="-1591550" y="3597475"/>
            <a:chExt cx="293825" cy="294575"/>
          </a:xfrm>
        </p:grpSpPr>
        <p:sp>
          <p:nvSpPr>
            <p:cNvPr id="8943" name="Google Shape;8943;p5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57"/>
          <p:cNvGrpSpPr/>
          <p:nvPr/>
        </p:nvGrpSpPr>
        <p:grpSpPr>
          <a:xfrm>
            <a:off x="4137277" y="3318663"/>
            <a:ext cx="421927" cy="399248"/>
            <a:chOff x="-1592325" y="3957400"/>
            <a:chExt cx="293025" cy="277275"/>
          </a:xfrm>
        </p:grpSpPr>
        <p:sp>
          <p:nvSpPr>
            <p:cNvPr id="8947" name="Google Shape;8947;p5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7"/>
          <p:cNvGrpSpPr/>
          <p:nvPr/>
        </p:nvGrpSpPr>
        <p:grpSpPr>
          <a:xfrm>
            <a:off x="3624147" y="3310744"/>
            <a:ext cx="369730" cy="420775"/>
            <a:chOff x="-778700" y="3612425"/>
            <a:chExt cx="256775" cy="292225"/>
          </a:xfrm>
        </p:grpSpPr>
        <p:sp>
          <p:nvSpPr>
            <p:cNvPr id="8952" name="Google Shape;8952;p5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57"/>
          <p:cNvGrpSpPr/>
          <p:nvPr/>
        </p:nvGrpSpPr>
        <p:grpSpPr>
          <a:xfrm>
            <a:off x="6095649" y="3828305"/>
            <a:ext cx="340731" cy="387641"/>
            <a:chOff x="7728464" y="1561258"/>
            <a:chExt cx="349719" cy="397866"/>
          </a:xfrm>
        </p:grpSpPr>
        <p:sp>
          <p:nvSpPr>
            <p:cNvPr id="8959" name="Google Shape;8959;p5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7"/>
          <p:cNvGrpSpPr/>
          <p:nvPr/>
        </p:nvGrpSpPr>
        <p:grpSpPr>
          <a:xfrm>
            <a:off x="4018617" y="3828305"/>
            <a:ext cx="387681" cy="387641"/>
            <a:chOff x="5611350" y="1561258"/>
            <a:chExt cx="397907" cy="397866"/>
          </a:xfrm>
        </p:grpSpPr>
        <p:sp>
          <p:nvSpPr>
            <p:cNvPr id="8962" name="Google Shape;8962;p5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57"/>
          <p:cNvGrpSpPr/>
          <p:nvPr/>
        </p:nvGrpSpPr>
        <p:grpSpPr>
          <a:xfrm>
            <a:off x="4537903" y="3925571"/>
            <a:ext cx="387610" cy="193109"/>
            <a:chOff x="6140660" y="1661097"/>
            <a:chExt cx="397835" cy="198202"/>
          </a:xfrm>
        </p:grpSpPr>
        <p:sp>
          <p:nvSpPr>
            <p:cNvPr id="8967" name="Google Shape;8967;p5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57"/>
          <p:cNvGrpSpPr/>
          <p:nvPr/>
        </p:nvGrpSpPr>
        <p:grpSpPr>
          <a:xfrm>
            <a:off x="5057118" y="3828305"/>
            <a:ext cx="387681" cy="387641"/>
            <a:chOff x="6669907" y="1561258"/>
            <a:chExt cx="397907" cy="397866"/>
          </a:xfrm>
        </p:grpSpPr>
        <p:sp>
          <p:nvSpPr>
            <p:cNvPr id="8972" name="Google Shape;8972;p5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57"/>
          <p:cNvGrpSpPr/>
          <p:nvPr/>
        </p:nvGrpSpPr>
        <p:grpSpPr>
          <a:xfrm>
            <a:off x="1942348" y="3885842"/>
            <a:ext cx="387681" cy="272572"/>
            <a:chOff x="3386036" y="1746339"/>
            <a:chExt cx="397907" cy="279762"/>
          </a:xfrm>
        </p:grpSpPr>
        <p:sp>
          <p:nvSpPr>
            <p:cNvPr id="8978" name="Google Shape;8978;p5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7"/>
          <p:cNvGrpSpPr/>
          <p:nvPr/>
        </p:nvGrpSpPr>
        <p:grpSpPr>
          <a:xfrm>
            <a:off x="2980045" y="3828288"/>
            <a:ext cx="387681" cy="387681"/>
            <a:chOff x="4417380" y="1687279"/>
            <a:chExt cx="397907" cy="397907"/>
          </a:xfrm>
        </p:grpSpPr>
        <p:sp>
          <p:nvSpPr>
            <p:cNvPr id="8981" name="Google Shape;8981;p5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57"/>
          <p:cNvGrpSpPr/>
          <p:nvPr/>
        </p:nvGrpSpPr>
        <p:grpSpPr>
          <a:xfrm>
            <a:off x="7926526" y="3308537"/>
            <a:ext cx="387661" cy="387661"/>
            <a:chOff x="2869999" y="1687279"/>
            <a:chExt cx="397887" cy="397887"/>
          </a:xfrm>
        </p:grpSpPr>
        <p:sp>
          <p:nvSpPr>
            <p:cNvPr id="8984" name="Google Shape;8984;p5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7"/>
          <p:cNvGrpSpPr/>
          <p:nvPr/>
        </p:nvGrpSpPr>
        <p:grpSpPr>
          <a:xfrm>
            <a:off x="2461634" y="3828664"/>
            <a:ext cx="386807" cy="386929"/>
            <a:chOff x="3902887" y="1687655"/>
            <a:chExt cx="397010" cy="397135"/>
          </a:xfrm>
        </p:grpSpPr>
        <p:sp>
          <p:nvSpPr>
            <p:cNvPr id="8987" name="Google Shape;8987;p5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7"/>
          <p:cNvGrpSpPr/>
          <p:nvPr/>
        </p:nvGrpSpPr>
        <p:grpSpPr>
          <a:xfrm>
            <a:off x="3499331" y="3828344"/>
            <a:ext cx="387681" cy="387681"/>
            <a:chOff x="4933458" y="1687279"/>
            <a:chExt cx="397907" cy="397907"/>
          </a:xfrm>
        </p:grpSpPr>
        <p:sp>
          <p:nvSpPr>
            <p:cNvPr id="8990" name="Google Shape;8990;p5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57"/>
          <p:cNvGrpSpPr/>
          <p:nvPr/>
        </p:nvGrpSpPr>
        <p:grpSpPr>
          <a:xfrm>
            <a:off x="5273586" y="3308775"/>
            <a:ext cx="387681" cy="387661"/>
            <a:chOff x="266768" y="1721375"/>
            <a:chExt cx="397907" cy="397887"/>
          </a:xfrm>
        </p:grpSpPr>
        <p:sp>
          <p:nvSpPr>
            <p:cNvPr id="8993" name="Google Shape;8993;p5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7"/>
          <p:cNvGrpSpPr/>
          <p:nvPr/>
        </p:nvGrpSpPr>
        <p:grpSpPr>
          <a:xfrm>
            <a:off x="7395588" y="3308924"/>
            <a:ext cx="387539" cy="386888"/>
            <a:chOff x="2408992" y="1722875"/>
            <a:chExt cx="397761" cy="397093"/>
          </a:xfrm>
        </p:grpSpPr>
        <p:sp>
          <p:nvSpPr>
            <p:cNvPr id="8996" name="Google Shape;8996;p5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7"/>
          <p:cNvGrpSpPr/>
          <p:nvPr/>
        </p:nvGrpSpPr>
        <p:grpSpPr>
          <a:xfrm>
            <a:off x="5576404" y="3828305"/>
            <a:ext cx="387641" cy="387641"/>
            <a:chOff x="7199196" y="1561258"/>
            <a:chExt cx="397866" cy="397866"/>
          </a:xfrm>
        </p:grpSpPr>
        <p:sp>
          <p:nvSpPr>
            <p:cNvPr id="8999" name="Google Shape;8999;p5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7"/>
          <p:cNvGrpSpPr/>
          <p:nvPr/>
        </p:nvGrpSpPr>
        <p:grpSpPr>
          <a:xfrm>
            <a:off x="6332282" y="3308537"/>
            <a:ext cx="387661" cy="387661"/>
            <a:chOff x="1379798" y="1723250"/>
            <a:chExt cx="397887" cy="397887"/>
          </a:xfrm>
        </p:grpSpPr>
        <p:sp>
          <p:nvSpPr>
            <p:cNvPr id="9003" name="Google Shape;9003;p5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7"/>
          <p:cNvGrpSpPr/>
          <p:nvPr/>
        </p:nvGrpSpPr>
        <p:grpSpPr>
          <a:xfrm>
            <a:off x="5801242" y="3308537"/>
            <a:ext cx="387641" cy="387661"/>
            <a:chOff x="864491" y="1723250"/>
            <a:chExt cx="397866" cy="397887"/>
          </a:xfrm>
        </p:grpSpPr>
        <p:sp>
          <p:nvSpPr>
            <p:cNvPr id="9008" name="Google Shape;9008;p5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1" name="Google Shape;9011;p5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2" name="Google Shape;9012;p57"/>
          <p:cNvGrpSpPr/>
          <p:nvPr/>
        </p:nvGrpSpPr>
        <p:grpSpPr>
          <a:xfrm>
            <a:off x="6568070" y="3827060"/>
            <a:ext cx="388966" cy="388966"/>
            <a:chOff x="1190625" y="238125"/>
            <a:chExt cx="5235075" cy="5235075"/>
          </a:xfrm>
        </p:grpSpPr>
        <p:sp>
          <p:nvSpPr>
            <p:cNvPr id="9013" name="Google Shape;9013;p5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5" name="Google Shape;9015;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19" name="Shape 9019"/>
        <p:cNvGrpSpPr/>
        <p:nvPr/>
      </p:nvGrpSpPr>
      <p:grpSpPr>
        <a:xfrm>
          <a:off x="0" y="0"/>
          <a:ext cx="0" cy="0"/>
          <a:chOff x="0" y="0"/>
          <a:chExt cx="0" cy="0"/>
        </a:xfrm>
      </p:grpSpPr>
      <p:pic>
        <p:nvPicPr>
          <p:cNvPr id="9020" name="Google Shape;9020;p5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ycle Diagrams Theme for a Project Proposal by Slidesgo">
  <a:themeElements>
    <a:clrScheme name="Simple Light">
      <a:dk1>
        <a:srgbClr val="1C1C1C"/>
      </a:dk1>
      <a:lt1>
        <a:srgbClr val="F3F3F3"/>
      </a:lt1>
      <a:dk2>
        <a:srgbClr val="87AFC6"/>
      </a:dk2>
      <a:lt2>
        <a:srgbClr val="8EB0B4"/>
      </a:lt2>
      <a:accent1>
        <a:srgbClr val="D09E96"/>
      </a:accent1>
      <a:accent2>
        <a:srgbClr val="2E556D"/>
      </a:accent2>
      <a:accent3>
        <a:srgbClr val="E2E2E2"/>
      </a:accent3>
      <a:accent4>
        <a:srgbClr val="FFFFFF"/>
      </a:accent4>
      <a:accent5>
        <a:srgbClr val="FFFFFF"/>
      </a:accent5>
      <a:accent6>
        <a:srgbClr val="FFFFFF"/>
      </a:accent6>
      <a:hlink>
        <a:srgbClr val="1C1C1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